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7" r:id="rId1"/>
  </p:sldMasterIdLst>
  <p:notesMasterIdLst>
    <p:notesMasterId r:id="rId22"/>
  </p:notesMasterIdLst>
  <p:sldIdLst>
    <p:sldId id="256" r:id="rId2"/>
    <p:sldId id="344" r:id="rId3"/>
    <p:sldId id="353" r:id="rId4"/>
    <p:sldId id="262" r:id="rId5"/>
    <p:sldId id="354" r:id="rId6"/>
    <p:sldId id="276" r:id="rId7"/>
    <p:sldId id="345" r:id="rId8"/>
    <p:sldId id="355" r:id="rId9"/>
    <p:sldId id="282" r:id="rId10"/>
    <p:sldId id="272" r:id="rId11"/>
    <p:sldId id="346" r:id="rId12"/>
    <p:sldId id="351" r:id="rId13"/>
    <p:sldId id="356" r:id="rId14"/>
    <p:sldId id="347" r:id="rId15"/>
    <p:sldId id="350" r:id="rId16"/>
    <p:sldId id="349" r:id="rId17"/>
    <p:sldId id="348" r:id="rId18"/>
    <p:sldId id="265" r:id="rId19"/>
    <p:sldId id="357" r:id="rId20"/>
    <p:sldId id="257" r:id="rId21"/>
  </p:sldIdLst>
  <p:sldSz cx="9144000" cy="5143500" type="screen16x9"/>
  <p:notesSz cx="6858000" cy="9144000"/>
  <p:embeddedFontLst>
    <p:embeddedFont>
      <p:font typeface="Bebas Neue" panose="020B0606020202050201" pitchFamily="34" charset="77"/>
      <p:regular r:id="rId23"/>
    </p:embeddedFont>
    <p:embeddedFont>
      <p:font typeface="Nunito Light" panose="020F0302020204030204" pitchFamily="34" charset="0"/>
      <p:regular r:id="rId24"/>
      <p:italic r:id="rId25"/>
    </p:embeddedFont>
    <p:embeddedFont>
      <p:font typeface="Open Sans" panose="020B0606030504020204" pitchFamily="34" charset="0"/>
      <p:regular r:id="rId26"/>
      <p:bold r:id="rId27"/>
      <p:italic r:id="rId28"/>
      <p:boldItalic r:id="rId29"/>
    </p:embeddedFont>
    <p:embeddedFont>
      <p:font typeface="Open Sans ExtraBold" panose="020F0502020204030204" pitchFamily="34" charset="0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8938F7-44B8-6746-9050-BF011E1BCFBC}" v="93" dt="2026-02-15T15:02:09.014"/>
  </p1510:revLst>
</p1510:revInfo>
</file>

<file path=ppt/tableStyles.xml><?xml version="1.0" encoding="utf-8"?>
<a:tblStyleLst xmlns:a="http://schemas.openxmlformats.org/drawingml/2006/main" def="{32CE4A41-76D3-4436-9D81-BD6E07937954}">
  <a:tblStyle styleId="{32CE4A41-76D3-4436-9D81-BD6E0793795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0"/>
    <p:restoredTop sz="94668"/>
  </p:normalViewPr>
  <p:slideViewPr>
    <p:cSldViewPr snapToGrid="0">
      <p:cViewPr varScale="1">
        <p:scale>
          <a:sx n="141" d="100"/>
          <a:sy n="141" d="100"/>
        </p:scale>
        <p:origin x="4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6" name="Google Shape;294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7" name="Google Shape;294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7">
          <a:extLst>
            <a:ext uri="{FF2B5EF4-FFF2-40B4-BE49-F238E27FC236}">
              <a16:creationId xmlns:a16="http://schemas.microsoft.com/office/drawing/2014/main" id="{D5FDF10E-59B3-86F6-CD8D-1A2B0422E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8" name="Google Shape;3198;gee2fe8f6bc_0_1477:notes">
            <a:extLst>
              <a:ext uri="{FF2B5EF4-FFF2-40B4-BE49-F238E27FC236}">
                <a16:creationId xmlns:a16="http://schemas.microsoft.com/office/drawing/2014/main" id="{3A50F1F2-699B-C22A-89E1-8642A68532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9" name="Google Shape;3199;gee2fe8f6bc_0_1477:notes">
            <a:extLst>
              <a:ext uri="{FF2B5EF4-FFF2-40B4-BE49-F238E27FC236}">
                <a16:creationId xmlns:a16="http://schemas.microsoft.com/office/drawing/2014/main" id="{A9FBF0E5-C5E1-4DF7-445A-DC93D5D38B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2617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7">
          <a:extLst>
            <a:ext uri="{FF2B5EF4-FFF2-40B4-BE49-F238E27FC236}">
              <a16:creationId xmlns:a16="http://schemas.microsoft.com/office/drawing/2014/main" id="{75DA55CE-CB3C-0E49-6CE9-06F58C9C1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" name="Google Shape;5038;gee540073a5_0_1397:notes">
            <a:extLst>
              <a:ext uri="{FF2B5EF4-FFF2-40B4-BE49-F238E27FC236}">
                <a16:creationId xmlns:a16="http://schemas.microsoft.com/office/drawing/2014/main" id="{AD63C339-59BF-AC6C-3E2A-479261372B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9" name="Google Shape;5039;gee540073a5_0_1397:notes">
            <a:extLst>
              <a:ext uri="{FF2B5EF4-FFF2-40B4-BE49-F238E27FC236}">
                <a16:creationId xmlns:a16="http://schemas.microsoft.com/office/drawing/2014/main" id="{746D9728-3030-5D9D-6268-49976A2548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4934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8" name="Google Shape;3198;gee2fe8f6bc_0_14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9" name="Google Shape;3199;gee2fe8f6bc_0_14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3">
          <a:extLst>
            <a:ext uri="{FF2B5EF4-FFF2-40B4-BE49-F238E27FC236}">
              <a16:creationId xmlns:a16="http://schemas.microsoft.com/office/drawing/2014/main" id="{2035D201-3A97-8DAF-E2A5-D4E44C7FD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4" name="Google Shape;5974;gee733ecc51_2_365:notes">
            <a:extLst>
              <a:ext uri="{FF2B5EF4-FFF2-40B4-BE49-F238E27FC236}">
                <a16:creationId xmlns:a16="http://schemas.microsoft.com/office/drawing/2014/main" id="{9250E3DD-732B-BBAA-C9CA-0DDF88F3FB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5" name="Google Shape;5975;gee733ecc51_2_365:notes">
            <a:extLst>
              <a:ext uri="{FF2B5EF4-FFF2-40B4-BE49-F238E27FC236}">
                <a16:creationId xmlns:a16="http://schemas.microsoft.com/office/drawing/2014/main" id="{80D1DD72-721C-2A12-2F60-F36E32CB94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93968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6" name="Google Shape;4146;gee2fe8f6bc_0_17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7" name="Google Shape;4147;gee2fe8f6bc_0_17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69124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7">
          <a:extLst>
            <a:ext uri="{FF2B5EF4-FFF2-40B4-BE49-F238E27FC236}">
              <a16:creationId xmlns:a16="http://schemas.microsoft.com/office/drawing/2014/main" id="{A110A447-D0AC-CB8B-C8C5-75A94C555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8" name="Google Shape;3198;gee2fe8f6bc_0_1477:notes">
            <a:extLst>
              <a:ext uri="{FF2B5EF4-FFF2-40B4-BE49-F238E27FC236}">
                <a16:creationId xmlns:a16="http://schemas.microsoft.com/office/drawing/2014/main" id="{AEB5565F-AE9F-73D2-5850-1A03D0796A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9" name="Google Shape;3199;gee2fe8f6bc_0_1477:notes">
            <a:extLst>
              <a:ext uri="{FF2B5EF4-FFF2-40B4-BE49-F238E27FC236}">
                <a16:creationId xmlns:a16="http://schemas.microsoft.com/office/drawing/2014/main" id="{1E37E951-15E6-2435-D2CD-7DB5612F89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06751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8">
          <a:extLst>
            <a:ext uri="{FF2B5EF4-FFF2-40B4-BE49-F238E27FC236}">
              <a16:creationId xmlns:a16="http://schemas.microsoft.com/office/drawing/2014/main" id="{87111671-AB9D-DAC1-18B6-631B17DC8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9" name="Google Shape;8449;g146a9090d69_1_181:notes">
            <a:extLst>
              <a:ext uri="{FF2B5EF4-FFF2-40B4-BE49-F238E27FC236}">
                <a16:creationId xmlns:a16="http://schemas.microsoft.com/office/drawing/2014/main" id="{A95EC398-2355-7957-3CC8-391B531884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0" name="Google Shape;8450;g146a9090d69_1_181:notes">
            <a:extLst>
              <a:ext uri="{FF2B5EF4-FFF2-40B4-BE49-F238E27FC236}">
                <a16:creationId xmlns:a16="http://schemas.microsoft.com/office/drawing/2014/main" id="{0EB435CC-3227-3785-E3B9-D59B175214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29581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" name="Google Shape;4536;g1464acd96ff_1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7" name="Google Shape;4537;g1464acd96ff_1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7" name="Google Shape;3767;g1464acd96ff_1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8" name="Google Shape;3768;g1464acd96ff_1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7">
          <a:extLst>
            <a:ext uri="{FF2B5EF4-FFF2-40B4-BE49-F238E27FC236}">
              <a16:creationId xmlns:a16="http://schemas.microsoft.com/office/drawing/2014/main" id="{ADFF8145-1BBD-A554-949A-C51222F71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8" name="Google Shape;3198;gee2fe8f6bc_0_1477:notes">
            <a:extLst>
              <a:ext uri="{FF2B5EF4-FFF2-40B4-BE49-F238E27FC236}">
                <a16:creationId xmlns:a16="http://schemas.microsoft.com/office/drawing/2014/main" id="{602E2BBF-3AB5-BCD4-6BAD-B7196170DE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9" name="Google Shape;3199;gee2fe8f6bc_0_1477:notes">
            <a:extLst>
              <a:ext uri="{FF2B5EF4-FFF2-40B4-BE49-F238E27FC236}">
                <a16:creationId xmlns:a16="http://schemas.microsoft.com/office/drawing/2014/main" id="{49FAC612-26C8-7E89-622C-EBE94A080F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63617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9">
          <a:extLst>
            <a:ext uri="{FF2B5EF4-FFF2-40B4-BE49-F238E27FC236}">
              <a16:creationId xmlns:a16="http://schemas.microsoft.com/office/drawing/2014/main" id="{E5096D8A-900F-B0E8-A473-BDB0C64C8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" name="Google Shape;4280;g1474d07fa8f_0_328:notes">
            <a:extLst>
              <a:ext uri="{FF2B5EF4-FFF2-40B4-BE49-F238E27FC236}">
                <a16:creationId xmlns:a16="http://schemas.microsoft.com/office/drawing/2014/main" id="{133C6608-D00A-3DAB-3ACD-205709A432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1" name="Google Shape;4281;g1474d07fa8f_0_328:notes">
            <a:extLst>
              <a:ext uri="{FF2B5EF4-FFF2-40B4-BE49-F238E27FC236}">
                <a16:creationId xmlns:a16="http://schemas.microsoft.com/office/drawing/2014/main" id="{E448832B-876E-BC08-1D38-2219262D10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02466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5">
          <a:extLst>
            <a:ext uri="{FF2B5EF4-FFF2-40B4-BE49-F238E27FC236}">
              <a16:creationId xmlns:a16="http://schemas.microsoft.com/office/drawing/2014/main" id="{847DFAD4-2C55-54A5-BFC9-D93D6DD51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6" name="Google Shape;4146;gee2fe8f6bc_0_1713:notes">
            <a:extLst>
              <a:ext uri="{FF2B5EF4-FFF2-40B4-BE49-F238E27FC236}">
                <a16:creationId xmlns:a16="http://schemas.microsoft.com/office/drawing/2014/main" id="{D0B9126F-D738-7B4C-BDA6-A136C3661F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7" name="Google Shape;4147;gee2fe8f6bc_0_1713:notes">
            <a:extLst>
              <a:ext uri="{FF2B5EF4-FFF2-40B4-BE49-F238E27FC236}">
                <a16:creationId xmlns:a16="http://schemas.microsoft.com/office/drawing/2014/main" id="{A7820B08-6C59-00A9-511B-8A390EA48B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82352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7">
          <a:extLst>
            <a:ext uri="{FF2B5EF4-FFF2-40B4-BE49-F238E27FC236}">
              <a16:creationId xmlns:a16="http://schemas.microsoft.com/office/drawing/2014/main" id="{A39008FD-2DC5-32C5-7E2B-FD143F43D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8" name="Google Shape;3198;gee2fe8f6bc_0_1477:notes">
            <a:extLst>
              <a:ext uri="{FF2B5EF4-FFF2-40B4-BE49-F238E27FC236}">
                <a16:creationId xmlns:a16="http://schemas.microsoft.com/office/drawing/2014/main" id="{11E9839C-DECF-44B4-B9A3-6EDF424C11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9" name="Google Shape;3199;gee2fe8f6bc_0_1477:notes">
            <a:extLst>
              <a:ext uri="{FF2B5EF4-FFF2-40B4-BE49-F238E27FC236}">
                <a16:creationId xmlns:a16="http://schemas.microsoft.com/office/drawing/2014/main" id="{534E6FB2-59F0-E229-13B4-257F88CD70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9929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4">
          <a:extLst>
            <a:ext uri="{FF2B5EF4-FFF2-40B4-BE49-F238E27FC236}">
              <a16:creationId xmlns:a16="http://schemas.microsoft.com/office/drawing/2014/main" id="{A5BBC989-8F02-12D6-3EC3-FAAE937E6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5" name="Google Shape;3325;ged5bff0ab1_0_87:notes">
            <a:extLst>
              <a:ext uri="{FF2B5EF4-FFF2-40B4-BE49-F238E27FC236}">
                <a16:creationId xmlns:a16="http://schemas.microsoft.com/office/drawing/2014/main" id="{58D46AAF-AA21-47E8-A836-36A7AB4A49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6" name="Google Shape;3326;ged5bff0ab1_0_87:notes">
            <a:extLst>
              <a:ext uri="{FF2B5EF4-FFF2-40B4-BE49-F238E27FC236}">
                <a16:creationId xmlns:a16="http://schemas.microsoft.com/office/drawing/2014/main" id="{8128D07B-2632-CC93-4C5F-EA9D727F76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09674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5">
          <a:extLst>
            <a:ext uri="{FF2B5EF4-FFF2-40B4-BE49-F238E27FC236}">
              <a16:creationId xmlns:a16="http://schemas.microsoft.com/office/drawing/2014/main" id="{AAFCAB6B-807A-83D1-EA33-7949FF9E9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6" name="Google Shape;3146;gee2fe8f6bc_0_1377:notes">
            <a:extLst>
              <a:ext uri="{FF2B5EF4-FFF2-40B4-BE49-F238E27FC236}">
                <a16:creationId xmlns:a16="http://schemas.microsoft.com/office/drawing/2014/main" id="{AA10F2BC-7DA7-D42F-4836-8AE2B7CA55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7" name="Google Shape;3147;gee2fe8f6bc_0_1377:notes">
            <a:extLst>
              <a:ext uri="{FF2B5EF4-FFF2-40B4-BE49-F238E27FC236}">
                <a16:creationId xmlns:a16="http://schemas.microsoft.com/office/drawing/2014/main" id="{83EAE668-DFDC-7021-5466-A3B18B288D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33481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7">
          <a:extLst>
            <a:ext uri="{FF2B5EF4-FFF2-40B4-BE49-F238E27FC236}">
              <a16:creationId xmlns:a16="http://schemas.microsoft.com/office/drawing/2014/main" id="{35490FF4-3AD6-6E69-E19F-B1B7DECF4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8" name="Google Shape;3198;gee2fe8f6bc_0_1477:notes">
            <a:extLst>
              <a:ext uri="{FF2B5EF4-FFF2-40B4-BE49-F238E27FC236}">
                <a16:creationId xmlns:a16="http://schemas.microsoft.com/office/drawing/2014/main" id="{4BD0FF96-BA29-EB2B-37BC-D2BB94B543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9" name="Google Shape;3199;gee2fe8f6bc_0_1477:notes">
            <a:extLst>
              <a:ext uri="{FF2B5EF4-FFF2-40B4-BE49-F238E27FC236}">
                <a16:creationId xmlns:a16="http://schemas.microsoft.com/office/drawing/2014/main" id="{6A51FDF4-1E5C-25AB-C72D-9C622B9BEB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70974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5" name="Google Shape;3315;g1464acd96ff_1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6" name="Google Shape;3316;g1464acd96ff_1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4">
          <a:extLst>
            <a:ext uri="{FF2B5EF4-FFF2-40B4-BE49-F238E27FC236}">
              <a16:creationId xmlns:a16="http://schemas.microsoft.com/office/drawing/2014/main" id="{73EFDE1F-40F5-0FDC-E729-9BC940FAC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5" name="Google Shape;3325;ged5bff0ab1_0_87:notes">
            <a:extLst>
              <a:ext uri="{FF2B5EF4-FFF2-40B4-BE49-F238E27FC236}">
                <a16:creationId xmlns:a16="http://schemas.microsoft.com/office/drawing/2014/main" id="{FB4867E1-EC11-3EF3-960D-B288BA241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6" name="Google Shape;3326;ged5bff0ab1_0_87:notes">
            <a:extLst>
              <a:ext uri="{FF2B5EF4-FFF2-40B4-BE49-F238E27FC236}">
                <a16:creationId xmlns:a16="http://schemas.microsoft.com/office/drawing/2014/main" id="{7541205E-F536-5A7C-838E-15329D9A3E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11638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4" name="Google Shape;3004;gee2fe8f6bc_0_10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5" name="Google Shape;3005;gee2fe8f6bc_0_10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6458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470603" y="-202466"/>
            <a:ext cx="4457250" cy="4806025"/>
          </a:xfrm>
          <a:custGeom>
            <a:avLst/>
            <a:gdLst/>
            <a:ahLst/>
            <a:cxnLst/>
            <a:rect l="l" t="t" r="r" b="b"/>
            <a:pathLst>
              <a:path w="178290" h="192241" extrusionOk="0">
                <a:moveTo>
                  <a:pt x="140958" y="7174"/>
                </a:moveTo>
                <a:cubicBezTo>
                  <a:pt x="147893" y="11605"/>
                  <a:pt x="157269" y="23677"/>
                  <a:pt x="158296" y="31832"/>
                </a:cubicBezTo>
                <a:cubicBezTo>
                  <a:pt x="159324" y="39987"/>
                  <a:pt x="145507" y="48840"/>
                  <a:pt x="147123" y="56105"/>
                </a:cubicBezTo>
                <a:cubicBezTo>
                  <a:pt x="148740" y="63370"/>
                  <a:pt x="164244" y="67521"/>
                  <a:pt x="167995" y="75420"/>
                </a:cubicBezTo>
                <a:cubicBezTo>
                  <a:pt x="171746" y="83319"/>
                  <a:pt x="167941" y="94281"/>
                  <a:pt x="169631" y="103501"/>
                </a:cubicBezTo>
                <a:cubicBezTo>
                  <a:pt x="171321" y="112721"/>
                  <a:pt x="179511" y="122618"/>
                  <a:pt x="178135" y="130738"/>
                </a:cubicBezTo>
                <a:cubicBezTo>
                  <a:pt x="176759" y="138858"/>
                  <a:pt x="165516" y="144793"/>
                  <a:pt x="161373" y="152220"/>
                </a:cubicBezTo>
                <a:cubicBezTo>
                  <a:pt x="157230" y="159647"/>
                  <a:pt x="158988" y="171173"/>
                  <a:pt x="153278" y="175302"/>
                </a:cubicBezTo>
                <a:cubicBezTo>
                  <a:pt x="147568" y="179431"/>
                  <a:pt x="137197" y="174174"/>
                  <a:pt x="127112" y="176995"/>
                </a:cubicBezTo>
                <a:cubicBezTo>
                  <a:pt x="117027" y="179817"/>
                  <a:pt x="103604" y="192654"/>
                  <a:pt x="92770" y="192231"/>
                </a:cubicBezTo>
                <a:cubicBezTo>
                  <a:pt x="81936" y="191808"/>
                  <a:pt x="72464" y="178970"/>
                  <a:pt x="62107" y="174456"/>
                </a:cubicBezTo>
                <a:cubicBezTo>
                  <a:pt x="51750" y="169942"/>
                  <a:pt x="40731" y="172477"/>
                  <a:pt x="30627" y="165145"/>
                </a:cubicBezTo>
                <a:cubicBezTo>
                  <a:pt x="20524" y="157813"/>
                  <a:pt x="5829" y="141394"/>
                  <a:pt x="1486" y="130464"/>
                </a:cubicBezTo>
                <a:cubicBezTo>
                  <a:pt x="-2857" y="119534"/>
                  <a:pt x="3606" y="109711"/>
                  <a:pt x="4569" y="99565"/>
                </a:cubicBezTo>
                <a:cubicBezTo>
                  <a:pt x="5532" y="89419"/>
                  <a:pt x="5404" y="85181"/>
                  <a:pt x="7266" y="69590"/>
                </a:cubicBezTo>
                <a:cubicBezTo>
                  <a:pt x="9128" y="53999"/>
                  <a:pt x="3734" y="17191"/>
                  <a:pt x="15742" y="6018"/>
                </a:cubicBezTo>
                <a:cubicBezTo>
                  <a:pt x="27750" y="-5155"/>
                  <a:pt x="62489" y="2679"/>
                  <a:pt x="79313" y="2551"/>
                </a:cubicBezTo>
                <a:cubicBezTo>
                  <a:pt x="96137" y="2423"/>
                  <a:pt x="106411" y="4478"/>
                  <a:pt x="116685" y="5248"/>
                </a:cubicBezTo>
                <a:cubicBezTo>
                  <a:pt x="126959" y="6019"/>
                  <a:pt x="134023" y="2743"/>
                  <a:pt x="140958" y="7174"/>
                </a:cubicBezTo>
                <a:close/>
              </a:path>
            </a:pathLst>
          </a:custGeom>
          <a:solidFill>
            <a:srgbClr val="5D74FF">
              <a:alpha val="25000"/>
            </a:srgbClr>
          </a:solidFill>
          <a:ln>
            <a:noFill/>
          </a:ln>
        </p:spPr>
      </p:sp>
      <p:sp>
        <p:nvSpPr>
          <p:cNvPr id="10" name="Google Shape;10;p2"/>
          <p:cNvSpPr/>
          <p:nvPr/>
        </p:nvSpPr>
        <p:spPr>
          <a:xfrm>
            <a:off x="6549400" y="2903550"/>
            <a:ext cx="3749208" cy="3709307"/>
          </a:xfrm>
          <a:custGeom>
            <a:avLst/>
            <a:gdLst/>
            <a:ahLst/>
            <a:cxnLst/>
            <a:rect l="l" t="t" r="r" b="b"/>
            <a:pathLst>
              <a:path w="155698" h="154025" extrusionOk="0">
                <a:moveTo>
                  <a:pt x="93462" y="8032"/>
                </a:moveTo>
                <a:cubicBezTo>
                  <a:pt x="101617" y="9636"/>
                  <a:pt x="114584" y="5620"/>
                  <a:pt x="120332" y="9636"/>
                </a:cubicBezTo>
                <a:cubicBezTo>
                  <a:pt x="126080" y="13652"/>
                  <a:pt x="123741" y="26515"/>
                  <a:pt x="127952" y="32130"/>
                </a:cubicBezTo>
                <a:cubicBezTo>
                  <a:pt x="132163" y="37745"/>
                  <a:pt x="142390" y="37024"/>
                  <a:pt x="145598" y="43325"/>
                </a:cubicBezTo>
                <a:cubicBezTo>
                  <a:pt x="148807" y="49626"/>
                  <a:pt x="145545" y="61199"/>
                  <a:pt x="147203" y="69935"/>
                </a:cubicBezTo>
                <a:cubicBezTo>
                  <a:pt x="148861" y="78672"/>
                  <a:pt x="156895" y="88050"/>
                  <a:pt x="155545" y="95744"/>
                </a:cubicBezTo>
                <a:cubicBezTo>
                  <a:pt x="154195" y="103438"/>
                  <a:pt x="143166" y="109063"/>
                  <a:pt x="139102" y="116101"/>
                </a:cubicBezTo>
                <a:cubicBezTo>
                  <a:pt x="135038" y="123139"/>
                  <a:pt x="136763" y="134060"/>
                  <a:pt x="131161" y="137973"/>
                </a:cubicBezTo>
                <a:cubicBezTo>
                  <a:pt x="125560" y="141886"/>
                  <a:pt x="115386" y="136903"/>
                  <a:pt x="105493" y="139577"/>
                </a:cubicBezTo>
                <a:cubicBezTo>
                  <a:pt x="95600" y="142251"/>
                  <a:pt x="82433" y="154416"/>
                  <a:pt x="71805" y="154015"/>
                </a:cubicBezTo>
                <a:cubicBezTo>
                  <a:pt x="61177" y="153614"/>
                  <a:pt x="51886" y="141449"/>
                  <a:pt x="41726" y="137171"/>
                </a:cubicBezTo>
                <a:cubicBezTo>
                  <a:pt x="31566" y="132893"/>
                  <a:pt x="15872" y="135980"/>
                  <a:pt x="10845" y="128348"/>
                </a:cubicBezTo>
                <a:cubicBezTo>
                  <a:pt x="5819" y="120717"/>
                  <a:pt x="13372" y="102344"/>
                  <a:pt x="11567" y="91382"/>
                </a:cubicBezTo>
                <a:cubicBezTo>
                  <a:pt x="9762" y="80420"/>
                  <a:pt x="-465" y="70572"/>
                  <a:pt x="16" y="62575"/>
                </a:cubicBezTo>
                <a:cubicBezTo>
                  <a:pt x="497" y="54578"/>
                  <a:pt x="11380" y="51623"/>
                  <a:pt x="14455" y="43398"/>
                </a:cubicBezTo>
                <a:cubicBezTo>
                  <a:pt x="17530" y="35173"/>
                  <a:pt x="12650" y="18801"/>
                  <a:pt x="18465" y="13227"/>
                </a:cubicBezTo>
                <a:cubicBezTo>
                  <a:pt x="24280" y="7653"/>
                  <a:pt x="40523" y="12159"/>
                  <a:pt x="49346" y="9956"/>
                </a:cubicBezTo>
                <a:cubicBezTo>
                  <a:pt x="58169" y="7753"/>
                  <a:pt x="64051" y="332"/>
                  <a:pt x="71404" y="11"/>
                </a:cubicBezTo>
                <a:cubicBezTo>
                  <a:pt x="78757" y="-310"/>
                  <a:pt x="85307" y="6428"/>
                  <a:pt x="93462" y="8032"/>
                </a:cubicBezTo>
                <a:close/>
              </a:path>
            </a:pathLst>
          </a:custGeom>
          <a:solidFill>
            <a:srgbClr val="5D74FF">
              <a:alpha val="25000"/>
            </a:srgbClr>
          </a:solidFill>
          <a:ln>
            <a:noFill/>
          </a:ln>
        </p:spPr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30925" y="3766775"/>
            <a:ext cx="2143799" cy="21469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2;p2"/>
          <p:cNvGrpSpPr/>
          <p:nvPr/>
        </p:nvGrpSpPr>
        <p:grpSpPr>
          <a:xfrm>
            <a:off x="4139075" y="738525"/>
            <a:ext cx="167400" cy="167400"/>
            <a:chOff x="3216925" y="225750"/>
            <a:chExt cx="167400" cy="167400"/>
          </a:xfrm>
        </p:grpSpPr>
        <p:cxnSp>
          <p:nvCxnSpPr>
            <p:cNvPr id="13" name="Google Shape;13;p2"/>
            <p:cNvCxnSpPr/>
            <p:nvPr/>
          </p:nvCxnSpPr>
          <p:spPr>
            <a:xfrm>
              <a:off x="3300613" y="225750"/>
              <a:ext cx="0" cy="1674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3216925" y="309377"/>
              <a:ext cx="1674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3660750" y="4606463"/>
            <a:ext cx="167400" cy="167400"/>
            <a:chOff x="3216925" y="225750"/>
            <a:chExt cx="167400" cy="167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3300613" y="225750"/>
              <a:ext cx="0" cy="1674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17;p2"/>
            <p:cNvCxnSpPr/>
            <p:nvPr/>
          </p:nvCxnSpPr>
          <p:spPr>
            <a:xfrm rot="10800000">
              <a:off x="3216925" y="309377"/>
              <a:ext cx="1674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" name="Google Shape;18;p2"/>
          <p:cNvGrpSpPr/>
          <p:nvPr/>
        </p:nvGrpSpPr>
        <p:grpSpPr>
          <a:xfrm>
            <a:off x="8340300" y="456300"/>
            <a:ext cx="167400" cy="167400"/>
            <a:chOff x="3216925" y="225750"/>
            <a:chExt cx="167400" cy="167400"/>
          </a:xfrm>
        </p:grpSpPr>
        <p:cxnSp>
          <p:nvCxnSpPr>
            <p:cNvPr id="19" name="Google Shape;19;p2"/>
            <p:cNvCxnSpPr/>
            <p:nvPr/>
          </p:nvCxnSpPr>
          <p:spPr>
            <a:xfrm>
              <a:off x="3300613" y="225750"/>
              <a:ext cx="0" cy="1674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20;p2"/>
            <p:cNvCxnSpPr/>
            <p:nvPr/>
          </p:nvCxnSpPr>
          <p:spPr>
            <a:xfrm rot="10800000">
              <a:off x="3216925" y="309377"/>
              <a:ext cx="1674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" name="Google Shape;21;p2"/>
          <p:cNvGrpSpPr/>
          <p:nvPr/>
        </p:nvGrpSpPr>
        <p:grpSpPr>
          <a:xfrm rot="-3599965">
            <a:off x="8376642" y="915879"/>
            <a:ext cx="94724" cy="124296"/>
            <a:chOff x="754200" y="3419250"/>
            <a:chExt cx="59900" cy="78600"/>
          </a:xfrm>
        </p:grpSpPr>
        <p:sp>
          <p:nvSpPr>
            <p:cNvPr id="22" name="Google Shape;22;p2"/>
            <p:cNvSpPr/>
            <p:nvPr/>
          </p:nvSpPr>
          <p:spPr>
            <a:xfrm>
              <a:off x="754200" y="3419250"/>
              <a:ext cx="59900" cy="78600"/>
            </a:xfrm>
            <a:custGeom>
              <a:avLst/>
              <a:gdLst/>
              <a:ahLst/>
              <a:cxnLst/>
              <a:rect l="l" t="t" r="r" b="b"/>
              <a:pathLst>
                <a:path w="2396" h="3144" extrusionOk="0">
                  <a:moveTo>
                    <a:pt x="361" y="1733"/>
                  </a:moveTo>
                  <a:cubicBezTo>
                    <a:pt x="318" y="1807"/>
                    <a:pt x="216" y="1971"/>
                    <a:pt x="164" y="2107"/>
                  </a:cubicBezTo>
                  <a:cubicBezTo>
                    <a:pt x="1" y="2508"/>
                    <a:pt x="10" y="3092"/>
                    <a:pt x="566" y="3130"/>
                  </a:cubicBezTo>
                  <a:cubicBezTo>
                    <a:pt x="766" y="3143"/>
                    <a:pt x="1023" y="3012"/>
                    <a:pt x="1186" y="2859"/>
                  </a:cubicBezTo>
                  <a:cubicBezTo>
                    <a:pt x="1406" y="2643"/>
                    <a:pt x="1691" y="2223"/>
                    <a:pt x="1906" y="1835"/>
                  </a:cubicBezTo>
                  <a:cubicBezTo>
                    <a:pt x="2126" y="1439"/>
                    <a:pt x="2396" y="925"/>
                    <a:pt x="2387" y="631"/>
                  </a:cubicBezTo>
                  <a:cubicBezTo>
                    <a:pt x="2378" y="328"/>
                    <a:pt x="2139" y="1"/>
                    <a:pt x="1733" y="14"/>
                  </a:cubicBezTo>
                  <a:cubicBezTo>
                    <a:pt x="1369" y="29"/>
                    <a:pt x="1141" y="421"/>
                    <a:pt x="878" y="832"/>
                  </a:cubicBezTo>
                  <a:cubicBezTo>
                    <a:pt x="687" y="1130"/>
                    <a:pt x="533" y="1421"/>
                    <a:pt x="361" y="17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54200" y="3450550"/>
              <a:ext cx="45675" cy="46975"/>
            </a:xfrm>
            <a:custGeom>
              <a:avLst/>
              <a:gdLst/>
              <a:ahLst/>
              <a:cxnLst/>
              <a:rect l="l" t="t" r="r" b="b"/>
              <a:pathLst>
                <a:path w="1827" h="1879" extrusionOk="0">
                  <a:moveTo>
                    <a:pt x="626" y="1"/>
                  </a:moveTo>
                  <a:cubicBezTo>
                    <a:pt x="538" y="159"/>
                    <a:pt x="449" y="318"/>
                    <a:pt x="361" y="481"/>
                  </a:cubicBezTo>
                  <a:cubicBezTo>
                    <a:pt x="318" y="555"/>
                    <a:pt x="216" y="719"/>
                    <a:pt x="164" y="855"/>
                  </a:cubicBezTo>
                  <a:cubicBezTo>
                    <a:pt x="1" y="1256"/>
                    <a:pt x="10" y="1840"/>
                    <a:pt x="566" y="1878"/>
                  </a:cubicBezTo>
                  <a:cubicBezTo>
                    <a:pt x="575" y="1878"/>
                    <a:pt x="585" y="1879"/>
                    <a:pt x="595" y="1879"/>
                  </a:cubicBezTo>
                  <a:cubicBezTo>
                    <a:pt x="790" y="1879"/>
                    <a:pt x="1031" y="1753"/>
                    <a:pt x="1186" y="1607"/>
                  </a:cubicBezTo>
                  <a:cubicBezTo>
                    <a:pt x="1383" y="1415"/>
                    <a:pt x="1626" y="1065"/>
                    <a:pt x="1826" y="719"/>
                  </a:cubicBezTo>
                  <a:lnTo>
                    <a:pt x="1826" y="719"/>
                  </a:lnTo>
                  <a:cubicBezTo>
                    <a:pt x="1732" y="740"/>
                    <a:pt x="1645" y="749"/>
                    <a:pt x="1563" y="749"/>
                  </a:cubicBezTo>
                  <a:cubicBezTo>
                    <a:pt x="1038" y="749"/>
                    <a:pt x="764" y="352"/>
                    <a:pt x="6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24;p2"/>
          <p:cNvGrpSpPr/>
          <p:nvPr/>
        </p:nvGrpSpPr>
        <p:grpSpPr>
          <a:xfrm>
            <a:off x="4143554" y="4628015"/>
            <a:ext cx="94726" cy="124298"/>
            <a:chOff x="754200" y="3419250"/>
            <a:chExt cx="59900" cy="78600"/>
          </a:xfrm>
        </p:grpSpPr>
        <p:sp>
          <p:nvSpPr>
            <p:cNvPr id="25" name="Google Shape;25;p2"/>
            <p:cNvSpPr/>
            <p:nvPr/>
          </p:nvSpPr>
          <p:spPr>
            <a:xfrm>
              <a:off x="754200" y="3419250"/>
              <a:ext cx="59900" cy="78600"/>
            </a:xfrm>
            <a:custGeom>
              <a:avLst/>
              <a:gdLst/>
              <a:ahLst/>
              <a:cxnLst/>
              <a:rect l="l" t="t" r="r" b="b"/>
              <a:pathLst>
                <a:path w="2396" h="3144" extrusionOk="0">
                  <a:moveTo>
                    <a:pt x="361" y="1733"/>
                  </a:moveTo>
                  <a:cubicBezTo>
                    <a:pt x="318" y="1807"/>
                    <a:pt x="216" y="1971"/>
                    <a:pt x="164" y="2107"/>
                  </a:cubicBezTo>
                  <a:cubicBezTo>
                    <a:pt x="1" y="2508"/>
                    <a:pt x="10" y="3092"/>
                    <a:pt x="566" y="3130"/>
                  </a:cubicBezTo>
                  <a:cubicBezTo>
                    <a:pt x="766" y="3143"/>
                    <a:pt x="1023" y="3012"/>
                    <a:pt x="1186" y="2859"/>
                  </a:cubicBezTo>
                  <a:cubicBezTo>
                    <a:pt x="1406" y="2643"/>
                    <a:pt x="1691" y="2223"/>
                    <a:pt x="1906" y="1835"/>
                  </a:cubicBezTo>
                  <a:cubicBezTo>
                    <a:pt x="2126" y="1439"/>
                    <a:pt x="2396" y="925"/>
                    <a:pt x="2387" y="631"/>
                  </a:cubicBezTo>
                  <a:cubicBezTo>
                    <a:pt x="2378" y="328"/>
                    <a:pt x="2139" y="1"/>
                    <a:pt x="1733" y="14"/>
                  </a:cubicBezTo>
                  <a:cubicBezTo>
                    <a:pt x="1369" y="29"/>
                    <a:pt x="1141" y="421"/>
                    <a:pt x="878" y="832"/>
                  </a:cubicBezTo>
                  <a:cubicBezTo>
                    <a:pt x="687" y="1130"/>
                    <a:pt x="533" y="1421"/>
                    <a:pt x="361" y="17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754200" y="3450550"/>
              <a:ext cx="45675" cy="46975"/>
            </a:xfrm>
            <a:custGeom>
              <a:avLst/>
              <a:gdLst/>
              <a:ahLst/>
              <a:cxnLst/>
              <a:rect l="l" t="t" r="r" b="b"/>
              <a:pathLst>
                <a:path w="1827" h="1879" extrusionOk="0">
                  <a:moveTo>
                    <a:pt x="626" y="1"/>
                  </a:moveTo>
                  <a:cubicBezTo>
                    <a:pt x="538" y="159"/>
                    <a:pt x="449" y="318"/>
                    <a:pt x="361" y="481"/>
                  </a:cubicBezTo>
                  <a:cubicBezTo>
                    <a:pt x="318" y="555"/>
                    <a:pt x="216" y="719"/>
                    <a:pt x="164" y="855"/>
                  </a:cubicBezTo>
                  <a:cubicBezTo>
                    <a:pt x="1" y="1256"/>
                    <a:pt x="10" y="1840"/>
                    <a:pt x="566" y="1878"/>
                  </a:cubicBezTo>
                  <a:cubicBezTo>
                    <a:pt x="575" y="1878"/>
                    <a:pt x="585" y="1879"/>
                    <a:pt x="595" y="1879"/>
                  </a:cubicBezTo>
                  <a:cubicBezTo>
                    <a:pt x="790" y="1879"/>
                    <a:pt x="1031" y="1753"/>
                    <a:pt x="1186" y="1607"/>
                  </a:cubicBezTo>
                  <a:cubicBezTo>
                    <a:pt x="1383" y="1415"/>
                    <a:pt x="1626" y="1065"/>
                    <a:pt x="1826" y="719"/>
                  </a:cubicBezTo>
                  <a:lnTo>
                    <a:pt x="1826" y="719"/>
                  </a:lnTo>
                  <a:cubicBezTo>
                    <a:pt x="1732" y="740"/>
                    <a:pt x="1645" y="749"/>
                    <a:pt x="1563" y="749"/>
                  </a:cubicBezTo>
                  <a:cubicBezTo>
                    <a:pt x="1038" y="749"/>
                    <a:pt x="764" y="352"/>
                    <a:pt x="6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" name="Google Shape;27;p2"/>
          <p:cNvGrpSpPr/>
          <p:nvPr/>
        </p:nvGrpSpPr>
        <p:grpSpPr>
          <a:xfrm rot="6300016">
            <a:off x="7930979" y="477854"/>
            <a:ext cx="94725" cy="124297"/>
            <a:chOff x="754200" y="3419250"/>
            <a:chExt cx="59900" cy="78600"/>
          </a:xfrm>
        </p:grpSpPr>
        <p:sp>
          <p:nvSpPr>
            <p:cNvPr id="28" name="Google Shape;28;p2"/>
            <p:cNvSpPr/>
            <p:nvPr/>
          </p:nvSpPr>
          <p:spPr>
            <a:xfrm>
              <a:off x="754200" y="3419250"/>
              <a:ext cx="59900" cy="78600"/>
            </a:xfrm>
            <a:custGeom>
              <a:avLst/>
              <a:gdLst/>
              <a:ahLst/>
              <a:cxnLst/>
              <a:rect l="l" t="t" r="r" b="b"/>
              <a:pathLst>
                <a:path w="2396" h="3144" extrusionOk="0">
                  <a:moveTo>
                    <a:pt x="361" y="1733"/>
                  </a:moveTo>
                  <a:cubicBezTo>
                    <a:pt x="318" y="1807"/>
                    <a:pt x="216" y="1971"/>
                    <a:pt x="164" y="2107"/>
                  </a:cubicBezTo>
                  <a:cubicBezTo>
                    <a:pt x="1" y="2508"/>
                    <a:pt x="10" y="3092"/>
                    <a:pt x="566" y="3130"/>
                  </a:cubicBezTo>
                  <a:cubicBezTo>
                    <a:pt x="766" y="3143"/>
                    <a:pt x="1023" y="3012"/>
                    <a:pt x="1186" y="2859"/>
                  </a:cubicBezTo>
                  <a:cubicBezTo>
                    <a:pt x="1406" y="2643"/>
                    <a:pt x="1691" y="2223"/>
                    <a:pt x="1906" y="1835"/>
                  </a:cubicBezTo>
                  <a:cubicBezTo>
                    <a:pt x="2126" y="1439"/>
                    <a:pt x="2396" y="925"/>
                    <a:pt x="2387" y="631"/>
                  </a:cubicBezTo>
                  <a:cubicBezTo>
                    <a:pt x="2378" y="328"/>
                    <a:pt x="2139" y="1"/>
                    <a:pt x="1733" y="14"/>
                  </a:cubicBezTo>
                  <a:cubicBezTo>
                    <a:pt x="1369" y="29"/>
                    <a:pt x="1141" y="421"/>
                    <a:pt x="878" y="832"/>
                  </a:cubicBezTo>
                  <a:cubicBezTo>
                    <a:pt x="687" y="1130"/>
                    <a:pt x="533" y="1421"/>
                    <a:pt x="361" y="17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54200" y="3450550"/>
              <a:ext cx="45675" cy="46975"/>
            </a:xfrm>
            <a:custGeom>
              <a:avLst/>
              <a:gdLst/>
              <a:ahLst/>
              <a:cxnLst/>
              <a:rect l="l" t="t" r="r" b="b"/>
              <a:pathLst>
                <a:path w="1827" h="1879" extrusionOk="0">
                  <a:moveTo>
                    <a:pt x="626" y="1"/>
                  </a:moveTo>
                  <a:cubicBezTo>
                    <a:pt x="538" y="159"/>
                    <a:pt x="449" y="318"/>
                    <a:pt x="361" y="481"/>
                  </a:cubicBezTo>
                  <a:cubicBezTo>
                    <a:pt x="318" y="555"/>
                    <a:pt x="216" y="719"/>
                    <a:pt x="164" y="855"/>
                  </a:cubicBezTo>
                  <a:cubicBezTo>
                    <a:pt x="1" y="1256"/>
                    <a:pt x="10" y="1840"/>
                    <a:pt x="566" y="1878"/>
                  </a:cubicBezTo>
                  <a:cubicBezTo>
                    <a:pt x="575" y="1878"/>
                    <a:pt x="585" y="1879"/>
                    <a:pt x="595" y="1879"/>
                  </a:cubicBezTo>
                  <a:cubicBezTo>
                    <a:pt x="790" y="1879"/>
                    <a:pt x="1031" y="1753"/>
                    <a:pt x="1186" y="1607"/>
                  </a:cubicBezTo>
                  <a:cubicBezTo>
                    <a:pt x="1383" y="1415"/>
                    <a:pt x="1626" y="1065"/>
                    <a:pt x="1826" y="719"/>
                  </a:cubicBezTo>
                  <a:lnTo>
                    <a:pt x="1826" y="719"/>
                  </a:lnTo>
                  <a:cubicBezTo>
                    <a:pt x="1732" y="740"/>
                    <a:pt x="1645" y="749"/>
                    <a:pt x="1563" y="749"/>
                  </a:cubicBezTo>
                  <a:cubicBezTo>
                    <a:pt x="1038" y="749"/>
                    <a:pt x="764" y="352"/>
                    <a:pt x="62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" name="Google Shape;30;p2"/>
          <p:cNvSpPr/>
          <p:nvPr/>
        </p:nvSpPr>
        <p:spPr>
          <a:xfrm>
            <a:off x="4462350" y="592418"/>
            <a:ext cx="21600" cy="216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7967550" y="897218"/>
            <a:ext cx="21600" cy="216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3852750" y="821018"/>
            <a:ext cx="21600" cy="216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3753000" y="4336693"/>
            <a:ext cx="21600" cy="216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4064975" y="1354500"/>
            <a:ext cx="4359000" cy="20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4064975" y="3379500"/>
            <a:ext cx="43590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36" name="Google Shape;36;p2"/>
          <p:cNvGrpSpPr/>
          <p:nvPr/>
        </p:nvGrpSpPr>
        <p:grpSpPr>
          <a:xfrm>
            <a:off x="519000" y="437988"/>
            <a:ext cx="167400" cy="167400"/>
            <a:chOff x="3216925" y="225750"/>
            <a:chExt cx="167400" cy="167400"/>
          </a:xfrm>
        </p:grpSpPr>
        <p:cxnSp>
          <p:nvCxnSpPr>
            <p:cNvPr id="37" name="Google Shape;37;p2"/>
            <p:cNvCxnSpPr/>
            <p:nvPr/>
          </p:nvCxnSpPr>
          <p:spPr>
            <a:xfrm>
              <a:off x="3300613" y="225750"/>
              <a:ext cx="0" cy="1674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Google Shape;38;p2"/>
            <p:cNvCxnSpPr/>
            <p:nvPr/>
          </p:nvCxnSpPr>
          <p:spPr>
            <a:xfrm rot="10800000">
              <a:off x="3216925" y="309377"/>
              <a:ext cx="1674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9" name="Google Shape;39;p2"/>
          <p:cNvSpPr/>
          <p:nvPr/>
        </p:nvSpPr>
        <p:spPr>
          <a:xfrm>
            <a:off x="1081500" y="510893"/>
            <a:ext cx="21600" cy="216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" name="Google Shape;40;p2"/>
          <p:cNvGrpSpPr/>
          <p:nvPr/>
        </p:nvGrpSpPr>
        <p:grpSpPr>
          <a:xfrm rot="-3599965">
            <a:off x="613142" y="922079"/>
            <a:ext cx="94724" cy="124296"/>
            <a:chOff x="754200" y="3419250"/>
            <a:chExt cx="59900" cy="78600"/>
          </a:xfrm>
        </p:grpSpPr>
        <p:sp>
          <p:nvSpPr>
            <p:cNvPr id="41" name="Google Shape;41;p2"/>
            <p:cNvSpPr/>
            <p:nvPr/>
          </p:nvSpPr>
          <p:spPr>
            <a:xfrm>
              <a:off x="754200" y="3419250"/>
              <a:ext cx="59900" cy="78600"/>
            </a:xfrm>
            <a:custGeom>
              <a:avLst/>
              <a:gdLst/>
              <a:ahLst/>
              <a:cxnLst/>
              <a:rect l="l" t="t" r="r" b="b"/>
              <a:pathLst>
                <a:path w="2396" h="3144" extrusionOk="0">
                  <a:moveTo>
                    <a:pt x="361" y="1733"/>
                  </a:moveTo>
                  <a:cubicBezTo>
                    <a:pt x="318" y="1807"/>
                    <a:pt x="216" y="1971"/>
                    <a:pt x="164" y="2107"/>
                  </a:cubicBezTo>
                  <a:cubicBezTo>
                    <a:pt x="1" y="2508"/>
                    <a:pt x="10" y="3092"/>
                    <a:pt x="566" y="3130"/>
                  </a:cubicBezTo>
                  <a:cubicBezTo>
                    <a:pt x="766" y="3143"/>
                    <a:pt x="1023" y="3012"/>
                    <a:pt x="1186" y="2859"/>
                  </a:cubicBezTo>
                  <a:cubicBezTo>
                    <a:pt x="1406" y="2643"/>
                    <a:pt x="1691" y="2223"/>
                    <a:pt x="1906" y="1835"/>
                  </a:cubicBezTo>
                  <a:cubicBezTo>
                    <a:pt x="2126" y="1439"/>
                    <a:pt x="2396" y="925"/>
                    <a:pt x="2387" y="631"/>
                  </a:cubicBezTo>
                  <a:cubicBezTo>
                    <a:pt x="2378" y="328"/>
                    <a:pt x="2139" y="1"/>
                    <a:pt x="1733" y="14"/>
                  </a:cubicBezTo>
                  <a:cubicBezTo>
                    <a:pt x="1369" y="29"/>
                    <a:pt x="1141" y="421"/>
                    <a:pt x="878" y="832"/>
                  </a:cubicBezTo>
                  <a:cubicBezTo>
                    <a:pt x="687" y="1130"/>
                    <a:pt x="533" y="1421"/>
                    <a:pt x="361" y="17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754200" y="3450550"/>
              <a:ext cx="45675" cy="46975"/>
            </a:xfrm>
            <a:custGeom>
              <a:avLst/>
              <a:gdLst/>
              <a:ahLst/>
              <a:cxnLst/>
              <a:rect l="l" t="t" r="r" b="b"/>
              <a:pathLst>
                <a:path w="1827" h="1879" extrusionOk="0">
                  <a:moveTo>
                    <a:pt x="626" y="1"/>
                  </a:moveTo>
                  <a:cubicBezTo>
                    <a:pt x="538" y="159"/>
                    <a:pt x="449" y="318"/>
                    <a:pt x="361" y="481"/>
                  </a:cubicBezTo>
                  <a:cubicBezTo>
                    <a:pt x="318" y="555"/>
                    <a:pt x="216" y="719"/>
                    <a:pt x="164" y="855"/>
                  </a:cubicBezTo>
                  <a:cubicBezTo>
                    <a:pt x="1" y="1256"/>
                    <a:pt x="10" y="1840"/>
                    <a:pt x="566" y="1878"/>
                  </a:cubicBezTo>
                  <a:cubicBezTo>
                    <a:pt x="575" y="1878"/>
                    <a:pt x="585" y="1879"/>
                    <a:pt x="595" y="1879"/>
                  </a:cubicBezTo>
                  <a:cubicBezTo>
                    <a:pt x="790" y="1879"/>
                    <a:pt x="1031" y="1753"/>
                    <a:pt x="1186" y="1607"/>
                  </a:cubicBezTo>
                  <a:cubicBezTo>
                    <a:pt x="1383" y="1415"/>
                    <a:pt x="1626" y="1065"/>
                    <a:pt x="1826" y="719"/>
                  </a:cubicBezTo>
                  <a:lnTo>
                    <a:pt x="1826" y="719"/>
                  </a:lnTo>
                  <a:cubicBezTo>
                    <a:pt x="1732" y="740"/>
                    <a:pt x="1645" y="749"/>
                    <a:pt x="1563" y="749"/>
                  </a:cubicBezTo>
                  <a:cubicBezTo>
                    <a:pt x="1038" y="749"/>
                    <a:pt x="764" y="352"/>
                    <a:pt x="6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/>
          <p:nvPr/>
        </p:nvSpPr>
        <p:spPr>
          <a:xfrm>
            <a:off x="6549400" y="-2103850"/>
            <a:ext cx="3749208" cy="3709307"/>
          </a:xfrm>
          <a:custGeom>
            <a:avLst/>
            <a:gdLst/>
            <a:ahLst/>
            <a:cxnLst/>
            <a:rect l="l" t="t" r="r" b="b"/>
            <a:pathLst>
              <a:path w="155698" h="154025" extrusionOk="0">
                <a:moveTo>
                  <a:pt x="93462" y="8032"/>
                </a:moveTo>
                <a:cubicBezTo>
                  <a:pt x="101617" y="9636"/>
                  <a:pt x="114584" y="5620"/>
                  <a:pt x="120332" y="9636"/>
                </a:cubicBezTo>
                <a:cubicBezTo>
                  <a:pt x="126080" y="13652"/>
                  <a:pt x="123741" y="26515"/>
                  <a:pt x="127952" y="32130"/>
                </a:cubicBezTo>
                <a:cubicBezTo>
                  <a:pt x="132163" y="37745"/>
                  <a:pt x="142390" y="37024"/>
                  <a:pt x="145598" y="43325"/>
                </a:cubicBezTo>
                <a:cubicBezTo>
                  <a:pt x="148807" y="49626"/>
                  <a:pt x="145545" y="61199"/>
                  <a:pt x="147203" y="69935"/>
                </a:cubicBezTo>
                <a:cubicBezTo>
                  <a:pt x="148861" y="78672"/>
                  <a:pt x="156895" y="88050"/>
                  <a:pt x="155545" y="95744"/>
                </a:cubicBezTo>
                <a:cubicBezTo>
                  <a:pt x="154195" y="103438"/>
                  <a:pt x="143166" y="109063"/>
                  <a:pt x="139102" y="116101"/>
                </a:cubicBezTo>
                <a:cubicBezTo>
                  <a:pt x="135038" y="123139"/>
                  <a:pt x="136763" y="134060"/>
                  <a:pt x="131161" y="137973"/>
                </a:cubicBezTo>
                <a:cubicBezTo>
                  <a:pt x="125560" y="141886"/>
                  <a:pt x="115386" y="136903"/>
                  <a:pt x="105493" y="139577"/>
                </a:cubicBezTo>
                <a:cubicBezTo>
                  <a:pt x="95600" y="142251"/>
                  <a:pt x="82433" y="154416"/>
                  <a:pt x="71805" y="154015"/>
                </a:cubicBezTo>
                <a:cubicBezTo>
                  <a:pt x="61177" y="153614"/>
                  <a:pt x="51886" y="141449"/>
                  <a:pt x="41726" y="137171"/>
                </a:cubicBezTo>
                <a:cubicBezTo>
                  <a:pt x="31566" y="132893"/>
                  <a:pt x="15872" y="135980"/>
                  <a:pt x="10845" y="128348"/>
                </a:cubicBezTo>
                <a:cubicBezTo>
                  <a:pt x="5819" y="120717"/>
                  <a:pt x="13372" y="102344"/>
                  <a:pt x="11567" y="91382"/>
                </a:cubicBezTo>
                <a:cubicBezTo>
                  <a:pt x="9762" y="80420"/>
                  <a:pt x="-465" y="70572"/>
                  <a:pt x="16" y="62575"/>
                </a:cubicBezTo>
                <a:cubicBezTo>
                  <a:pt x="497" y="54578"/>
                  <a:pt x="11380" y="51623"/>
                  <a:pt x="14455" y="43398"/>
                </a:cubicBezTo>
                <a:cubicBezTo>
                  <a:pt x="17530" y="35173"/>
                  <a:pt x="12650" y="18801"/>
                  <a:pt x="18465" y="13227"/>
                </a:cubicBezTo>
                <a:cubicBezTo>
                  <a:pt x="24280" y="7653"/>
                  <a:pt x="40523" y="12159"/>
                  <a:pt x="49346" y="9956"/>
                </a:cubicBezTo>
                <a:cubicBezTo>
                  <a:pt x="58169" y="7753"/>
                  <a:pt x="64051" y="332"/>
                  <a:pt x="71404" y="11"/>
                </a:cubicBezTo>
                <a:cubicBezTo>
                  <a:pt x="78757" y="-310"/>
                  <a:pt x="85307" y="6428"/>
                  <a:pt x="93462" y="8032"/>
                </a:cubicBezTo>
                <a:close/>
              </a:path>
            </a:pathLst>
          </a:custGeom>
          <a:solidFill>
            <a:srgbClr val="5D74FF">
              <a:alpha val="25000"/>
            </a:srgbClr>
          </a:solidFill>
          <a:ln>
            <a:noFill/>
          </a:ln>
        </p:spPr>
      </p:sp>
      <p:sp>
        <p:nvSpPr>
          <p:cNvPr id="45" name="Google Shape;45;p3"/>
          <p:cNvSpPr/>
          <p:nvPr/>
        </p:nvSpPr>
        <p:spPr>
          <a:xfrm>
            <a:off x="-519175" y="2402200"/>
            <a:ext cx="3749208" cy="3709307"/>
          </a:xfrm>
          <a:custGeom>
            <a:avLst/>
            <a:gdLst/>
            <a:ahLst/>
            <a:cxnLst/>
            <a:rect l="l" t="t" r="r" b="b"/>
            <a:pathLst>
              <a:path w="155698" h="154025" extrusionOk="0">
                <a:moveTo>
                  <a:pt x="93462" y="8032"/>
                </a:moveTo>
                <a:cubicBezTo>
                  <a:pt x="101617" y="9636"/>
                  <a:pt x="114584" y="5620"/>
                  <a:pt x="120332" y="9636"/>
                </a:cubicBezTo>
                <a:cubicBezTo>
                  <a:pt x="126080" y="13652"/>
                  <a:pt x="123741" y="26515"/>
                  <a:pt x="127952" y="32130"/>
                </a:cubicBezTo>
                <a:cubicBezTo>
                  <a:pt x="132163" y="37745"/>
                  <a:pt x="142390" y="37024"/>
                  <a:pt x="145598" y="43325"/>
                </a:cubicBezTo>
                <a:cubicBezTo>
                  <a:pt x="148807" y="49626"/>
                  <a:pt x="145545" y="61199"/>
                  <a:pt x="147203" y="69935"/>
                </a:cubicBezTo>
                <a:cubicBezTo>
                  <a:pt x="148861" y="78672"/>
                  <a:pt x="156895" y="88050"/>
                  <a:pt x="155545" y="95744"/>
                </a:cubicBezTo>
                <a:cubicBezTo>
                  <a:pt x="154195" y="103438"/>
                  <a:pt x="143166" y="109063"/>
                  <a:pt x="139102" y="116101"/>
                </a:cubicBezTo>
                <a:cubicBezTo>
                  <a:pt x="135038" y="123139"/>
                  <a:pt x="136763" y="134060"/>
                  <a:pt x="131161" y="137973"/>
                </a:cubicBezTo>
                <a:cubicBezTo>
                  <a:pt x="125560" y="141886"/>
                  <a:pt x="115386" y="136903"/>
                  <a:pt x="105493" y="139577"/>
                </a:cubicBezTo>
                <a:cubicBezTo>
                  <a:pt x="95600" y="142251"/>
                  <a:pt x="82433" y="154416"/>
                  <a:pt x="71805" y="154015"/>
                </a:cubicBezTo>
                <a:cubicBezTo>
                  <a:pt x="61177" y="153614"/>
                  <a:pt x="51886" y="141449"/>
                  <a:pt x="41726" y="137171"/>
                </a:cubicBezTo>
                <a:cubicBezTo>
                  <a:pt x="31566" y="132893"/>
                  <a:pt x="15872" y="135980"/>
                  <a:pt x="10845" y="128348"/>
                </a:cubicBezTo>
                <a:cubicBezTo>
                  <a:pt x="5819" y="120717"/>
                  <a:pt x="13372" y="102344"/>
                  <a:pt x="11567" y="91382"/>
                </a:cubicBezTo>
                <a:cubicBezTo>
                  <a:pt x="9762" y="80420"/>
                  <a:pt x="-465" y="70572"/>
                  <a:pt x="16" y="62575"/>
                </a:cubicBezTo>
                <a:cubicBezTo>
                  <a:pt x="497" y="54578"/>
                  <a:pt x="11380" y="51623"/>
                  <a:pt x="14455" y="43398"/>
                </a:cubicBezTo>
                <a:cubicBezTo>
                  <a:pt x="17530" y="35173"/>
                  <a:pt x="12650" y="18801"/>
                  <a:pt x="18465" y="13227"/>
                </a:cubicBezTo>
                <a:cubicBezTo>
                  <a:pt x="24280" y="7653"/>
                  <a:pt x="40523" y="12159"/>
                  <a:pt x="49346" y="9956"/>
                </a:cubicBezTo>
                <a:cubicBezTo>
                  <a:pt x="58169" y="7753"/>
                  <a:pt x="64051" y="332"/>
                  <a:pt x="71404" y="11"/>
                </a:cubicBezTo>
                <a:cubicBezTo>
                  <a:pt x="78757" y="-310"/>
                  <a:pt x="85307" y="6428"/>
                  <a:pt x="93462" y="8032"/>
                </a:cubicBezTo>
                <a:close/>
              </a:path>
            </a:pathLst>
          </a:custGeom>
          <a:solidFill>
            <a:srgbClr val="5D74FF">
              <a:alpha val="25000"/>
            </a:srgbClr>
          </a:solidFill>
          <a:ln>
            <a:noFill/>
          </a:ln>
        </p:spPr>
      </p:sp>
      <p:pic>
        <p:nvPicPr>
          <p:cNvPr id="46" name="Google Shape;4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9350" y="3470262"/>
            <a:ext cx="2143799" cy="21469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" name="Google Shape;47;p3"/>
          <p:cNvGrpSpPr/>
          <p:nvPr/>
        </p:nvGrpSpPr>
        <p:grpSpPr>
          <a:xfrm>
            <a:off x="353575" y="250368"/>
            <a:ext cx="8154125" cy="4436832"/>
            <a:chOff x="353575" y="250368"/>
            <a:chExt cx="8154125" cy="4436832"/>
          </a:xfrm>
        </p:grpSpPr>
        <p:grpSp>
          <p:nvGrpSpPr>
            <p:cNvPr id="48" name="Google Shape;48;p3"/>
            <p:cNvGrpSpPr/>
            <p:nvPr/>
          </p:nvGrpSpPr>
          <p:grpSpPr>
            <a:xfrm>
              <a:off x="8340300" y="456300"/>
              <a:ext cx="167400" cy="167400"/>
              <a:chOff x="3216925" y="225750"/>
              <a:chExt cx="167400" cy="167400"/>
            </a:xfrm>
          </p:grpSpPr>
          <p:cxnSp>
            <p:nvCxnSpPr>
              <p:cNvPr id="49" name="Google Shape;49;p3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" name="Google Shape;50;p3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1" name="Google Shape;51;p3"/>
            <p:cNvGrpSpPr/>
            <p:nvPr/>
          </p:nvGrpSpPr>
          <p:grpSpPr>
            <a:xfrm rot="-3599965">
              <a:off x="8376642" y="915879"/>
              <a:ext cx="94724" cy="124296"/>
              <a:chOff x="754200" y="3419250"/>
              <a:chExt cx="59900" cy="78600"/>
            </a:xfrm>
          </p:grpSpPr>
          <p:sp>
            <p:nvSpPr>
              <p:cNvPr id="52" name="Google Shape;52;p3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 rot="6300016">
              <a:off x="7930979" y="477854"/>
              <a:ext cx="94725" cy="124297"/>
              <a:chOff x="754200" y="3419250"/>
              <a:chExt cx="59900" cy="78600"/>
            </a:xfrm>
          </p:grpSpPr>
          <p:sp>
            <p:nvSpPr>
              <p:cNvPr id="55" name="Google Shape;55;p3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7" name="Google Shape;57;p3"/>
            <p:cNvSpPr/>
            <p:nvPr/>
          </p:nvSpPr>
          <p:spPr>
            <a:xfrm>
              <a:off x="7967550" y="8972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" name="Google Shape;58;p3"/>
            <p:cNvGrpSpPr/>
            <p:nvPr/>
          </p:nvGrpSpPr>
          <p:grpSpPr>
            <a:xfrm>
              <a:off x="2174125" y="1257250"/>
              <a:ext cx="167400" cy="167400"/>
              <a:chOff x="3216925" y="225750"/>
              <a:chExt cx="167400" cy="167400"/>
            </a:xfrm>
          </p:grpSpPr>
          <p:cxnSp>
            <p:nvCxnSpPr>
              <p:cNvPr id="59" name="Google Shape;59;p3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3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1" name="Google Shape;61;p3"/>
            <p:cNvGrpSpPr/>
            <p:nvPr/>
          </p:nvGrpSpPr>
          <p:grpSpPr>
            <a:xfrm rot="-3599965">
              <a:off x="892867" y="2804104"/>
              <a:ext cx="94724" cy="124296"/>
              <a:chOff x="754200" y="3419250"/>
              <a:chExt cx="59900" cy="78600"/>
            </a:xfrm>
          </p:grpSpPr>
          <p:sp>
            <p:nvSpPr>
              <p:cNvPr id="62" name="Google Shape;62;p3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 rot="6300016">
              <a:off x="447204" y="2289879"/>
              <a:ext cx="94725" cy="124297"/>
              <a:chOff x="754200" y="3419250"/>
              <a:chExt cx="59900" cy="786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7" name="Google Shape;67;p3"/>
            <p:cNvSpPr/>
            <p:nvPr/>
          </p:nvSpPr>
          <p:spPr>
            <a:xfrm>
              <a:off x="1877575" y="200296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8" name="Google Shape;68;p3"/>
            <p:cNvGrpSpPr/>
            <p:nvPr/>
          </p:nvGrpSpPr>
          <p:grpSpPr>
            <a:xfrm rot="1800035">
              <a:off x="7942533" y="4481570"/>
              <a:ext cx="94724" cy="124296"/>
              <a:chOff x="754200" y="3419250"/>
              <a:chExt cx="59900" cy="78600"/>
            </a:xfrm>
          </p:grpSpPr>
          <p:sp>
            <p:nvSpPr>
              <p:cNvPr id="69" name="Google Shape;69;p3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 rot="-9899984">
              <a:off x="8380558" y="4035906"/>
              <a:ext cx="94725" cy="124297"/>
              <a:chOff x="754200" y="3419250"/>
              <a:chExt cx="59900" cy="786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4" name="Google Shape;74;p3"/>
            <p:cNvSpPr/>
            <p:nvPr/>
          </p:nvSpPr>
          <p:spPr>
            <a:xfrm rot="5400000">
              <a:off x="8049105" y="4087263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1496575" y="124096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6" name="Google Shape;76;p3"/>
            <p:cNvGrpSpPr/>
            <p:nvPr/>
          </p:nvGrpSpPr>
          <p:grpSpPr>
            <a:xfrm>
              <a:off x="2174125" y="4519800"/>
              <a:ext cx="167400" cy="167400"/>
              <a:chOff x="3216925" y="225750"/>
              <a:chExt cx="167400" cy="167400"/>
            </a:xfrm>
          </p:grpSpPr>
          <p:cxnSp>
            <p:nvCxnSpPr>
              <p:cNvPr id="77" name="Google Shape;77;p3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8" name="Google Shape;78;p3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79" name="Google Shape;79;p3"/>
            <p:cNvGrpSpPr/>
            <p:nvPr/>
          </p:nvGrpSpPr>
          <p:grpSpPr>
            <a:xfrm rot="3599965">
              <a:off x="1056881" y="2213687"/>
              <a:ext cx="94724" cy="124296"/>
              <a:chOff x="754200" y="3419250"/>
              <a:chExt cx="59900" cy="78600"/>
            </a:xfrm>
          </p:grpSpPr>
          <p:sp>
            <p:nvSpPr>
              <p:cNvPr id="80" name="Google Shape;80;p3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2" name="Google Shape;82;p3"/>
            <p:cNvSpPr/>
            <p:nvPr/>
          </p:nvSpPr>
          <p:spPr>
            <a:xfrm>
              <a:off x="1725175" y="55516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353575" y="25036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3"/>
          <p:cNvSpPr txBox="1">
            <a:spLocks noGrp="1"/>
          </p:cNvSpPr>
          <p:nvPr>
            <p:ph type="title"/>
          </p:nvPr>
        </p:nvSpPr>
        <p:spPr>
          <a:xfrm>
            <a:off x="4572000" y="1439700"/>
            <a:ext cx="3810000" cy="16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5" name="Google Shape;85;p3"/>
          <p:cNvSpPr txBox="1">
            <a:spLocks noGrp="1"/>
          </p:cNvSpPr>
          <p:nvPr>
            <p:ph type="title" idx="2" hasCustomPrompt="1"/>
          </p:nvPr>
        </p:nvSpPr>
        <p:spPr>
          <a:xfrm>
            <a:off x="2867525" y="1851000"/>
            <a:ext cx="1464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6" name="Google Shape;86;p3"/>
          <p:cNvSpPr txBox="1">
            <a:spLocks noGrp="1"/>
          </p:cNvSpPr>
          <p:nvPr>
            <p:ph type="subTitle" idx="1"/>
          </p:nvPr>
        </p:nvSpPr>
        <p:spPr>
          <a:xfrm>
            <a:off x="4577650" y="3104100"/>
            <a:ext cx="2741700" cy="5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/>
          <p:nvPr/>
        </p:nvSpPr>
        <p:spPr>
          <a:xfrm>
            <a:off x="439325" y="355925"/>
            <a:ext cx="8289300" cy="4403100"/>
          </a:xfrm>
          <a:prstGeom prst="roundRect">
            <a:avLst>
              <a:gd name="adj" fmla="val 66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body" idx="1"/>
          </p:nvPr>
        </p:nvSpPr>
        <p:spPr>
          <a:xfrm>
            <a:off x="720000" y="1017600"/>
            <a:ext cx="7704000" cy="358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0102"/>
              </a:buClr>
              <a:buSzPts val="1400"/>
              <a:buFont typeface="Asap"/>
              <a:buChar char="●"/>
              <a:defRPr sz="120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91" name="Google Shape;91;p4"/>
          <p:cNvGrpSpPr/>
          <p:nvPr/>
        </p:nvGrpSpPr>
        <p:grpSpPr>
          <a:xfrm>
            <a:off x="165368" y="106398"/>
            <a:ext cx="8837213" cy="4930707"/>
            <a:chOff x="166131" y="110373"/>
            <a:chExt cx="8837213" cy="4930707"/>
          </a:xfrm>
        </p:grpSpPr>
        <p:grpSp>
          <p:nvGrpSpPr>
            <p:cNvPr id="92" name="Google Shape;92;p4"/>
            <p:cNvGrpSpPr/>
            <p:nvPr/>
          </p:nvGrpSpPr>
          <p:grpSpPr>
            <a:xfrm rot="10800000">
              <a:off x="4484643" y="4872835"/>
              <a:ext cx="167400" cy="167400"/>
              <a:chOff x="3216925" y="225750"/>
              <a:chExt cx="167400" cy="167400"/>
            </a:xfrm>
          </p:grpSpPr>
          <p:cxnSp>
            <p:nvCxnSpPr>
              <p:cNvPr id="93" name="Google Shape;93;p4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" name="Google Shape;94;p4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95" name="Google Shape;95;p4"/>
            <p:cNvGrpSpPr/>
            <p:nvPr/>
          </p:nvGrpSpPr>
          <p:grpSpPr>
            <a:xfrm rot="10800000">
              <a:off x="8833968" y="2496885"/>
              <a:ext cx="167400" cy="167400"/>
              <a:chOff x="3216925" y="225750"/>
              <a:chExt cx="167400" cy="167400"/>
            </a:xfrm>
          </p:grpSpPr>
          <p:cxnSp>
            <p:nvCxnSpPr>
              <p:cNvPr id="96" name="Google Shape;96;p4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" name="Google Shape;97;p4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98" name="Google Shape;98;p4"/>
            <p:cNvSpPr/>
            <p:nvPr/>
          </p:nvSpPr>
          <p:spPr>
            <a:xfrm rot="10800000">
              <a:off x="8829343" y="28858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4"/>
            <p:cNvSpPr/>
            <p:nvPr/>
          </p:nvSpPr>
          <p:spPr>
            <a:xfrm rot="10800000">
              <a:off x="8981743" y="18190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4"/>
            <p:cNvSpPr/>
            <p:nvPr/>
          </p:nvSpPr>
          <p:spPr>
            <a:xfrm rot="10800000">
              <a:off x="8829343" y="6760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4"/>
            <p:cNvSpPr/>
            <p:nvPr/>
          </p:nvSpPr>
          <p:spPr>
            <a:xfrm rot="10800000">
              <a:off x="5552743" y="49432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4"/>
            <p:cNvSpPr/>
            <p:nvPr/>
          </p:nvSpPr>
          <p:spPr>
            <a:xfrm rot="10800000">
              <a:off x="5019343" y="50194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4"/>
            <p:cNvSpPr/>
            <p:nvPr/>
          </p:nvSpPr>
          <p:spPr>
            <a:xfrm rot="10800000">
              <a:off x="3876343" y="48670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4"/>
            <p:cNvSpPr/>
            <p:nvPr/>
          </p:nvSpPr>
          <p:spPr>
            <a:xfrm rot="10800000">
              <a:off x="3114343" y="49432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5" name="Google Shape;105;p4"/>
            <p:cNvGrpSpPr/>
            <p:nvPr/>
          </p:nvGrpSpPr>
          <p:grpSpPr>
            <a:xfrm rot="10800000">
              <a:off x="166131" y="4872823"/>
              <a:ext cx="167400" cy="167400"/>
              <a:chOff x="3216925" y="225750"/>
              <a:chExt cx="167400" cy="167400"/>
            </a:xfrm>
          </p:grpSpPr>
          <p:cxnSp>
            <p:nvCxnSpPr>
              <p:cNvPr id="106" name="Google Shape;106;p4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" name="Google Shape;107;p4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08" name="Google Shape;108;p4"/>
            <p:cNvSpPr/>
            <p:nvPr/>
          </p:nvSpPr>
          <p:spPr>
            <a:xfrm rot="10800000">
              <a:off x="1209343" y="49432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4"/>
            <p:cNvSpPr/>
            <p:nvPr/>
          </p:nvSpPr>
          <p:spPr>
            <a:xfrm rot="10800000">
              <a:off x="218743" y="43336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0" name="Google Shape;110;p4"/>
            <p:cNvGrpSpPr/>
            <p:nvPr/>
          </p:nvGrpSpPr>
          <p:grpSpPr>
            <a:xfrm rot="10800000">
              <a:off x="166131" y="2484760"/>
              <a:ext cx="167400" cy="167400"/>
              <a:chOff x="3216925" y="225750"/>
              <a:chExt cx="167400" cy="167400"/>
            </a:xfrm>
          </p:grpSpPr>
          <p:cxnSp>
            <p:nvCxnSpPr>
              <p:cNvPr id="111" name="Google Shape;111;p4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4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13" name="Google Shape;113;p4"/>
            <p:cNvSpPr/>
            <p:nvPr/>
          </p:nvSpPr>
          <p:spPr>
            <a:xfrm rot="10800000">
              <a:off x="218743" y="12856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 rot="10800000">
              <a:off x="904543" y="2188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4"/>
            <p:cNvSpPr/>
            <p:nvPr/>
          </p:nvSpPr>
          <p:spPr>
            <a:xfrm rot="10800000">
              <a:off x="3190543" y="1426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4"/>
            <p:cNvSpPr/>
            <p:nvPr/>
          </p:nvSpPr>
          <p:spPr>
            <a:xfrm rot="10800000">
              <a:off x="4943143" y="1426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4"/>
            <p:cNvSpPr/>
            <p:nvPr/>
          </p:nvSpPr>
          <p:spPr>
            <a:xfrm rot="10800000">
              <a:off x="7152943" y="2188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4"/>
            <p:cNvSpPr/>
            <p:nvPr/>
          </p:nvSpPr>
          <p:spPr>
            <a:xfrm rot="10800000">
              <a:off x="6086143" y="1426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9" name="Google Shape;119;p4"/>
            <p:cNvGrpSpPr/>
            <p:nvPr/>
          </p:nvGrpSpPr>
          <p:grpSpPr>
            <a:xfrm rot="10800000">
              <a:off x="8756443" y="110373"/>
              <a:ext cx="167400" cy="167400"/>
              <a:chOff x="3216925" y="225750"/>
              <a:chExt cx="167400" cy="167400"/>
            </a:xfrm>
          </p:grpSpPr>
          <p:cxnSp>
            <p:nvCxnSpPr>
              <p:cNvPr id="120" name="Google Shape;120;p4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4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22" name="Google Shape;122;p4"/>
            <p:cNvGrpSpPr/>
            <p:nvPr/>
          </p:nvGrpSpPr>
          <p:grpSpPr>
            <a:xfrm rot="10800000">
              <a:off x="4484643" y="120360"/>
              <a:ext cx="167400" cy="167400"/>
              <a:chOff x="3216925" y="225750"/>
              <a:chExt cx="167400" cy="167400"/>
            </a:xfrm>
          </p:grpSpPr>
          <p:cxnSp>
            <p:nvCxnSpPr>
              <p:cNvPr id="123" name="Google Shape;123;p4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" name="Google Shape;124;p4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25" name="Google Shape;125;p4"/>
            <p:cNvGrpSpPr/>
            <p:nvPr/>
          </p:nvGrpSpPr>
          <p:grpSpPr>
            <a:xfrm rot="10800000">
              <a:off x="166131" y="120348"/>
              <a:ext cx="167400" cy="167400"/>
              <a:chOff x="3216925" y="225750"/>
              <a:chExt cx="167400" cy="167400"/>
            </a:xfrm>
          </p:grpSpPr>
          <p:cxnSp>
            <p:nvCxnSpPr>
              <p:cNvPr id="126" name="Google Shape;126;p4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7" name="Google Shape;127;p4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28" name="Google Shape;128;p4"/>
            <p:cNvGrpSpPr/>
            <p:nvPr/>
          </p:nvGrpSpPr>
          <p:grpSpPr>
            <a:xfrm rot="10800000">
              <a:off x="2325387" y="120348"/>
              <a:ext cx="167400" cy="167400"/>
              <a:chOff x="3216925" y="225750"/>
              <a:chExt cx="167400" cy="167400"/>
            </a:xfrm>
          </p:grpSpPr>
          <p:cxnSp>
            <p:nvCxnSpPr>
              <p:cNvPr id="129" name="Google Shape;129;p4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" name="Google Shape;130;p4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31" name="Google Shape;131;p4"/>
            <p:cNvGrpSpPr/>
            <p:nvPr/>
          </p:nvGrpSpPr>
          <p:grpSpPr>
            <a:xfrm rot="10800000">
              <a:off x="2325387" y="4872823"/>
              <a:ext cx="167400" cy="167400"/>
              <a:chOff x="3216925" y="225750"/>
              <a:chExt cx="167400" cy="167400"/>
            </a:xfrm>
          </p:grpSpPr>
          <p:cxnSp>
            <p:nvCxnSpPr>
              <p:cNvPr id="132" name="Google Shape;132;p4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" name="Google Shape;133;p4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34" name="Google Shape;134;p4"/>
            <p:cNvGrpSpPr/>
            <p:nvPr/>
          </p:nvGrpSpPr>
          <p:grpSpPr>
            <a:xfrm rot="10800000">
              <a:off x="6620543" y="120348"/>
              <a:ext cx="167400" cy="167400"/>
              <a:chOff x="3216925" y="225750"/>
              <a:chExt cx="167400" cy="167400"/>
            </a:xfrm>
          </p:grpSpPr>
          <p:cxnSp>
            <p:nvCxnSpPr>
              <p:cNvPr id="135" name="Google Shape;135;p4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" name="Google Shape;136;p4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37" name="Google Shape;137;p4"/>
            <p:cNvGrpSpPr/>
            <p:nvPr/>
          </p:nvGrpSpPr>
          <p:grpSpPr>
            <a:xfrm rot="10800000">
              <a:off x="5934743" y="4872823"/>
              <a:ext cx="167400" cy="167400"/>
              <a:chOff x="3902725" y="225750"/>
              <a:chExt cx="167400" cy="167400"/>
            </a:xfrm>
          </p:grpSpPr>
          <p:cxnSp>
            <p:nvCxnSpPr>
              <p:cNvPr id="138" name="Google Shape;138;p4"/>
              <p:cNvCxnSpPr/>
              <p:nvPr/>
            </p:nvCxnSpPr>
            <p:spPr>
              <a:xfrm>
                <a:off x="39864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" name="Google Shape;139;p4"/>
              <p:cNvCxnSpPr/>
              <p:nvPr/>
            </p:nvCxnSpPr>
            <p:spPr>
              <a:xfrm rot="10800000">
                <a:off x="39027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4">
          <p15:clr>
            <a:srgbClr val="FA7B17"/>
          </p15:clr>
        </p15:guide>
        <p15:guide id="2" pos="5306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bg>
      <p:bgPr>
        <a:solidFill>
          <a:schemeClr val="dk1"/>
        </a:solidFill>
        <a:effectLst/>
      </p:bgPr>
    </p:bg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3"/>
          <p:cNvSpPr/>
          <p:nvPr/>
        </p:nvSpPr>
        <p:spPr>
          <a:xfrm>
            <a:off x="6023825" y="463763"/>
            <a:ext cx="3967964" cy="4063565"/>
          </a:xfrm>
          <a:custGeom>
            <a:avLst/>
            <a:gdLst/>
            <a:ahLst/>
            <a:cxnLst/>
            <a:rect l="l" t="t" r="r" b="b"/>
            <a:pathLst>
              <a:path w="155698" h="154025" extrusionOk="0">
                <a:moveTo>
                  <a:pt x="93462" y="8032"/>
                </a:moveTo>
                <a:cubicBezTo>
                  <a:pt x="101617" y="9636"/>
                  <a:pt x="114584" y="5620"/>
                  <a:pt x="120332" y="9636"/>
                </a:cubicBezTo>
                <a:cubicBezTo>
                  <a:pt x="126080" y="13652"/>
                  <a:pt x="123741" y="26515"/>
                  <a:pt x="127952" y="32130"/>
                </a:cubicBezTo>
                <a:cubicBezTo>
                  <a:pt x="132163" y="37745"/>
                  <a:pt x="142390" y="37024"/>
                  <a:pt x="145598" y="43325"/>
                </a:cubicBezTo>
                <a:cubicBezTo>
                  <a:pt x="148807" y="49626"/>
                  <a:pt x="145545" y="61199"/>
                  <a:pt x="147203" y="69935"/>
                </a:cubicBezTo>
                <a:cubicBezTo>
                  <a:pt x="148861" y="78672"/>
                  <a:pt x="156895" y="88050"/>
                  <a:pt x="155545" y="95744"/>
                </a:cubicBezTo>
                <a:cubicBezTo>
                  <a:pt x="154195" y="103438"/>
                  <a:pt x="143166" y="109063"/>
                  <a:pt x="139102" y="116101"/>
                </a:cubicBezTo>
                <a:cubicBezTo>
                  <a:pt x="135038" y="123139"/>
                  <a:pt x="136763" y="134060"/>
                  <a:pt x="131161" y="137973"/>
                </a:cubicBezTo>
                <a:cubicBezTo>
                  <a:pt x="125560" y="141886"/>
                  <a:pt x="115386" y="136903"/>
                  <a:pt x="105493" y="139577"/>
                </a:cubicBezTo>
                <a:cubicBezTo>
                  <a:pt x="95600" y="142251"/>
                  <a:pt x="82433" y="154416"/>
                  <a:pt x="71805" y="154015"/>
                </a:cubicBezTo>
                <a:cubicBezTo>
                  <a:pt x="61177" y="153614"/>
                  <a:pt x="51886" y="141449"/>
                  <a:pt x="41726" y="137171"/>
                </a:cubicBezTo>
                <a:cubicBezTo>
                  <a:pt x="31566" y="132893"/>
                  <a:pt x="15872" y="135980"/>
                  <a:pt x="10845" y="128348"/>
                </a:cubicBezTo>
                <a:cubicBezTo>
                  <a:pt x="5819" y="120717"/>
                  <a:pt x="13372" y="102344"/>
                  <a:pt x="11567" y="91382"/>
                </a:cubicBezTo>
                <a:cubicBezTo>
                  <a:pt x="9762" y="80420"/>
                  <a:pt x="-465" y="70572"/>
                  <a:pt x="16" y="62575"/>
                </a:cubicBezTo>
                <a:cubicBezTo>
                  <a:pt x="497" y="54578"/>
                  <a:pt x="11380" y="51623"/>
                  <a:pt x="14455" y="43398"/>
                </a:cubicBezTo>
                <a:cubicBezTo>
                  <a:pt x="17530" y="35173"/>
                  <a:pt x="12650" y="18801"/>
                  <a:pt x="18465" y="13227"/>
                </a:cubicBezTo>
                <a:cubicBezTo>
                  <a:pt x="24280" y="7653"/>
                  <a:pt x="40523" y="12159"/>
                  <a:pt x="49346" y="9956"/>
                </a:cubicBezTo>
                <a:cubicBezTo>
                  <a:pt x="58169" y="7753"/>
                  <a:pt x="64051" y="332"/>
                  <a:pt x="71404" y="11"/>
                </a:cubicBezTo>
                <a:cubicBezTo>
                  <a:pt x="78757" y="-310"/>
                  <a:pt x="85307" y="6428"/>
                  <a:pt x="93462" y="8032"/>
                </a:cubicBezTo>
                <a:close/>
              </a:path>
            </a:pathLst>
          </a:custGeom>
          <a:solidFill>
            <a:srgbClr val="5D74FF">
              <a:alpha val="25000"/>
            </a:srgbClr>
          </a:solidFill>
          <a:ln>
            <a:noFill/>
          </a:ln>
        </p:spPr>
      </p:sp>
      <p:sp>
        <p:nvSpPr>
          <p:cNvPr id="502" name="Google Shape;502;p13"/>
          <p:cNvSpPr/>
          <p:nvPr/>
        </p:nvSpPr>
        <p:spPr>
          <a:xfrm>
            <a:off x="-564175" y="616163"/>
            <a:ext cx="3967964" cy="4063565"/>
          </a:xfrm>
          <a:custGeom>
            <a:avLst/>
            <a:gdLst/>
            <a:ahLst/>
            <a:cxnLst/>
            <a:rect l="l" t="t" r="r" b="b"/>
            <a:pathLst>
              <a:path w="155698" h="154025" extrusionOk="0">
                <a:moveTo>
                  <a:pt x="93462" y="8032"/>
                </a:moveTo>
                <a:cubicBezTo>
                  <a:pt x="101617" y="9636"/>
                  <a:pt x="114584" y="5620"/>
                  <a:pt x="120332" y="9636"/>
                </a:cubicBezTo>
                <a:cubicBezTo>
                  <a:pt x="126080" y="13652"/>
                  <a:pt x="123741" y="26515"/>
                  <a:pt x="127952" y="32130"/>
                </a:cubicBezTo>
                <a:cubicBezTo>
                  <a:pt x="132163" y="37745"/>
                  <a:pt x="142390" y="37024"/>
                  <a:pt x="145598" y="43325"/>
                </a:cubicBezTo>
                <a:cubicBezTo>
                  <a:pt x="148807" y="49626"/>
                  <a:pt x="145545" y="61199"/>
                  <a:pt x="147203" y="69935"/>
                </a:cubicBezTo>
                <a:cubicBezTo>
                  <a:pt x="148861" y="78672"/>
                  <a:pt x="156895" y="88050"/>
                  <a:pt x="155545" y="95744"/>
                </a:cubicBezTo>
                <a:cubicBezTo>
                  <a:pt x="154195" y="103438"/>
                  <a:pt x="143166" y="109063"/>
                  <a:pt x="139102" y="116101"/>
                </a:cubicBezTo>
                <a:cubicBezTo>
                  <a:pt x="135038" y="123139"/>
                  <a:pt x="136763" y="134060"/>
                  <a:pt x="131161" y="137973"/>
                </a:cubicBezTo>
                <a:cubicBezTo>
                  <a:pt x="125560" y="141886"/>
                  <a:pt x="115386" y="136903"/>
                  <a:pt x="105493" y="139577"/>
                </a:cubicBezTo>
                <a:cubicBezTo>
                  <a:pt x="95600" y="142251"/>
                  <a:pt x="82433" y="154416"/>
                  <a:pt x="71805" y="154015"/>
                </a:cubicBezTo>
                <a:cubicBezTo>
                  <a:pt x="61177" y="153614"/>
                  <a:pt x="51886" y="141449"/>
                  <a:pt x="41726" y="137171"/>
                </a:cubicBezTo>
                <a:cubicBezTo>
                  <a:pt x="31566" y="132893"/>
                  <a:pt x="15872" y="135980"/>
                  <a:pt x="10845" y="128348"/>
                </a:cubicBezTo>
                <a:cubicBezTo>
                  <a:pt x="5819" y="120717"/>
                  <a:pt x="13372" y="102344"/>
                  <a:pt x="11567" y="91382"/>
                </a:cubicBezTo>
                <a:cubicBezTo>
                  <a:pt x="9762" y="80420"/>
                  <a:pt x="-465" y="70572"/>
                  <a:pt x="16" y="62575"/>
                </a:cubicBezTo>
                <a:cubicBezTo>
                  <a:pt x="497" y="54578"/>
                  <a:pt x="11380" y="51623"/>
                  <a:pt x="14455" y="43398"/>
                </a:cubicBezTo>
                <a:cubicBezTo>
                  <a:pt x="17530" y="35173"/>
                  <a:pt x="12650" y="18801"/>
                  <a:pt x="18465" y="13227"/>
                </a:cubicBezTo>
                <a:cubicBezTo>
                  <a:pt x="24280" y="7653"/>
                  <a:pt x="40523" y="12159"/>
                  <a:pt x="49346" y="9956"/>
                </a:cubicBezTo>
                <a:cubicBezTo>
                  <a:pt x="58169" y="7753"/>
                  <a:pt x="64051" y="332"/>
                  <a:pt x="71404" y="11"/>
                </a:cubicBezTo>
                <a:cubicBezTo>
                  <a:pt x="78757" y="-310"/>
                  <a:pt x="85307" y="6428"/>
                  <a:pt x="93462" y="8032"/>
                </a:cubicBezTo>
                <a:close/>
              </a:path>
            </a:pathLst>
          </a:custGeom>
          <a:solidFill>
            <a:srgbClr val="5D74FF">
              <a:alpha val="25000"/>
            </a:srgbClr>
          </a:solidFill>
          <a:ln>
            <a:noFill/>
          </a:ln>
        </p:spPr>
      </p:sp>
      <p:grpSp>
        <p:nvGrpSpPr>
          <p:cNvPr id="503" name="Google Shape;503;p13"/>
          <p:cNvGrpSpPr/>
          <p:nvPr/>
        </p:nvGrpSpPr>
        <p:grpSpPr>
          <a:xfrm>
            <a:off x="137000" y="99118"/>
            <a:ext cx="8837213" cy="4930707"/>
            <a:chOff x="137000" y="99118"/>
            <a:chExt cx="8837213" cy="4930707"/>
          </a:xfrm>
        </p:grpSpPr>
        <p:grpSp>
          <p:nvGrpSpPr>
            <p:cNvPr id="504" name="Google Shape;504;p13"/>
            <p:cNvGrpSpPr/>
            <p:nvPr/>
          </p:nvGrpSpPr>
          <p:grpSpPr>
            <a:xfrm rot="6300016">
              <a:off x="1102154" y="131504"/>
              <a:ext cx="94725" cy="124297"/>
              <a:chOff x="754200" y="3419250"/>
              <a:chExt cx="59900" cy="78600"/>
            </a:xfrm>
          </p:grpSpPr>
          <p:sp>
            <p:nvSpPr>
              <p:cNvPr id="505" name="Google Shape;505;p13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13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7" name="Google Shape;507;p13"/>
            <p:cNvGrpSpPr/>
            <p:nvPr/>
          </p:nvGrpSpPr>
          <p:grpSpPr>
            <a:xfrm>
              <a:off x="216500" y="109950"/>
              <a:ext cx="167400" cy="167400"/>
              <a:chOff x="3216925" y="225750"/>
              <a:chExt cx="167400" cy="167400"/>
            </a:xfrm>
          </p:grpSpPr>
          <p:cxnSp>
            <p:nvCxnSpPr>
              <p:cNvPr id="508" name="Google Shape;508;p13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9" name="Google Shape;509;p13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10" name="Google Shape;510;p13"/>
            <p:cNvGrpSpPr/>
            <p:nvPr/>
          </p:nvGrpSpPr>
          <p:grpSpPr>
            <a:xfrm>
              <a:off x="4488300" y="99963"/>
              <a:ext cx="167400" cy="167400"/>
              <a:chOff x="3216925" y="225750"/>
              <a:chExt cx="167400" cy="167400"/>
            </a:xfrm>
          </p:grpSpPr>
          <p:cxnSp>
            <p:nvCxnSpPr>
              <p:cNvPr id="511" name="Google Shape;511;p13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2" name="Google Shape;512;p13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13" name="Google Shape;513;p13"/>
            <p:cNvGrpSpPr/>
            <p:nvPr/>
          </p:nvGrpSpPr>
          <p:grpSpPr>
            <a:xfrm>
              <a:off x="138975" y="2475913"/>
              <a:ext cx="167400" cy="167400"/>
              <a:chOff x="3216925" y="225750"/>
              <a:chExt cx="167400" cy="167400"/>
            </a:xfrm>
          </p:grpSpPr>
          <p:cxnSp>
            <p:nvCxnSpPr>
              <p:cNvPr id="514" name="Google Shape;514;p13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5" name="Google Shape;515;p13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16" name="Google Shape;516;p13"/>
            <p:cNvSpPr/>
            <p:nvPr/>
          </p:nvSpPr>
          <p:spPr>
            <a:xfrm>
              <a:off x="289400" y="784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3"/>
            <p:cNvSpPr/>
            <p:nvPr/>
          </p:nvSpPr>
          <p:spPr>
            <a:xfrm>
              <a:off x="289400" y="22327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3"/>
            <p:cNvSpPr/>
            <p:nvPr/>
          </p:nvSpPr>
          <p:spPr>
            <a:xfrm>
              <a:off x="137000" y="32995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3"/>
            <p:cNvSpPr/>
            <p:nvPr/>
          </p:nvSpPr>
          <p:spPr>
            <a:xfrm>
              <a:off x="289400" y="44425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0" name="Google Shape;520;p13"/>
            <p:cNvGrpSpPr/>
            <p:nvPr/>
          </p:nvGrpSpPr>
          <p:grpSpPr>
            <a:xfrm>
              <a:off x="825029" y="4885065"/>
              <a:ext cx="94726" cy="124298"/>
              <a:chOff x="850570" y="3419250"/>
              <a:chExt cx="59900" cy="78600"/>
            </a:xfrm>
          </p:grpSpPr>
          <p:sp>
            <p:nvSpPr>
              <p:cNvPr id="521" name="Google Shape;521;p13"/>
              <p:cNvSpPr/>
              <p:nvPr/>
            </p:nvSpPr>
            <p:spPr>
              <a:xfrm>
                <a:off x="85057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13"/>
              <p:cNvSpPr/>
              <p:nvPr/>
            </p:nvSpPr>
            <p:spPr>
              <a:xfrm>
                <a:off x="85057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23" name="Google Shape;523;p13"/>
            <p:cNvSpPr/>
            <p:nvPr/>
          </p:nvSpPr>
          <p:spPr>
            <a:xfrm>
              <a:off x="2880200" y="1753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3"/>
            <p:cNvSpPr/>
            <p:nvPr/>
          </p:nvSpPr>
          <p:spPr>
            <a:xfrm>
              <a:off x="4099400" y="991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3"/>
            <p:cNvSpPr/>
            <p:nvPr/>
          </p:nvSpPr>
          <p:spPr>
            <a:xfrm>
              <a:off x="5242400" y="2515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3"/>
            <p:cNvSpPr/>
            <p:nvPr/>
          </p:nvSpPr>
          <p:spPr>
            <a:xfrm>
              <a:off x="6004400" y="1753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7" name="Google Shape;527;p13"/>
            <p:cNvGrpSpPr/>
            <p:nvPr/>
          </p:nvGrpSpPr>
          <p:grpSpPr>
            <a:xfrm rot="-3599965">
              <a:off x="7375742" y="131504"/>
              <a:ext cx="94724" cy="124296"/>
              <a:chOff x="754200" y="3419250"/>
              <a:chExt cx="59900" cy="78600"/>
            </a:xfrm>
          </p:grpSpPr>
          <p:sp>
            <p:nvSpPr>
              <p:cNvPr id="528" name="Google Shape;528;p13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13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0" name="Google Shape;530;p13"/>
            <p:cNvGrpSpPr/>
            <p:nvPr/>
          </p:nvGrpSpPr>
          <p:grpSpPr>
            <a:xfrm>
              <a:off x="8806813" y="99975"/>
              <a:ext cx="167400" cy="167400"/>
              <a:chOff x="3216925" y="225750"/>
              <a:chExt cx="167400" cy="167400"/>
            </a:xfrm>
          </p:grpSpPr>
          <p:cxnSp>
            <p:nvCxnSpPr>
              <p:cNvPr id="531" name="Google Shape;531;p13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2" name="Google Shape;532;p13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33" name="Google Shape;533;p13"/>
            <p:cNvSpPr/>
            <p:nvPr/>
          </p:nvSpPr>
          <p:spPr>
            <a:xfrm>
              <a:off x="7909400" y="1753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3"/>
            <p:cNvSpPr/>
            <p:nvPr/>
          </p:nvSpPr>
          <p:spPr>
            <a:xfrm>
              <a:off x="8900000" y="784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5" name="Google Shape;535;p13"/>
            <p:cNvGrpSpPr/>
            <p:nvPr/>
          </p:nvGrpSpPr>
          <p:grpSpPr>
            <a:xfrm>
              <a:off x="8856929" y="1188340"/>
              <a:ext cx="94726" cy="124298"/>
              <a:chOff x="754200" y="3419250"/>
              <a:chExt cx="59900" cy="78600"/>
            </a:xfrm>
          </p:grpSpPr>
          <p:sp>
            <p:nvSpPr>
              <p:cNvPr id="536" name="Google Shape;536;p13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13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8" name="Google Shape;538;p13"/>
            <p:cNvGrpSpPr/>
            <p:nvPr/>
          </p:nvGrpSpPr>
          <p:grpSpPr>
            <a:xfrm>
              <a:off x="8806813" y="2488038"/>
              <a:ext cx="167400" cy="167400"/>
              <a:chOff x="3216925" y="225750"/>
              <a:chExt cx="167400" cy="167400"/>
            </a:xfrm>
          </p:grpSpPr>
          <p:cxnSp>
            <p:nvCxnSpPr>
              <p:cNvPr id="539" name="Google Shape;539;p13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0" name="Google Shape;540;p13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41" name="Google Shape;541;p13"/>
            <p:cNvSpPr/>
            <p:nvPr/>
          </p:nvSpPr>
          <p:spPr>
            <a:xfrm>
              <a:off x="8900000" y="3832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3"/>
            <p:cNvSpPr/>
            <p:nvPr/>
          </p:nvSpPr>
          <p:spPr>
            <a:xfrm>
              <a:off x="8214200" y="48997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3" name="Google Shape;543;p13"/>
            <p:cNvGrpSpPr/>
            <p:nvPr/>
          </p:nvGrpSpPr>
          <p:grpSpPr>
            <a:xfrm>
              <a:off x="7256729" y="4845940"/>
              <a:ext cx="94726" cy="124298"/>
              <a:chOff x="1043311" y="3419250"/>
              <a:chExt cx="59900" cy="78600"/>
            </a:xfrm>
          </p:grpSpPr>
          <p:sp>
            <p:nvSpPr>
              <p:cNvPr id="544" name="Google Shape;544;p13"/>
              <p:cNvSpPr/>
              <p:nvPr/>
            </p:nvSpPr>
            <p:spPr>
              <a:xfrm>
                <a:off x="1043311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13"/>
              <p:cNvSpPr/>
              <p:nvPr/>
            </p:nvSpPr>
            <p:spPr>
              <a:xfrm>
                <a:off x="1043311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46" name="Google Shape;546;p13"/>
            <p:cNvSpPr/>
            <p:nvPr/>
          </p:nvSpPr>
          <p:spPr>
            <a:xfrm>
              <a:off x="5928200" y="4975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3"/>
            <p:cNvSpPr/>
            <p:nvPr/>
          </p:nvSpPr>
          <p:spPr>
            <a:xfrm>
              <a:off x="4175600" y="4975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3"/>
            <p:cNvSpPr/>
            <p:nvPr/>
          </p:nvSpPr>
          <p:spPr>
            <a:xfrm>
              <a:off x="1965800" y="48997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3"/>
            <p:cNvSpPr/>
            <p:nvPr/>
          </p:nvSpPr>
          <p:spPr>
            <a:xfrm>
              <a:off x="3032600" y="4975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0" name="Google Shape;550;p13"/>
            <p:cNvGrpSpPr/>
            <p:nvPr/>
          </p:nvGrpSpPr>
          <p:grpSpPr>
            <a:xfrm>
              <a:off x="216500" y="4862425"/>
              <a:ext cx="167400" cy="167400"/>
              <a:chOff x="3216925" y="225750"/>
              <a:chExt cx="167400" cy="167400"/>
            </a:xfrm>
          </p:grpSpPr>
          <p:cxnSp>
            <p:nvCxnSpPr>
              <p:cNvPr id="551" name="Google Shape;551;p13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2" name="Google Shape;552;p13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53" name="Google Shape;553;p13"/>
            <p:cNvGrpSpPr/>
            <p:nvPr/>
          </p:nvGrpSpPr>
          <p:grpSpPr>
            <a:xfrm>
              <a:off x="4488300" y="4852438"/>
              <a:ext cx="167400" cy="167400"/>
              <a:chOff x="3216925" y="225750"/>
              <a:chExt cx="167400" cy="167400"/>
            </a:xfrm>
          </p:grpSpPr>
          <p:cxnSp>
            <p:nvCxnSpPr>
              <p:cNvPr id="554" name="Google Shape;554;p13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5" name="Google Shape;555;p13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56" name="Google Shape;556;p13"/>
            <p:cNvGrpSpPr/>
            <p:nvPr/>
          </p:nvGrpSpPr>
          <p:grpSpPr>
            <a:xfrm>
              <a:off x="8806813" y="4852450"/>
              <a:ext cx="167400" cy="167400"/>
              <a:chOff x="3216925" y="225750"/>
              <a:chExt cx="167400" cy="167400"/>
            </a:xfrm>
          </p:grpSpPr>
          <p:cxnSp>
            <p:nvCxnSpPr>
              <p:cNvPr id="557" name="Google Shape;557;p13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8" name="Google Shape;558;p13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59" name="Google Shape;559;p13"/>
          <p:cNvSpPr/>
          <p:nvPr/>
        </p:nvSpPr>
        <p:spPr>
          <a:xfrm>
            <a:off x="439325" y="355925"/>
            <a:ext cx="8289300" cy="4403100"/>
          </a:xfrm>
          <a:prstGeom prst="roundRect">
            <a:avLst>
              <a:gd name="adj" fmla="val 66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13"/>
          <p:cNvSpPr txBox="1">
            <a:spLocks noGrp="1"/>
          </p:cNvSpPr>
          <p:nvPr>
            <p:ph type="title"/>
          </p:nvPr>
        </p:nvSpPr>
        <p:spPr>
          <a:xfrm>
            <a:off x="1950838" y="1213275"/>
            <a:ext cx="2336400" cy="4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 b="1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61" name="Google Shape;561;p13"/>
          <p:cNvSpPr txBox="1">
            <a:spLocks noGrp="1"/>
          </p:cNvSpPr>
          <p:nvPr>
            <p:ph type="title" idx="2" hasCustomPrompt="1"/>
          </p:nvPr>
        </p:nvSpPr>
        <p:spPr>
          <a:xfrm>
            <a:off x="1053238" y="1361575"/>
            <a:ext cx="897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5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2" name="Google Shape;562;p13"/>
          <p:cNvSpPr txBox="1">
            <a:spLocks noGrp="1"/>
          </p:cNvSpPr>
          <p:nvPr>
            <p:ph type="subTitle" idx="1"/>
          </p:nvPr>
        </p:nvSpPr>
        <p:spPr>
          <a:xfrm>
            <a:off x="1950838" y="1618450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3" name="Google Shape;563;p13"/>
          <p:cNvSpPr txBox="1">
            <a:spLocks noGrp="1"/>
          </p:cNvSpPr>
          <p:nvPr>
            <p:ph type="title" idx="3"/>
          </p:nvPr>
        </p:nvSpPr>
        <p:spPr>
          <a:xfrm>
            <a:off x="5754350" y="1197525"/>
            <a:ext cx="2336400" cy="4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 b="1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64" name="Google Shape;564;p13"/>
          <p:cNvSpPr txBox="1">
            <a:spLocks noGrp="1"/>
          </p:cNvSpPr>
          <p:nvPr>
            <p:ph type="title" idx="4" hasCustomPrompt="1"/>
          </p:nvPr>
        </p:nvSpPr>
        <p:spPr>
          <a:xfrm>
            <a:off x="4856738" y="1361575"/>
            <a:ext cx="897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5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5" name="Google Shape;565;p13"/>
          <p:cNvSpPr txBox="1">
            <a:spLocks noGrp="1"/>
          </p:cNvSpPr>
          <p:nvPr>
            <p:ph type="subTitle" idx="5"/>
          </p:nvPr>
        </p:nvSpPr>
        <p:spPr>
          <a:xfrm>
            <a:off x="5754350" y="1628225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6" name="Google Shape;566;p13"/>
          <p:cNvSpPr txBox="1">
            <a:spLocks noGrp="1"/>
          </p:cNvSpPr>
          <p:nvPr>
            <p:ph type="title" idx="6"/>
          </p:nvPr>
        </p:nvSpPr>
        <p:spPr>
          <a:xfrm>
            <a:off x="1950838" y="2398288"/>
            <a:ext cx="2336400" cy="4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 b="1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67" name="Google Shape;567;p13"/>
          <p:cNvSpPr txBox="1">
            <a:spLocks noGrp="1"/>
          </p:cNvSpPr>
          <p:nvPr>
            <p:ph type="title" idx="7" hasCustomPrompt="1"/>
          </p:nvPr>
        </p:nvSpPr>
        <p:spPr>
          <a:xfrm>
            <a:off x="1053238" y="2552975"/>
            <a:ext cx="897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5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8" name="Google Shape;568;p13"/>
          <p:cNvSpPr txBox="1">
            <a:spLocks noGrp="1"/>
          </p:cNvSpPr>
          <p:nvPr>
            <p:ph type="subTitle" idx="8"/>
          </p:nvPr>
        </p:nvSpPr>
        <p:spPr>
          <a:xfrm>
            <a:off x="1950838" y="2806588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9" name="Google Shape;569;p13"/>
          <p:cNvSpPr txBox="1">
            <a:spLocks noGrp="1"/>
          </p:cNvSpPr>
          <p:nvPr>
            <p:ph type="title" idx="9"/>
          </p:nvPr>
        </p:nvSpPr>
        <p:spPr>
          <a:xfrm>
            <a:off x="5754350" y="2398288"/>
            <a:ext cx="2336400" cy="4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 b="1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70" name="Google Shape;570;p13"/>
          <p:cNvSpPr txBox="1">
            <a:spLocks noGrp="1"/>
          </p:cNvSpPr>
          <p:nvPr>
            <p:ph type="title" idx="13" hasCustomPrompt="1"/>
          </p:nvPr>
        </p:nvSpPr>
        <p:spPr>
          <a:xfrm>
            <a:off x="4856738" y="2552975"/>
            <a:ext cx="897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5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1" name="Google Shape;571;p13"/>
          <p:cNvSpPr txBox="1">
            <a:spLocks noGrp="1"/>
          </p:cNvSpPr>
          <p:nvPr>
            <p:ph type="subTitle" idx="14"/>
          </p:nvPr>
        </p:nvSpPr>
        <p:spPr>
          <a:xfrm>
            <a:off x="5754350" y="2806588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2" name="Google Shape;572;p13"/>
          <p:cNvSpPr txBox="1">
            <a:spLocks noGrp="1"/>
          </p:cNvSpPr>
          <p:nvPr>
            <p:ph type="title" idx="15"/>
          </p:nvPr>
        </p:nvSpPr>
        <p:spPr>
          <a:xfrm>
            <a:off x="720000" y="540000"/>
            <a:ext cx="50343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573;p13"/>
          <p:cNvSpPr txBox="1">
            <a:spLocks noGrp="1"/>
          </p:cNvSpPr>
          <p:nvPr>
            <p:ph type="title" idx="16"/>
          </p:nvPr>
        </p:nvSpPr>
        <p:spPr>
          <a:xfrm>
            <a:off x="5754350" y="3608800"/>
            <a:ext cx="2336400" cy="4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 b="1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74" name="Google Shape;574;p13"/>
          <p:cNvSpPr txBox="1">
            <a:spLocks noGrp="1"/>
          </p:cNvSpPr>
          <p:nvPr>
            <p:ph type="title" idx="17" hasCustomPrompt="1"/>
          </p:nvPr>
        </p:nvSpPr>
        <p:spPr>
          <a:xfrm>
            <a:off x="4856750" y="3744375"/>
            <a:ext cx="897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5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5" name="Google Shape;575;p13"/>
          <p:cNvSpPr txBox="1">
            <a:spLocks noGrp="1"/>
          </p:cNvSpPr>
          <p:nvPr>
            <p:ph type="subTitle" idx="18"/>
          </p:nvPr>
        </p:nvSpPr>
        <p:spPr>
          <a:xfrm>
            <a:off x="5754350" y="4019275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6" name="Google Shape;576;p13"/>
          <p:cNvSpPr txBox="1">
            <a:spLocks noGrp="1"/>
          </p:cNvSpPr>
          <p:nvPr>
            <p:ph type="title" idx="19"/>
          </p:nvPr>
        </p:nvSpPr>
        <p:spPr>
          <a:xfrm>
            <a:off x="1950850" y="3596100"/>
            <a:ext cx="2336400" cy="4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 b="1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77" name="Google Shape;577;p13"/>
          <p:cNvSpPr txBox="1">
            <a:spLocks noGrp="1"/>
          </p:cNvSpPr>
          <p:nvPr>
            <p:ph type="title" idx="20" hasCustomPrompt="1"/>
          </p:nvPr>
        </p:nvSpPr>
        <p:spPr>
          <a:xfrm>
            <a:off x="1053400" y="3744375"/>
            <a:ext cx="897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5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8" name="Google Shape;578;p13"/>
          <p:cNvSpPr txBox="1">
            <a:spLocks noGrp="1"/>
          </p:cNvSpPr>
          <p:nvPr>
            <p:ph type="subTitle" idx="21"/>
          </p:nvPr>
        </p:nvSpPr>
        <p:spPr>
          <a:xfrm>
            <a:off x="1950850" y="4006575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2_1_1_1">
    <p:bg>
      <p:bgPr>
        <a:solidFill>
          <a:schemeClr val="dk1"/>
        </a:solidFill>
        <a:effectLst/>
      </p:bgPr>
    </p:bg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22"/>
          <p:cNvSpPr/>
          <p:nvPr/>
        </p:nvSpPr>
        <p:spPr>
          <a:xfrm>
            <a:off x="439325" y="355925"/>
            <a:ext cx="8289300" cy="4403100"/>
          </a:xfrm>
          <a:prstGeom prst="roundRect">
            <a:avLst>
              <a:gd name="adj" fmla="val 66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8" name="Google Shape;888;p22"/>
          <p:cNvGrpSpPr/>
          <p:nvPr/>
        </p:nvGrpSpPr>
        <p:grpSpPr>
          <a:xfrm>
            <a:off x="8728625" y="4759025"/>
            <a:ext cx="167400" cy="167400"/>
            <a:chOff x="3216925" y="225750"/>
            <a:chExt cx="167400" cy="167400"/>
          </a:xfrm>
        </p:grpSpPr>
        <p:cxnSp>
          <p:nvCxnSpPr>
            <p:cNvPr id="889" name="Google Shape;889;p22"/>
            <p:cNvCxnSpPr/>
            <p:nvPr/>
          </p:nvCxnSpPr>
          <p:spPr>
            <a:xfrm>
              <a:off x="3300613" y="225750"/>
              <a:ext cx="0" cy="1674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0" name="Google Shape;890;p22"/>
            <p:cNvCxnSpPr/>
            <p:nvPr/>
          </p:nvCxnSpPr>
          <p:spPr>
            <a:xfrm rot="10800000">
              <a:off x="3216925" y="309377"/>
              <a:ext cx="1674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91" name="Google Shape;891;p22"/>
          <p:cNvGrpSpPr/>
          <p:nvPr/>
        </p:nvGrpSpPr>
        <p:grpSpPr>
          <a:xfrm>
            <a:off x="289600" y="199300"/>
            <a:ext cx="167400" cy="167400"/>
            <a:chOff x="3216925" y="225750"/>
            <a:chExt cx="167400" cy="167400"/>
          </a:xfrm>
        </p:grpSpPr>
        <p:cxnSp>
          <p:nvCxnSpPr>
            <p:cNvPr id="892" name="Google Shape;892;p22"/>
            <p:cNvCxnSpPr/>
            <p:nvPr/>
          </p:nvCxnSpPr>
          <p:spPr>
            <a:xfrm>
              <a:off x="3300613" y="225750"/>
              <a:ext cx="0" cy="1674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3" name="Google Shape;893;p22"/>
            <p:cNvCxnSpPr/>
            <p:nvPr/>
          </p:nvCxnSpPr>
          <p:spPr>
            <a:xfrm rot="10800000">
              <a:off x="3216925" y="309377"/>
              <a:ext cx="1674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94" name="Google Shape;894;p22"/>
          <p:cNvSpPr/>
          <p:nvPr/>
        </p:nvSpPr>
        <p:spPr>
          <a:xfrm>
            <a:off x="8329650" y="4930618"/>
            <a:ext cx="21600" cy="216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p22"/>
          <p:cNvSpPr/>
          <p:nvPr/>
        </p:nvSpPr>
        <p:spPr>
          <a:xfrm>
            <a:off x="-851336" y="3177102"/>
            <a:ext cx="3345172" cy="3309997"/>
          </a:xfrm>
          <a:custGeom>
            <a:avLst/>
            <a:gdLst/>
            <a:ahLst/>
            <a:cxnLst/>
            <a:rect l="l" t="t" r="r" b="b"/>
            <a:pathLst>
              <a:path w="155698" h="154025" extrusionOk="0">
                <a:moveTo>
                  <a:pt x="93462" y="8032"/>
                </a:moveTo>
                <a:cubicBezTo>
                  <a:pt x="101617" y="9636"/>
                  <a:pt x="114584" y="5620"/>
                  <a:pt x="120332" y="9636"/>
                </a:cubicBezTo>
                <a:cubicBezTo>
                  <a:pt x="126080" y="13652"/>
                  <a:pt x="123741" y="26515"/>
                  <a:pt x="127952" y="32130"/>
                </a:cubicBezTo>
                <a:cubicBezTo>
                  <a:pt x="132163" y="37745"/>
                  <a:pt x="142390" y="37024"/>
                  <a:pt x="145598" y="43325"/>
                </a:cubicBezTo>
                <a:cubicBezTo>
                  <a:pt x="148807" y="49626"/>
                  <a:pt x="145545" y="61199"/>
                  <a:pt x="147203" y="69935"/>
                </a:cubicBezTo>
                <a:cubicBezTo>
                  <a:pt x="148861" y="78672"/>
                  <a:pt x="156895" y="88050"/>
                  <a:pt x="155545" y="95744"/>
                </a:cubicBezTo>
                <a:cubicBezTo>
                  <a:pt x="154195" y="103438"/>
                  <a:pt x="143166" y="109063"/>
                  <a:pt x="139102" y="116101"/>
                </a:cubicBezTo>
                <a:cubicBezTo>
                  <a:pt x="135038" y="123139"/>
                  <a:pt x="136763" y="134060"/>
                  <a:pt x="131161" y="137973"/>
                </a:cubicBezTo>
                <a:cubicBezTo>
                  <a:pt x="125560" y="141886"/>
                  <a:pt x="115386" y="136903"/>
                  <a:pt x="105493" y="139577"/>
                </a:cubicBezTo>
                <a:cubicBezTo>
                  <a:pt x="95600" y="142251"/>
                  <a:pt x="82433" y="154416"/>
                  <a:pt x="71805" y="154015"/>
                </a:cubicBezTo>
                <a:cubicBezTo>
                  <a:pt x="61177" y="153614"/>
                  <a:pt x="51886" y="141449"/>
                  <a:pt x="41726" y="137171"/>
                </a:cubicBezTo>
                <a:cubicBezTo>
                  <a:pt x="31566" y="132893"/>
                  <a:pt x="15872" y="135980"/>
                  <a:pt x="10845" y="128348"/>
                </a:cubicBezTo>
                <a:cubicBezTo>
                  <a:pt x="5819" y="120717"/>
                  <a:pt x="13372" y="102344"/>
                  <a:pt x="11567" y="91382"/>
                </a:cubicBezTo>
                <a:cubicBezTo>
                  <a:pt x="9762" y="80420"/>
                  <a:pt x="-465" y="70572"/>
                  <a:pt x="16" y="62575"/>
                </a:cubicBezTo>
                <a:cubicBezTo>
                  <a:pt x="497" y="54578"/>
                  <a:pt x="11380" y="51623"/>
                  <a:pt x="14455" y="43398"/>
                </a:cubicBezTo>
                <a:cubicBezTo>
                  <a:pt x="17530" y="35173"/>
                  <a:pt x="12650" y="18801"/>
                  <a:pt x="18465" y="13227"/>
                </a:cubicBezTo>
                <a:cubicBezTo>
                  <a:pt x="24280" y="7653"/>
                  <a:pt x="40523" y="12159"/>
                  <a:pt x="49346" y="9956"/>
                </a:cubicBezTo>
                <a:cubicBezTo>
                  <a:pt x="58169" y="7753"/>
                  <a:pt x="64051" y="332"/>
                  <a:pt x="71404" y="11"/>
                </a:cubicBezTo>
                <a:cubicBezTo>
                  <a:pt x="78757" y="-310"/>
                  <a:pt x="85307" y="6428"/>
                  <a:pt x="93462" y="8032"/>
                </a:cubicBezTo>
                <a:close/>
              </a:path>
            </a:pathLst>
          </a:custGeom>
          <a:solidFill>
            <a:srgbClr val="5D74FF">
              <a:alpha val="25000"/>
            </a:srgbClr>
          </a:solidFill>
          <a:ln>
            <a:noFill/>
          </a:ln>
        </p:spPr>
      </p:sp>
      <p:sp>
        <p:nvSpPr>
          <p:cNvPr id="896" name="Google Shape;896;p22"/>
          <p:cNvSpPr/>
          <p:nvPr/>
        </p:nvSpPr>
        <p:spPr>
          <a:xfrm>
            <a:off x="8874425" y="4296668"/>
            <a:ext cx="21600" cy="216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7" name="Google Shape;897;p22"/>
          <p:cNvSpPr txBox="1">
            <a:spLocks noGrp="1"/>
          </p:cNvSpPr>
          <p:nvPr>
            <p:ph type="subTitle" idx="1"/>
          </p:nvPr>
        </p:nvSpPr>
        <p:spPr>
          <a:xfrm>
            <a:off x="720000" y="1695875"/>
            <a:ext cx="3852000" cy="13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98" name="Google Shape;898;p2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8520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899" name="Google Shape;89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44462" y="-1129338"/>
            <a:ext cx="2143799" cy="2146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0638" y="3598137"/>
            <a:ext cx="2143799" cy="214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3">
    <p:bg>
      <p:bgPr>
        <a:solidFill>
          <a:schemeClr val="dk1"/>
        </a:solidFill>
        <a:effectLst/>
      </p:bgPr>
    </p:bg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30"/>
          <p:cNvSpPr/>
          <p:nvPr/>
        </p:nvSpPr>
        <p:spPr>
          <a:xfrm>
            <a:off x="5947925" y="-841650"/>
            <a:ext cx="3967964" cy="4063565"/>
          </a:xfrm>
          <a:custGeom>
            <a:avLst/>
            <a:gdLst/>
            <a:ahLst/>
            <a:cxnLst/>
            <a:rect l="l" t="t" r="r" b="b"/>
            <a:pathLst>
              <a:path w="155698" h="154025" extrusionOk="0">
                <a:moveTo>
                  <a:pt x="93462" y="8032"/>
                </a:moveTo>
                <a:cubicBezTo>
                  <a:pt x="101617" y="9636"/>
                  <a:pt x="114584" y="5620"/>
                  <a:pt x="120332" y="9636"/>
                </a:cubicBezTo>
                <a:cubicBezTo>
                  <a:pt x="126080" y="13652"/>
                  <a:pt x="123741" y="26515"/>
                  <a:pt x="127952" y="32130"/>
                </a:cubicBezTo>
                <a:cubicBezTo>
                  <a:pt x="132163" y="37745"/>
                  <a:pt x="142390" y="37024"/>
                  <a:pt x="145598" y="43325"/>
                </a:cubicBezTo>
                <a:cubicBezTo>
                  <a:pt x="148807" y="49626"/>
                  <a:pt x="145545" y="61199"/>
                  <a:pt x="147203" y="69935"/>
                </a:cubicBezTo>
                <a:cubicBezTo>
                  <a:pt x="148861" y="78672"/>
                  <a:pt x="156895" y="88050"/>
                  <a:pt x="155545" y="95744"/>
                </a:cubicBezTo>
                <a:cubicBezTo>
                  <a:pt x="154195" y="103438"/>
                  <a:pt x="143166" y="109063"/>
                  <a:pt x="139102" y="116101"/>
                </a:cubicBezTo>
                <a:cubicBezTo>
                  <a:pt x="135038" y="123139"/>
                  <a:pt x="136763" y="134060"/>
                  <a:pt x="131161" y="137973"/>
                </a:cubicBezTo>
                <a:cubicBezTo>
                  <a:pt x="125560" y="141886"/>
                  <a:pt x="115386" y="136903"/>
                  <a:pt x="105493" y="139577"/>
                </a:cubicBezTo>
                <a:cubicBezTo>
                  <a:pt x="95600" y="142251"/>
                  <a:pt x="82433" y="154416"/>
                  <a:pt x="71805" y="154015"/>
                </a:cubicBezTo>
                <a:cubicBezTo>
                  <a:pt x="61177" y="153614"/>
                  <a:pt x="51886" y="141449"/>
                  <a:pt x="41726" y="137171"/>
                </a:cubicBezTo>
                <a:cubicBezTo>
                  <a:pt x="31566" y="132893"/>
                  <a:pt x="15872" y="135980"/>
                  <a:pt x="10845" y="128348"/>
                </a:cubicBezTo>
                <a:cubicBezTo>
                  <a:pt x="5819" y="120717"/>
                  <a:pt x="13372" y="102344"/>
                  <a:pt x="11567" y="91382"/>
                </a:cubicBezTo>
                <a:cubicBezTo>
                  <a:pt x="9762" y="80420"/>
                  <a:pt x="-465" y="70572"/>
                  <a:pt x="16" y="62575"/>
                </a:cubicBezTo>
                <a:cubicBezTo>
                  <a:pt x="497" y="54578"/>
                  <a:pt x="11380" y="51623"/>
                  <a:pt x="14455" y="43398"/>
                </a:cubicBezTo>
                <a:cubicBezTo>
                  <a:pt x="17530" y="35173"/>
                  <a:pt x="12650" y="18801"/>
                  <a:pt x="18465" y="13227"/>
                </a:cubicBezTo>
                <a:cubicBezTo>
                  <a:pt x="24280" y="7653"/>
                  <a:pt x="40523" y="12159"/>
                  <a:pt x="49346" y="9956"/>
                </a:cubicBezTo>
                <a:cubicBezTo>
                  <a:pt x="58169" y="7753"/>
                  <a:pt x="64051" y="332"/>
                  <a:pt x="71404" y="11"/>
                </a:cubicBezTo>
                <a:cubicBezTo>
                  <a:pt x="78757" y="-310"/>
                  <a:pt x="85307" y="6428"/>
                  <a:pt x="93462" y="8032"/>
                </a:cubicBezTo>
                <a:close/>
              </a:path>
            </a:pathLst>
          </a:custGeom>
          <a:solidFill>
            <a:srgbClr val="5D74FF">
              <a:alpha val="25000"/>
            </a:srgbClr>
          </a:solidFill>
          <a:ln>
            <a:noFill/>
          </a:ln>
        </p:spPr>
      </p:sp>
      <p:sp>
        <p:nvSpPr>
          <p:cNvPr id="1295" name="Google Shape;1295;p30"/>
          <p:cNvSpPr/>
          <p:nvPr/>
        </p:nvSpPr>
        <p:spPr>
          <a:xfrm>
            <a:off x="-590900" y="1688300"/>
            <a:ext cx="3967964" cy="4063565"/>
          </a:xfrm>
          <a:custGeom>
            <a:avLst/>
            <a:gdLst/>
            <a:ahLst/>
            <a:cxnLst/>
            <a:rect l="l" t="t" r="r" b="b"/>
            <a:pathLst>
              <a:path w="155698" h="154025" extrusionOk="0">
                <a:moveTo>
                  <a:pt x="93462" y="8032"/>
                </a:moveTo>
                <a:cubicBezTo>
                  <a:pt x="101617" y="9636"/>
                  <a:pt x="114584" y="5620"/>
                  <a:pt x="120332" y="9636"/>
                </a:cubicBezTo>
                <a:cubicBezTo>
                  <a:pt x="126080" y="13652"/>
                  <a:pt x="123741" y="26515"/>
                  <a:pt x="127952" y="32130"/>
                </a:cubicBezTo>
                <a:cubicBezTo>
                  <a:pt x="132163" y="37745"/>
                  <a:pt x="142390" y="37024"/>
                  <a:pt x="145598" y="43325"/>
                </a:cubicBezTo>
                <a:cubicBezTo>
                  <a:pt x="148807" y="49626"/>
                  <a:pt x="145545" y="61199"/>
                  <a:pt x="147203" y="69935"/>
                </a:cubicBezTo>
                <a:cubicBezTo>
                  <a:pt x="148861" y="78672"/>
                  <a:pt x="156895" y="88050"/>
                  <a:pt x="155545" y="95744"/>
                </a:cubicBezTo>
                <a:cubicBezTo>
                  <a:pt x="154195" y="103438"/>
                  <a:pt x="143166" y="109063"/>
                  <a:pt x="139102" y="116101"/>
                </a:cubicBezTo>
                <a:cubicBezTo>
                  <a:pt x="135038" y="123139"/>
                  <a:pt x="136763" y="134060"/>
                  <a:pt x="131161" y="137973"/>
                </a:cubicBezTo>
                <a:cubicBezTo>
                  <a:pt x="125560" y="141886"/>
                  <a:pt x="115386" y="136903"/>
                  <a:pt x="105493" y="139577"/>
                </a:cubicBezTo>
                <a:cubicBezTo>
                  <a:pt x="95600" y="142251"/>
                  <a:pt x="82433" y="154416"/>
                  <a:pt x="71805" y="154015"/>
                </a:cubicBezTo>
                <a:cubicBezTo>
                  <a:pt x="61177" y="153614"/>
                  <a:pt x="51886" y="141449"/>
                  <a:pt x="41726" y="137171"/>
                </a:cubicBezTo>
                <a:cubicBezTo>
                  <a:pt x="31566" y="132893"/>
                  <a:pt x="15872" y="135980"/>
                  <a:pt x="10845" y="128348"/>
                </a:cubicBezTo>
                <a:cubicBezTo>
                  <a:pt x="5819" y="120717"/>
                  <a:pt x="13372" y="102344"/>
                  <a:pt x="11567" y="91382"/>
                </a:cubicBezTo>
                <a:cubicBezTo>
                  <a:pt x="9762" y="80420"/>
                  <a:pt x="-465" y="70572"/>
                  <a:pt x="16" y="62575"/>
                </a:cubicBezTo>
                <a:cubicBezTo>
                  <a:pt x="497" y="54578"/>
                  <a:pt x="11380" y="51623"/>
                  <a:pt x="14455" y="43398"/>
                </a:cubicBezTo>
                <a:cubicBezTo>
                  <a:pt x="17530" y="35173"/>
                  <a:pt x="12650" y="18801"/>
                  <a:pt x="18465" y="13227"/>
                </a:cubicBezTo>
                <a:cubicBezTo>
                  <a:pt x="24280" y="7653"/>
                  <a:pt x="40523" y="12159"/>
                  <a:pt x="49346" y="9956"/>
                </a:cubicBezTo>
                <a:cubicBezTo>
                  <a:pt x="58169" y="7753"/>
                  <a:pt x="64051" y="332"/>
                  <a:pt x="71404" y="11"/>
                </a:cubicBezTo>
                <a:cubicBezTo>
                  <a:pt x="78757" y="-310"/>
                  <a:pt x="85307" y="6428"/>
                  <a:pt x="93462" y="8032"/>
                </a:cubicBezTo>
                <a:close/>
              </a:path>
            </a:pathLst>
          </a:custGeom>
          <a:solidFill>
            <a:srgbClr val="5D74FF">
              <a:alpha val="25000"/>
            </a:srgbClr>
          </a:solidFill>
          <a:ln>
            <a:noFill/>
          </a:ln>
        </p:spPr>
      </p:sp>
      <p:sp>
        <p:nvSpPr>
          <p:cNvPr id="1296" name="Google Shape;1296;p30"/>
          <p:cNvSpPr/>
          <p:nvPr/>
        </p:nvSpPr>
        <p:spPr>
          <a:xfrm>
            <a:off x="439325" y="355925"/>
            <a:ext cx="8289300" cy="4403100"/>
          </a:xfrm>
          <a:prstGeom prst="roundRect">
            <a:avLst>
              <a:gd name="adj" fmla="val 66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7" name="Google Shape;1297;p30"/>
          <p:cNvGrpSpPr/>
          <p:nvPr/>
        </p:nvGrpSpPr>
        <p:grpSpPr>
          <a:xfrm>
            <a:off x="137000" y="99118"/>
            <a:ext cx="8837213" cy="4930707"/>
            <a:chOff x="137000" y="99118"/>
            <a:chExt cx="8837213" cy="4930707"/>
          </a:xfrm>
        </p:grpSpPr>
        <p:grpSp>
          <p:nvGrpSpPr>
            <p:cNvPr id="1298" name="Google Shape;1298;p30"/>
            <p:cNvGrpSpPr/>
            <p:nvPr/>
          </p:nvGrpSpPr>
          <p:grpSpPr>
            <a:xfrm rot="6300016">
              <a:off x="1102154" y="131504"/>
              <a:ext cx="94725" cy="124297"/>
              <a:chOff x="754200" y="3419250"/>
              <a:chExt cx="59900" cy="78600"/>
            </a:xfrm>
          </p:grpSpPr>
          <p:sp>
            <p:nvSpPr>
              <p:cNvPr id="1299" name="Google Shape;1299;p30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30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1" name="Google Shape;1301;p30"/>
            <p:cNvGrpSpPr/>
            <p:nvPr/>
          </p:nvGrpSpPr>
          <p:grpSpPr>
            <a:xfrm>
              <a:off x="216500" y="109950"/>
              <a:ext cx="167400" cy="167400"/>
              <a:chOff x="3216925" y="225750"/>
              <a:chExt cx="167400" cy="167400"/>
            </a:xfrm>
          </p:grpSpPr>
          <p:cxnSp>
            <p:nvCxnSpPr>
              <p:cNvPr id="1302" name="Google Shape;1302;p30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3" name="Google Shape;1303;p30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304" name="Google Shape;1304;p30"/>
            <p:cNvGrpSpPr/>
            <p:nvPr/>
          </p:nvGrpSpPr>
          <p:grpSpPr>
            <a:xfrm>
              <a:off x="4488300" y="99963"/>
              <a:ext cx="167400" cy="167400"/>
              <a:chOff x="3216925" y="225750"/>
              <a:chExt cx="167400" cy="167400"/>
            </a:xfrm>
          </p:grpSpPr>
          <p:cxnSp>
            <p:nvCxnSpPr>
              <p:cNvPr id="1305" name="Google Shape;1305;p30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6" name="Google Shape;1306;p30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307" name="Google Shape;1307;p30"/>
            <p:cNvGrpSpPr/>
            <p:nvPr/>
          </p:nvGrpSpPr>
          <p:grpSpPr>
            <a:xfrm>
              <a:off x="138975" y="2475913"/>
              <a:ext cx="167400" cy="167400"/>
              <a:chOff x="3216925" y="225750"/>
              <a:chExt cx="167400" cy="167400"/>
            </a:xfrm>
          </p:grpSpPr>
          <p:cxnSp>
            <p:nvCxnSpPr>
              <p:cNvPr id="1308" name="Google Shape;1308;p30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9" name="Google Shape;1309;p30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310" name="Google Shape;1310;p30"/>
            <p:cNvSpPr/>
            <p:nvPr/>
          </p:nvSpPr>
          <p:spPr>
            <a:xfrm>
              <a:off x="289400" y="784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0"/>
            <p:cNvSpPr/>
            <p:nvPr/>
          </p:nvSpPr>
          <p:spPr>
            <a:xfrm>
              <a:off x="289400" y="22327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30"/>
            <p:cNvSpPr/>
            <p:nvPr/>
          </p:nvSpPr>
          <p:spPr>
            <a:xfrm>
              <a:off x="137000" y="32995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0"/>
            <p:cNvSpPr/>
            <p:nvPr/>
          </p:nvSpPr>
          <p:spPr>
            <a:xfrm>
              <a:off x="289400" y="44425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14" name="Google Shape;1314;p30"/>
            <p:cNvGrpSpPr/>
            <p:nvPr/>
          </p:nvGrpSpPr>
          <p:grpSpPr>
            <a:xfrm>
              <a:off x="825029" y="4885065"/>
              <a:ext cx="94726" cy="124298"/>
              <a:chOff x="850570" y="3419250"/>
              <a:chExt cx="59900" cy="78600"/>
            </a:xfrm>
          </p:grpSpPr>
          <p:sp>
            <p:nvSpPr>
              <p:cNvPr id="1315" name="Google Shape;1315;p30"/>
              <p:cNvSpPr/>
              <p:nvPr/>
            </p:nvSpPr>
            <p:spPr>
              <a:xfrm>
                <a:off x="85057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30"/>
              <p:cNvSpPr/>
              <p:nvPr/>
            </p:nvSpPr>
            <p:spPr>
              <a:xfrm>
                <a:off x="85057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17" name="Google Shape;1317;p30"/>
            <p:cNvSpPr/>
            <p:nvPr/>
          </p:nvSpPr>
          <p:spPr>
            <a:xfrm>
              <a:off x="2880200" y="1753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30"/>
            <p:cNvSpPr/>
            <p:nvPr/>
          </p:nvSpPr>
          <p:spPr>
            <a:xfrm>
              <a:off x="4099400" y="991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0"/>
            <p:cNvSpPr/>
            <p:nvPr/>
          </p:nvSpPr>
          <p:spPr>
            <a:xfrm>
              <a:off x="5242400" y="2515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30"/>
            <p:cNvSpPr/>
            <p:nvPr/>
          </p:nvSpPr>
          <p:spPr>
            <a:xfrm>
              <a:off x="6004400" y="1753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21" name="Google Shape;1321;p30"/>
            <p:cNvGrpSpPr/>
            <p:nvPr/>
          </p:nvGrpSpPr>
          <p:grpSpPr>
            <a:xfrm rot="-3599965">
              <a:off x="7375742" y="131504"/>
              <a:ext cx="94724" cy="124296"/>
              <a:chOff x="754200" y="3419250"/>
              <a:chExt cx="59900" cy="78600"/>
            </a:xfrm>
          </p:grpSpPr>
          <p:sp>
            <p:nvSpPr>
              <p:cNvPr id="1322" name="Google Shape;1322;p30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30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24" name="Google Shape;1324;p30"/>
            <p:cNvGrpSpPr/>
            <p:nvPr/>
          </p:nvGrpSpPr>
          <p:grpSpPr>
            <a:xfrm>
              <a:off x="8806813" y="99975"/>
              <a:ext cx="167400" cy="167400"/>
              <a:chOff x="3216925" y="225750"/>
              <a:chExt cx="167400" cy="167400"/>
            </a:xfrm>
          </p:grpSpPr>
          <p:cxnSp>
            <p:nvCxnSpPr>
              <p:cNvPr id="1325" name="Google Shape;1325;p30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6" name="Google Shape;1326;p30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327" name="Google Shape;1327;p30"/>
            <p:cNvSpPr/>
            <p:nvPr/>
          </p:nvSpPr>
          <p:spPr>
            <a:xfrm>
              <a:off x="7909400" y="1753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30"/>
            <p:cNvSpPr/>
            <p:nvPr/>
          </p:nvSpPr>
          <p:spPr>
            <a:xfrm>
              <a:off x="8900000" y="784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29" name="Google Shape;1329;p30"/>
            <p:cNvGrpSpPr/>
            <p:nvPr/>
          </p:nvGrpSpPr>
          <p:grpSpPr>
            <a:xfrm>
              <a:off x="8856929" y="1188340"/>
              <a:ext cx="94726" cy="124298"/>
              <a:chOff x="754200" y="3419250"/>
              <a:chExt cx="59900" cy="78600"/>
            </a:xfrm>
          </p:grpSpPr>
          <p:sp>
            <p:nvSpPr>
              <p:cNvPr id="1330" name="Google Shape;1330;p30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30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32" name="Google Shape;1332;p30"/>
            <p:cNvGrpSpPr/>
            <p:nvPr/>
          </p:nvGrpSpPr>
          <p:grpSpPr>
            <a:xfrm>
              <a:off x="8806813" y="2488038"/>
              <a:ext cx="167400" cy="167400"/>
              <a:chOff x="3216925" y="225750"/>
              <a:chExt cx="167400" cy="167400"/>
            </a:xfrm>
          </p:grpSpPr>
          <p:cxnSp>
            <p:nvCxnSpPr>
              <p:cNvPr id="1333" name="Google Shape;1333;p30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4" name="Google Shape;1334;p30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335" name="Google Shape;1335;p30"/>
            <p:cNvSpPr/>
            <p:nvPr/>
          </p:nvSpPr>
          <p:spPr>
            <a:xfrm>
              <a:off x="8900000" y="3832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30"/>
            <p:cNvSpPr/>
            <p:nvPr/>
          </p:nvSpPr>
          <p:spPr>
            <a:xfrm>
              <a:off x="8214200" y="48997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37" name="Google Shape;1337;p30"/>
            <p:cNvGrpSpPr/>
            <p:nvPr/>
          </p:nvGrpSpPr>
          <p:grpSpPr>
            <a:xfrm>
              <a:off x="7256729" y="4845940"/>
              <a:ext cx="94726" cy="124298"/>
              <a:chOff x="1043311" y="3419250"/>
              <a:chExt cx="59900" cy="78600"/>
            </a:xfrm>
          </p:grpSpPr>
          <p:sp>
            <p:nvSpPr>
              <p:cNvPr id="1338" name="Google Shape;1338;p30"/>
              <p:cNvSpPr/>
              <p:nvPr/>
            </p:nvSpPr>
            <p:spPr>
              <a:xfrm>
                <a:off x="1043311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30"/>
              <p:cNvSpPr/>
              <p:nvPr/>
            </p:nvSpPr>
            <p:spPr>
              <a:xfrm>
                <a:off x="1043311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40" name="Google Shape;1340;p30"/>
            <p:cNvSpPr/>
            <p:nvPr/>
          </p:nvSpPr>
          <p:spPr>
            <a:xfrm>
              <a:off x="5928200" y="4975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30"/>
            <p:cNvSpPr/>
            <p:nvPr/>
          </p:nvSpPr>
          <p:spPr>
            <a:xfrm>
              <a:off x="4175600" y="4975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30"/>
            <p:cNvSpPr/>
            <p:nvPr/>
          </p:nvSpPr>
          <p:spPr>
            <a:xfrm>
              <a:off x="1965800" y="48997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30"/>
            <p:cNvSpPr/>
            <p:nvPr/>
          </p:nvSpPr>
          <p:spPr>
            <a:xfrm>
              <a:off x="3032600" y="4975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4" name="Google Shape;1344;p30"/>
            <p:cNvGrpSpPr/>
            <p:nvPr/>
          </p:nvGrpSpPr>
          <p:grpSpPr>
            <a:xfrm>
              <a:off x="216500" y="4862425"/>
              <a:ext cx="167400" cy="167400"/>
              <a:chOff x="3216925" y="225750"/>
              <a:chExt cx="167400" cy="167400"/>
            </a:xfrm>
          </p:grpSpPr>
          <p:cxnSp>
            <p:nvCxnSpPr>
              <p:cNvPr id="1345" name="Google Shape;1345;p30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6" name="Google Shape;1346;p30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347" name="Google Shape;1347;p30"/>
            <p:cNvGrpSpPr/>
            <p:nvPr/>
          </p:nvGrpSpPr>
          <p:grpSpPr>
            <a:xfrm>
              <a:off x="4488300" y="4852438"/>
              <a:ext cx="167400" cy="167400"/>
              <a:chOff x="3216925" y="225750"/>
              <a:chExt cx="167400" cy="167400"/>
            </a:xfrm>
          </p:grpSpPr>
          <p:cxnSp>
            <p:nvCxnSpPr>
              <p:cNvPr id="1348" name="Google Shape;1348;p30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9" name="Google Shape;1349;p30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350" name="Google Shape;1350;p30"/>
            <p:cNvGrpSpPr/>
            <p:nvPr/>
          </p:nvGrpSpPr>
          <p:grpSpPr>
            <a:xfrm>
              <a:off x="8806813" y="4852450"/>
              <a:ext cx="167400" cy="167400"/>
              <a:chOff x="3216925" y="225750"/>
              <a:chExt cx="167400" cy="167400"/>
            </a:xfrm>
          </p:grpSpPr>
          <p:cxnSp>
            <p:nvCxnSpPr>
              <p:cNvPr id="1351" name="Google Shape;1351;p30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2" name="Google Shape;1352;p30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353" name="Google Shape;1353;p30"/>
          <p:cNvSpPr txBox="1">
            <a:spLocks noGrp="1"/>
          </p:cNvSpPr>
          <p:nvPr>
            <p:ph type="title"/>
          </p:nvPr>
        </p:nvSpPr>
        <p:spPr>
          <a:xfrm>
            <a:off x="720000" y="242331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54" name="Google Shape;1354;p30"/>
          <p:cNvSpPr txBox="1">
            <a:spLocks noGrp="1"/>
          </p:cNvSpPr>
          <p:nvPr>
            <p:ph type="subTitle" idx="1"/>
          </p:nvPr>
        </p:nvSpPr>
        <p:spPr>
          <a:xfrm>
            <a:off x="720000" y="2951034"/>
            <a:ext cx="2336400" cy="8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5" name="Google Shape;1355;p30"/>
          <p:cNvSpPr txBox="1">
            <a:spLocks noGrp="1"/>
          </p:cNvSpPr>
          <p:nvPr>
            <p:ph type="title" idx="2"/>
          </p:nvPr>
        </p:nvSpPr>
        <p:spPr>
          <a:xfrm>
            <a:off x="3403800" y="242331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56" name="Google Shape;1356;p30"/>
          <p:cNvSpPr txBox="1">
            <a:spLocks noGrp="1"/>
          </p:cNvSpPr>
          <p:nvPr>
            <p:ph type="subTitle" idx="3"/>
          </p:nvPr>
        </p:nvSpPr>
        <p:spPr>
          <a:xfrm>
            <a:off x="3403800" y="2951034"/>
            <a:ext cx="2336400" cy="8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7" name="Google Shape;1357;p30"/>
          <p:cNvSpPr txBox="1">
            <a:spLocks noGrp="1"/>
          </p:cNvSpPr>
          <p:nvPr>
            <p:ph type="title" idx="4"/>
          </p:nvPr>
        </p:nvSpPr>
        <p:spPr>
          <a:xfrm>
            <a:off x="6087600" y="242331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58" name="Google Shape;1358;p30"/>
          <p:cNvSpPr txBox="1">
            <a:spLocks noGrp="1"/>
          </p:cNvSpPr>
          <p:nvPr>
            <p:ph type="subTitle" idx="5"/>
          </p:nvPr>
        </p:nvSpPr>
        <p:spPr>
          <a:xfrm>
            <a:off x="6087600" y="2951034"/>
            <a:ext cx="2336400" cy="8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9" name="Google Shape;1359;p30"/>
          <p:cNvSpPr txBox="1">
            <a:spLocks noGrp="1"/>
          </p:cNvSpPr>
          <p:nvPr>
            <p:ph type="title" idx="6"/>
          </p:nvPr>
        </p:nvSpPr>
        <p:spPr>
          <a:xfrm>
            <a:off x="720000" y="540000"/>
            <a:ext cx="38520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tle and five columns">
  <p:cSld name="CUSTOM_10">
    <p:bg>
      <p:bgPr>
        <a:solidFill>
          <a:schemeClr val="dk1"/>
        </a:solidFill>
        <a:effectLst/>
      </p:bgPr>
    </p:bg>
    <p:spTree>
      <p:nvGrpSpPr>
        <p:cNvPr id="1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33"/>
          <p:cNvSpPr/>
          <p:nvPr/>
        </p:nvSpPr>
        <p:spPr>
          <a:xfrm>
            <a:off x="-650900" y="-12"/>
            <a:ext cx="3967964" cy="4063565"/>
          </a:xfrm>
          <a:custGeom>
            <a:avLst/>
            <a:gdLst/>
            <a:ahLst/>
            <a:cxnLst/>
            <a:rect l="l" t="t" r="r" b="b"/>
            <a:pathLst>
              <a:path w="155698" h="154025" extrusionOk="0">
                <a:moveTo>
                  <a:pt x="93462" y="8032"/>
                </a:moveTo>
                <a:cubicBezTo>
                  <a:pt x="101617" y="9636"/>
                  <a:pt x="114584" y="5620"/>
                  <a:pt x="120332" y="9636"/>
                </a:cubicBezTo>
                <a:cubicBezTo>
                  <a:pt x="126080" y="13652"/>
                  <a:pt x="123741" y="26515"/>
                  <a:pt x="127952" y="32130"/>
                </a:cubicBezTo>
                <a:cubicBezTo>
                  <a:pt x="132163" y="37745"/>
                  <a:pt x="142390" y="37024"/>
                  <a:pt x="145598" y="43325"/>
                </a:cubicBezTo>
                <a:cubicBezTo>
                  <a:pt x="148807" y="49626"/>
                  <a:pt x="145545" y="61199"/>
                  <a:pt x="147203" y="69935"/>
                </a:cubicBezTo>
                <a:cubicBezTo>
                  <a:pt x="148861" y="78672"/>
                  <a:pt x="156895" y="88050"/>
                  <a:pt x="155545" y="95744"/>
                </a:cubicBezTo>
                <a:cubicBezTo>
                  <a:pt x="154195" y="103438"/>
                  <a:pt x="143166" y="109063"/>
                  <a:pt x="139102" y="116101"/>
                </a:cubicBezTo>
                <a:cubicBezTo>
                  <a:pt x="135038" y="123139"/>
                  <a:pt x="136763" y="134060"/>
                  <a:pt x="131161" y="137973"/>
                </a:cubicBezTo>
                <a:cubicBezTo>
                  <a:pt x="125560" y="141886"/>
                  <a:pt x="115386" y="136903"/>
                  <a:pt x="105493" y="139577"/>
                </a:cubicBezTo>
                <a:cubicBezTo>
                  <a:pt x="95600" y="142251"/>
                  <a:pt x="82433" y="154416"/>
                  <a:pt x="71805" y="154015"/>
                </a:cubicBezTo>
                <a:cubicBezTo>
                  <a:pt x="61177" y="153614"/>
                  <a:pt x="51886" y="141449"/>
                  <a:pt x="41726" y="137171"/>
                </a:cubicBezTo>
                <a:cubicBezTo>
                  <a:pt x="31566" y="132893"/>
                  <a:pt x="15872" y="135980"/>
                  <a:pt x="10845" y="128348"/>
                </a:cubicBezTo>
                <a:cubicBezTo>
                  <a:pt x="5819" y="120717"/>
                  <a:pt x="13372" y="102344"/>
                  <a:pt x="11567" y="91382"/>
                </a:cubicBezTo>
                <a:cubicBezTo>
                  <a:pt x="9762" y="80420"/>
                  <a:pt x="-465" y="70572"/>
                  <a:pt x="16" y="62575"/>
                </a:cubicBezTo>
                <a:cubicBezTo>
                  <a:pt x="497" y="54578"/>
                  <a:pt x="11380" y="51623"/>
                  <a:pt x="14455" y="43398"/>
                </a:cubicBezTo>
                <a:cubicBezTo>
                  <a:pt x="17530" y="35173"/>
                  <a:pt x="12650" y="18801"/>
                  <a:pt x="18465" y="13227"/>
                </a:cubicBezTo>
                <a:cubicBezTo>
                  <a:pt x="24280" y="7653"/>
                  <a:pt x="40523" y="12159"/>
                  <a:pt x="49346" y="9956"/>
                </a:cubicBezTo>
                <a:cubicBezTo>
                  <a:pt x="58169" y="7753"/>
                  <a:pt x="64051" y="332"/>
                  <a:pt x="71404" y="11"/>
                </a:cubicBezTo>
                <a:cubicBezTo>
                  <a:pt x="78757" y="-310"/>
                  <a:pt x="85307" y="6428"/>
                  <a:pt x="93462" y="8032"/>
                </a:cubicBezTo>
                <a:close/>
              </a:path>
            </a:pathLst>
          </a:custGeom>
          <a:solidFill>
            <a:srgbClr val="5D74FF">
              <a:alpha val="25000"/>
            </a:srgbClr>
          </a:solidFill>
          <a:ln>
            <a:noFill/>
          </a:ln>
        </p:spPr>
      </p:sp>
      <p:sp>
        <p:nvSpPr>
          <p:cNvPr id="1499" name="Google Shape;1499;p33"/>
          <p:cNvSpPr/>
          <p:nvPr/>
        </p:nvSpPr>
        <p:spPr>
          <a:xfrm>
            <a:off x="5954550" y="-842312"/>
            <a:ext cx="3967964" cy="4063565"/>
          </a:xfrm>
          <a:custGeom>
            <a:avLst/>
            <a:gdLst/>
            <a:ahLst/>
            <a:cxnLst/>
            <a:rect l="l" t="t" r="r" b="b"/>
            <a:pathLst>
              <a:path w="155698" h="154025" extrusionOk="0">
                <a:moveTo>
                  <a:pt x="93462" y="8032"/>
                </a:moveTo>
                <a:cubicBezTo>
                  <a:pt x="101617" y="9636"/>
                  <a:pt x="114584" y="5620"/>
                  <a:pt x="120332" y="9636"/>
                </a:cubicBezTo>
                <a:cubicBezTo>
                  <a:pt x="126080" y="13652"/>
                  <a:pt x="123741" y="26515"/>
                  <a:pt x="127952" y="32130"/>
                </a:cubicBezTo>
                <a:cubicBezTo>
                  <a:pt x="132163" y="37745"/>
                  <a:pt x="142390" y="37024"/>
                  <a:pt x="145598" y="43325"/>
                </a:cubicBezTo>
                <a:cubicBezTo>
                  <a:pt x="148807" y="49626"/>
                  <a:pt x="145545" y="61199"/>
                  <a:pt x="147203" y="69935"/>
                </a:cubicBezTo>
                <a:cubicBezTo>
                  <a:pt x="148861" y="78672"/>
                  <a:pt x="156895" y="88050"/>
                  <a:pt x="155545" y="95744"/>
                </a:cubicBezTo>
                <a:cubicBezTo>
                  <a:pt x="154195" y="103438"/>
                  <a:pt x="143166" y="109063"/>
                  <a:pt x="139102" y="116101"/>
                </a:cubicBezTo>
                <a:cubicBezTo>
                  <a:pt x="135038" y="123139"/>
                  <a:pt x="136763" y="134060"/>
                  <a:pt x="131161" y="137973"/>
                </a:cubicBezTo>
                <a:cubicBezTo>
                  <a:pt x="125560" y="141886"/>
                  <a:pt x="115386" y="136903"/>
                  <a:pt x="105493" y="139577"/>
                </a:cubicBezTo>
                <a:cubicBezTo>
                  <a:pt x="95600" y="142251"/>
                  <a:pt x="82433" y="154416"/>
                  <a:pt x="71805" y="154015"/>
                </a:cubicBezTo>
                <a:cubicBezTo>
                  <a:pt x="61177" y="153614"/>
                  <a:pt x="51886" y="141449"/>
                  <a:pt x="41726" y="137171"/>
                </a:cubicBezTo>
                <a:cubicBezTo>
                  <a:pt x="31566" y="132893"/>
                  <a:pt x="15872" y="135980"/>
                  <a:pt x="10845" y="128348"/>
                </a:cubicBezTo>
                <a:cubicBezTo>
                  <a:pt x="5819" y="120717"/>
                  <a:pt x="13372" y="102344"/>
                  <a:pt x="11567" y="91382"/>
                </a:cubicBezTo>
                <a:cubicBezTo>
                  <a:pt x="9762" y="80420"/>
                  <a:pt x="-465" y="70572"/>
                  <a:pt x="16" y="62575"/>
                </a:cubicBezTo>
                <a:cubicBezTo>
                  <a:pt x="497" y="54578"/>
                  <a:pt x="11380" y="51623"/>
                  <a:pt x="14455" y="43398"/>
                </a:cubicBezTo>
                <a:cubicBezTo>
                  <a:pt x="17530" y="35173"/>
                  <a:pt x="12650" y="18801"/>
                  <a:pt x="18465" y="13227"/>
                </a:cubicBezTo>
                <a:cubicBezTo>
                  <a:pt x="24280" y="7653"/>
                  <a:pt x="40523" y="12159"/>
                  <a:pt x="49346" y="9956"/>
                </a:cubicBezTo>
                <a:cubicBezTo>
                  <a:pt x="58169" y="7753"/>
                  <a:pt x="64051" y="332"/>
                  <a:pt x="71404" y="11"/>
                </a:cubicBezTo>
                <a:cubicBezTo>
                  <a:pt x="78757" y="-310"/>
                  <a:pt x="85307" y="6428"/>
                  <a:pt x="93462" y="8032"/>
                </a:cubicBezTo>
                <a:close/>
              </a:path>
            </a:pathLst>
          </a:custGeom>
          <a:solidFill>
            <a:srgbClr val="5D74FF">
              <a:alpha val="25000"/>
            </a:srgbClr>
          </a:solidFill>
          <a:ln>
            <a:noFill/>
          </a:ln>
        </p:spPr>
      </p:sp>
      <p:sp>
        <p:nvSpPr>
          <p:cNvPr id="1500" name="Google Shape;1500;p33"/>
          <p:cNvSpPr/>
          <p:nvPr/>
        </p:nvSpPr>
        <p:spPr>
          <a:xfrm>
            <a:off x="2756725" y="1807413"/>
            <a:ext cx="3967964" cy="4063565"/>
          </a:xfrm>
          <a:custGeom>
            <a:avLst/>
            <a:gdLst/>
            <a:ahLst/>
            <a:cxnLst/>
            <a:rect l="l" t="t" r="r" b="b"/>
            <a:pathLst>
              <a:path w="155698" h="154025" extrusionOk="0">
                <a:moveTo>
                  <a:pt x="93462" y="8032"/>
                </a:moveTo>
                <a:cubicBezTo>
                  <a:pt x="101617" y="9636"/>
                  <a:pt x="114584" y="5620"/>
                  <a:pt x="120332" y="9636"/>
                </a:cubicBezTo>
                <a:cubicBezTo>
                  <a:pt x="126080" y="13652"/>
                  <a:pt x="123741" y="26515"/>
                  <a:pt x="127952" y="32130"/>
                </a:cubicBezTo>
                <a:cubicBezTo>
                  <a:pt x="132163" y="37745"/>
                  <a:pt x="142390" y="37024"/>
                  <a:pt x="145598" y="43325"/>
                </a:cubicBezTo>
                <a:cubicBezTo>
                  <a:pt x="148807" y="49626"/>
                  <a:pt x="145545" y="61199"/>
                  <a:pt x="147203" y="69935"/>
                </a:cubicBezTo>
                <a:cubicBezTo>
                  <a:pt x="148861" y="78672"/>
                  <a:pt x="156895" y="88050"/>
                  <a:pt x="155545" y="95744"/>
                </a:cubicBezTo>
                <a:cubicBezTo>
                  <a:pt x="154195" y="103438"/>
                  <a:pt x="143166" y="109063"/>
                  <a:pt x="139102" y="116101"/>
                </a:cubicBezTo>
                <a:cubicBezTo>
                  <a:pt x="135038" y="123139"/>
                  <a:pt x="136763" y="134060"/>
                  <a:pt x="131161" y="137973"/>
                </a:cubicBezTo>
                <a:cubicBezTo>
                  <a:pt x="125560" y="141886"/>
                  <a:pt x="115386" y="136903"/>
                  <a:pt x="105493" y="139577"/>
                </a:cubicBezTo>
                <a:cubicBezTo>
                  <a:pt x="95600" y="142251"/>
                  <a:pt x="82433" y="154416"/>
                  <a:pt x="71805" y="154015"/>
                </a:cubicBezTo>
                <a:cubicBezTo>
                  <a:pt x="61177" y="153614"/>
                  <a:pt x="51886" y="141449"/>
                  <a:pt x="41726" y="137171"/>
                </a:cubicBezTo>
                <a:cubicBezTo>
                  <a:pt x="31566" y="132893"/>
                  <a:pt x="15872" y="135980"/>
                  <a:pt x="10845" y="128348"/>
                </a:cubicBezTo>
                <a:cubicBezTo>
                  <a:pt x="5819" y="120717"/>
                  <a:pt x="13372" y="102344"/>
                  <a:pt x="11567" y="91382"/>
                </a:cubicBezTo>
                <a:cubicBezTo>
                  <a:pt x="9762" y="80420"/>
                  <a:pt x="-465" y="70572"/>
                  <a:pt x="16" y="62575"/>
                </a:cubicBezTo>
                <a:cubicBezTo>
                  <a:pt x="497" y="54578"/>
                  <a:pt x="11380" y="51623"/>
                  <a:pt x="14455" y="43398"/>
                </a:cubicBezTo>
                <a:cubicBezTo>
                  <a:pt x="17530" y="35173"/>
                  <a:pt x="12650" y="18801"/>
                  <a:pt x="18465" y="13227"/>
                </a:cubicBezTo>
                <a:cubicBezTo>
                  <a:pt x="24280" y="7653"/>
                  <a:pt x="40523" y="12159"/>
                  <a:pt x="49346" y="9956"/>
                </a:cubicBezTo>
                <a:cubicBezTo>
                  <a:pt x="58169" y="7753"/>
                  <a:pt x="64051" y="332"/>
                  <a:pt x="71404" y="11"/>
                </a:cubicBezTo>
                <a:cubicBezTo>
                  <a:pt x="78757" y="-310"/>
                  <a:pt x="85307" y="6428"/>
                  <a:pt x="93462" y="8032"/>
                </a:cubicBezTo>
                <a:close/>
              </a:path>
            </a:pathLst>
          </a:custGeom>
          <a:solidFill>
            <a:srgbClr val="5D74FF">
              <a:alpha val="25000"/>
            </a:srgbClr>
          </a:solidFill>
          <a:ln>
            <a:noFill/>
          </a:ln>
        </p:spPr>
      </p:sp>
      <p:sp>
        <p:nvSpPr>
          <p:cNvPr id="1501" name="Google Shape;1501;p33"/>
          <p:cNvSpPr/>
          <p:nvPr/>
        </p:nvSpPr>
        <p:spPr>
          <a:xfrm>
            <a:off x="439325" y="355925"/>
            <a:ext cx="8289300" cy="4403100"/>
          </a:xfrm>
          <a:prstGeom prst="roundRect">
            <a:avLst>
              <a:gd name="adj" fmla="val 66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2" name="Google Shape;1502;p33"/>
          <p:cNvSpPr txBox="1">
            <a:spLocks noGrp="1"/>
          </p:cNvSpPr>
          <p:nvPr>
            <p:ph type="title"/>
          </p:nvPr>
        </p:nvSpPr>
        <p:spPr>
          <a:xfrm>
            <a:off x="2152675" y="1995000"/>
            <a:ext cx="19671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03" name="Google Shape;1503;p33"/>
          <p:cNvSpPr txBox="1">
            <a:spLocks noGrp="1"/>
          </p:cNvSpPr>
          <p:nvPr>
            <p:ph type="subTitle" idx="1"/>
          </p:nvPr>
        </p:nvSpPr>
        <p:spPr>
          <a:xfrm>
            <a:off x="2152675" y="2438700"/>
            <a:ext cx="1967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04" name="Google Shape;1504;p33"/>
          <p:cNvGrpSpPr/>
          <p:nvPr/>
        </p:nvGrpSpPr>
        <p:grpSpPr>
          <a:xfrm flipH="1">
            <a:off x="137000" y="99118"/>
            <a:ext cx="8837213" cy="4930707"/>
            <a:chOff x="137000" y="99118"/>
            <a:chExt cx="8837213" cy="4930707"/>
          </a:xfrm>
        </p:grpSpPr>
        <p:grpSp>
          <p:nvGrpSpPr>
            <p:cNvPr id="1505" name="Google Shape;1505;p33"/>
            <p:cNvGrpSpPr/>
            <p:nvPr/>
          </p:nvGrpSpPr>
          <p:grpSpPr>
            <a:xfrm rot="6300016">
              <a:off x="1102154" y="131504"/>
              <a:ext cx="94725" cy="124297"/>
              <a:chOff x="754200" y="3419250"/>
              <a:chExt cx="59900" cy="78600"/>
            </a:xfrm>
          </p:grpSpPr>
          <p:sp>
            <p:nvSpPr>
              <p:cNvPr id="1506" name="Google Shape;1506;p33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3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3"/>
            <p:cNvGrpSpPr/>
            <p:nvPr/>
          </p:nvGrpSpPr>
          <p:grpSpPr>
            <a:xfrm>
              <a:off x="216500" y="109950"/>
              <a:ext cx="167400" cy="167400"/>
              <a:chOff x="3216925" y="225750"/>
              <a:chExt cx="167400" cy="167400"/>
            </a:xfrm>
          </p:grpSpPr>
          <p:cxnSp>
            <p:nvCxnSpPr>
              <p:cNvPr id="1509" name="Google Shape;1509;p33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10" name="Google Shape;1510;p33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11" name="Google Shape;1511;p33"/>
            <p:cNvGrpSpPr/>
            <p:nvPr/>
          </p:nvGrpSpPr>
          <p:grpSpPr>
            <a:xfrm>
              <a:off x="4488300" y="99963"/>
              <a:ext cx="167400" cy="167400"/>
              <a:chOff x="3216925" y="225750"/>
              <a:chExt cx="167400" cy="167400"/>
            </a:xfrm>
          </p:grpSpPr>
          <p:cxnSp>
            <p:nvCxnSpPr>
              <p:cNvPr id="1512" name="Google Shape;1512;p33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13" name="Google Shape;1513;p33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14" name="Google Shape;1514;p33"/>
            <p:cNvGrpSpPr/>
            <p:nvPr/>
          </p:nvGrpSpPr>
          <p:grpSpPr>
            <a:xfrm>
              <a:off x="138975" y="2475913"/>
              <a:ext cx="167400" cy="167400"/>
              <a:chOff x="3216925" y="225750"/>
              <a:chExt cx="167400" cy="167400"/>
            </a:xfrm>
          </p:grpSpPr>
          <p:cxnSp>
            <p:nvCxnSpPr>
              <p:cNvPr id="1515" name="Google Shape;1515;p33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16" name="Google Shape;1516;p33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517" name="Google Shape;1517;p33"/>
            <p:cNvSpPr/>
            <p:nvPr/>
          </p:nvSpPr>
          <p:spPr>
            <a:xfrm>
              <a:off x="289400" y="784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33"/>
            <p:cNvSpPr/>
            <p:nvPr/>
          </p:nvSpPr>
          <p:spPr>
            <a:xfrm>
              <a:off x="289400" y="22327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33"/>
            <p:cNvSpPr/>
            <p:nvPr/>
          </p:nvSpPr>
          <p:spPr>
            <a:xfrm>
              <a:off x="137000" y="32995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33"/>
            <p:cNvSpPr/>
            <p:nvPr/>
          </p:nvSpPr>
          <p:spPr>
            <a:xfrm>
              <a:off x="289400" y="44425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21" name="Google Shape;1521;p33"/>
            <p:cNvGrpSpPr/>
            <p:nvPr/>
          </p:nvGrpSpPr>
          <p:grpSpPr>
            <a:xfrm>
              <a:off x="825029" y="4885065"/>
              <a:ext cx="94726" cy="124298"/>
              <a:chOff x="850570" y="3419250"/>
              <a:chExt cx="59900" cy="78600"/>
            </a:xfrm>
          </p:grpSpPr>
          <p:sp>
            <p:nvSpPr>
              <p:cNvPr id="1522" name="Google Shape;1522;p33"/>
              <p:cNvSpPr/>
              <p:nvPr/>
            </p:nvSpPr>
            <p:spPr>
              <a:xfrm>
                <a:off x="85057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33"/>
              <p:cNvSpPr/>
              <p:nvPr/>
            </p:nvSpPr>
            <p:spPr>
              <a:xfrm>
                <a:off x="85057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4" name="Google Shape;1524;p33"/>
            <p:cNvSpPr/>
            <p:nvPr/>
          </p:nvSpPr>
          <p:spPr>
            <a:xfrm>
              <a:off x="2880200" y="1753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33"/>
            <p:cNvSpPr/>
            <p:nvPr/>
          </p:nvSpPr>
          <p:spPr>
            <a:xfrm>
              <a:off x="4099400" y="991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33"/>
            <p:cNvSpPr/>
            <p:nvPr/>
          </p:nvSpPr>
          <p:spPr>
            <a:xfrm>
              <a:off x="5242400" y="2515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33"/>
            <p:cNvSpPr/>
            <p:nvPr/>
          </p:nvSpPr>
          <p:spPr>
            <a:xfrm>
              <a:off x="6004400" y="1753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28" name="Google Shape;1528;p33"/>
            <p:cNvGrpSpPr/>
            <p:nvPr/>
          </p:nvGrpSpPr>
          <p:grpSpPr>
            <a:xfrm rot="-3599965">
              <a:off x="7375742" y="131504"/>
              <a:ext cx="94724" cy="124296"/>
              <a:chOff x="754200" y="3419250"/>
              <a:chExt cx="59900" cy="78600"/>
            </a:xfrm>
          </p:grpSpPr>
          <p:sp>
            <p:nvSpPr>
              <p:cNvPr id="1529" name="Google Shape;1529;p33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3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1" name="Google Shape;1531;p33"/>
            <p:cNvGrpSpPr/>
            <p:nvPr/>
          </p:nvGrpSpPr>
          <p:grpSpPr>
            <a:xfrm>
              <a:off x="8806813" y="99975"/>
              <a:ext cx="167400" cy="167400"/>
              <a:chOff x="3216925" y="225750"/>
              <a:chExt cx="167400" cy="167400"/>
            </a:xfrm>
          </p:grpSpPr>
          <p:cxnSp>
            <p:nvCxnSpPr>
              <p:cNvPr id="1532" name="Google Shape;1532;p33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33" name="Google Shape;1533;p33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534" name="Google Shape;1534;p33"/>
            <p:cNvSpPr/>
            <p:nvPr/>
          </p:nvSpPr>
          <p:spPr>
            <a:xfrm>
              <a:off x="7909400" y="1753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3"/>
            <p:cNvSpPr/>
            <p:nvPr/>
          </p:nvSpPr>
          <p:spPr>
            <a:xfrm>
              <a:off x="8900000" y="784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6" name="Google Shape;1536;p33"/>
            <p:cNvGrpSpPr/>
            <p:nvPr/>
          </p:nvGrpSpPr>
          <p:grpSpPr>
            <a:xfrm>
              <a:off x="8856929" y="1188340"/>
              <a:ext cx="94726" cy="124298"/>
              <a:chOff x="754200" y="3419250"/>
              <a:chExt cx="59900" cy="78600"/>
            </a:xfrm>
          </p:grpSpPr>
          <p:sp>
            <p:nvSpPr>
              <p:cNvPr id="1537" name="Google Shape;1537;p33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33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9" name="Google Shape;1539;p33"/>
            <p:cNvGrpSpPr/>
            <p:nvPr/>
          </p:nvGrpSpPr>
          <p:grpSpPr>
            <a:xfrm>
              <a:off x="8806813" y="2488038"/>
              <a:ext cx="167400" cy="167400"/>
              <a:chOff x="3216925" y="225750"/>
              <a:chExt cx="167400" cy="167400"/>
            </a:xfrm>
          </p:grpSpPr>
          <p:cxnSp>
            <p:nvCxnSpPr>
              <p:cNvPr id="1540" name="Google Shape;1540;p33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41" name="Google Shape;1541;p33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542" name="Google Shape;1542;p33"/>
            <p:cNvSpPr/>
            <p:nvPr/>
          </p:nvSpPr>
          <p:spPr>
            <a:xfrm>
              <a:off x="8900000" y="3832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33"/>
            <p:cNvSpPr/>
            <p:nvPr/>
          </p:nvSpPr>
          <p:spPr>
            <a:xfrm>
              <a:off x="8214200" y="48997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44" name="Google Shape;1544;p33"/>
            <p:cNvGrpSpPr/>
            <p:nvPr/>
          </p:nvGrpSpPr>
          <p:grpSpPr>
            <a:xfrm>
              <a:off x="7256729" y="4845940"/>
              <a:ext cx="94726" cy="124298"/>
              <a:chOff x="1043311" y="3419250"/>
              <a:chExt cx="59900" cy="78600"/>
            </a:xfrm>
          </p:grpSpPr>
          <p:sp>
            <p:nvSpPr>
              <p:cNvPr id="1545" name="Google Shape;1545;p33"/>
              <p:cNvSpPr/>
              <p:nvPr/>
            </p:nvSpPr>
            <p:spPr>
              <a:xfrm>
                <a:off x="1043311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33"/>
              <p:cNvSpPr/>
              <p:nvPr/>
            </p:nvSpPr>
            <p:spPr>
              <a:xfrm>
                <a:off x="1043311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47" name="Google Shape;1547;p33"/>
            <p:cNvSpPr/>
            <p:nvPr/>
          </p:nvSpPr>
          <p:spPr>
            <a:xfrm>
              <a:off x="5928200" y="4975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33"/>
            <p:cNvSpPr/>
            <p:nvPr/>
          </p:nvSpPr>
          <p:spPr>
            <a:xfrm>
              <a:off x="4175600" y="4975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3"/>
            <p:cNvSpPr/>
            <p:nvPr/>
          </p:nvSpPr>
          <p:spPr>
            <a:xfrm>
              <a:off x="1965800" y="48997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33"/>
            <p:cNvSpPr/>
            <p:nvPr/>
          </p:nvSpPr>
          <p:spPr>
            <a:xfrm>
              <a:off x="3032600" y="4975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51" name="Google Shape;1551;p33"/>
            <p:cNvGrpSpPr/>
            <p:nvPr/>
          </p:nvGrpSpPr>
          <p:grpSpPr>
            <a:xfrm>
              <a:off x="216500" y="4862425"/>
              <a:ext cx="167400" cy="167400"/>
              <a:chOff x="3216925" y="225750"/>
              <a:chExt cx="167400" cy="167400"/>
            </a:xfrm>
          </p:grpSpPr>
          <p:cxnSp>
            <p:nvCxnSpPr>
              <p:cNvPr id="1552" name="Google Shape;1552;p33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53" name="Google Shape;1553;p33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54" name="Google Shape;1554;p33"/>
            <p:cNvGrpSpPr/>
            <p:nvPr/>
          </p:nvGrpSpPr>
          <p:grpSpPr>
            <a:xfrm>
              <a:off x="4488300" y="4852438"/>
              <a:ext cx="167400" cy="167400"/>
              <a:chOff x="3216925" y="225750"/>
              <a:chExt cx="167400" cy="167400"/>
            </a:xfrm>
          </p:grpSpPr>
          <p:cxnSp>
            <p:nvCxnSpPr>
              <p:cNvPr id="1555" name="Google Shape;1555;p33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56" name="Google Shape;1556;p33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57" name="Google Shape;1557;p33"/>
            <p:cNvGrpSpPr/>
            <p:nvPr/>
          </p:nvGrpSpPr>
          <p:grpSpPr>
            <a:xfrm>
              <a:off x="8806813" y="4852450"/>
              <a:ext cx="167400" cy="167400"/>
              <a:chOff x="3216925" y="225750"/>
              <a:chExt cx="167400" cy="167400"/>
            </a:xfrm>
          </p:grpSpPr>
          <p:cxnSp>
            <p:nvCxnSpPr>
              <p:cNvPr id="1558" name="Google Shape;1558;p33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59" name="Google Shape;1559;p33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560" name="Google Shape;1560;p33"/>
          <p:cNvSpPr txBox="1">
            <a:spLocks noGrp="1"/>
          </p:cNvSpPr>
          <p:nvPr>
            <p:ph type="title" idx="2"/>
          </p:nvPr>
        </p:nvSpPr>
        <p:spPr>
          <a:xfrm>
            <a:off x="5024225" y="1995000"/>
            <a:ext cx="19671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61" name="Google Shape;1561;p33"/>
          <p:cNvSpPr txBox="1">
            <a:spLocks noGrp="1"/>
          </p:cNvSpPr>
          <p:nvPr>
            <p:ph type="subTitle" idx="3"/>
          </p:nvPr>
        </p:nvSpPr>
        <p:spPr>
          <a:xfrm>
            <a:off x="5024225" y="2438725"/>
            <a:ext cx="1967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2" name="Google Shape;1562;p33"/>
          <p:cNvSpPr txBox="1">
            <a:spLocks noGrp="1"/>
          </p:cNvSpPr>
          <p:nvPr>
            <p:ph type="title" idx="4"/>
          </p:nvPr>
        </p:nvSpPr>
        <p:spPr>
          <a:xfrm>
            <a:off x="716900" y="3677350"/>
            <a:ext cx="19671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63" name="Google Shape;1563;p33"/>
          <p:cNvSpPr txBox="1">
            <a:spLocks noGrp="1"/>
          </p:cNvSpPr>
          <p:nvPr>
            <p:ph type="subTitle" idx="5"/>
          </p:nvPr>
        </p:nvSpPr>
        <p:spPr>
          <a:xfrm>
            <a:off x="716900" y="4121000"/>
            <a:ext cx="1967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4" name="Google Shape;1564;p33"/>
          <p:cNvSpPr txBox="1">
            <a:spLocks noGrp="1"/>
          </p:cNvSpPr>
          <p:nvPr>
            <p:ph type="title" idx="6"/>
          </p:nvPr>
        </p:nvSpPr>
        <p:spPr>
          <a:xfrm>
            <a:off x="6460000" y="3677350"/>
            <a:ext cx="19671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65" name="Google Shape;1565;p33"/>
          <p:cNvSpPr txBox="1">
            <a:spLocks noGrp="1"/>
          </p:cNvSpPr>
          <p:nvPr>
            <p:ph type="subTitle" idx="7"/>
          </p:nvPr>
        </p:nvSpPr>
        <p:spPr>
          <a:xfrm>
            <a:off x="6460000" y="4121000"/>
            <a:ext cx="1967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6" name="Google Shape;1566;p33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38520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67" name="Google Shape;1567;p33"/>
          <p:cNvSpPr txBox="1">
            <a:spLocks noGrp="1"/>
          </p:cNvSpPr>
          <p:nvPr>
            <p:ph type="title" idx="9"/>
          </p:nvPr>
        </p:nvSpPr>
        <p:spPr>
          <a:xfrm>
            <a:off x="3588438" y="3677350"/>
            <a:ext cx="19671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68" name="Google Shape;1568;p33"/>
          <p:cNvSpPr txBox="1">
            <a:spLocks noGrp="1"/>
          </p:cNvSpPr>
          <p:nvPr>
            <p:ph type="subTitle" idx="13"/>
          </p:nvPr>
        </p:nvSpPr>
        <p:spPr>
          <a:xfrm>
            <a:off x="3588438" y="4121000"/>
            <a:ext cx="1967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CUSTOM_16">
    <p:spTree>
      <p:nvGrpSpPr>
        <p:cNvPr id="1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p38"/>
          <p:cNvSpPr/>
          <p:nvPr/>
        </p:nvSpPr>
        <p:spPr>
          <a:xfrm>
            <a:off x="439325" y="355925"/>
            <a:ext cx="8289300" cy="4403100"/>
          </a:xfrm>
          <a:prstGeom prst="roundRect">
            <a:avLst>
              <a:gd name="adj" fmla="val 66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1" name="Google Shape;1801;p38"/>
          <p:cNvSpPr/>
          <p:nvPr/>
        </p:nvSpPr>
        <p:spPr>
          <a:xfrm rot="-5400000" flipH="1">
            <a:off x="-1610194" y="2464438"/>
            <a:ext cx="3345172" cy="3309997"/>
          </a:xfrm>
          <a:custGeom>
            <a:avLst/>
            <a:gdLst/>
            <a:ahLst/>
            <a:cxnLst/>
            <a:rect l="l" t="t" r="r" b="b"/>
            <a:pathLst>
              <a:path w="155698" h="154025" extrusionOk="0">
                <a:moveTo>
                  <a:pt x="93462" y="8032"/>
                </a:moveTo>
                <a:cubicBezTo>
                  <a:pt x="101617" y="9636"/>
                  <a:pt x="114584" y="5620"/>
                  <a:pt x="120332" y="9636"/>
                </a:cubicBezTo>
                <a:cubicBezTo>
                  <a:pt x="126080" y="13652"/>
                  <a:pt x="123741" y="26515"/>
                  <a:pt x="127952" y="32130"/>
                </a:cubicBezTo>
                <a:cubicBezTo>
                  <a:pt x="132163" y="37745"/>
                  <a:pt x="142390" y="37024"/>
                  <a:pt x="145598" y="43325"/>
                </a:cubicBezTo>
                <a:cubicBezTo>
                  <a:pt x="148807" y="49626"/>
                  <a:pt x="145545" y="61199"/>
                  <a:pt x="147203" y="69935"/>
                </a:cubicBezTo>
                <a:cubicBezTo>
                  <a:pt x="148861" y="78672"/>
                  <a:pt x="156895" y="88050"/>
                  <a:pt x="155545" y="95744"/>
                </a:cubicBezTo>
                <a:cubicBezTo>
                  <a:pt x="154195" y="103438"/>
                  <a:pt x="143166" y="109063"/>
                  <a:pt x="139102" y="116101"/>
                </a:cubicBezTo>
                <a:cubicBezTo>
                  <a:pt x="135038" y="123139"/>
                  <a:pt x="136763" y="134060"/>
                  <a:pt x="131161" y="137973"/>
                </a:cubicBezTo>
                <a:cubicBezTo>
                  <a:pt x="125560" y="141886"/>
                  <a:pt x="115386" y="136903"/>
                  <a:pt x="105493" y="139577"/>
                </a:cubicBezTo>
                <a:cubicBezTo>
                  <a:pt x="95600" y="142251"/>
                  <a:pt x="82433" y="154416"/>
                  <a:pt x="71805" y="154015"/>
                </a:cubicBezTo>
                <a:cubicBezTo>
                  <a:pt x="61177" y="153614"/>
                  <a:pt x="51886" y="141449"/>
                  <a:pt x="41726" y="137171"/>
                </a:cubicBezTo>
                <a:cubicBezTo>
                  <a:pt x="31566" y="132893"/>
                  <a:pt x="15872" y="135980"/>
                  <a:pt x="10845" y="128348"/>
                </a:cubicBezTo>
                <a:cubicBezTo>
                  <a:pt x="5819" y="120717"/>
                  <a:pt x="13372" y="102344"/>
                  <a:pt x="11567" y="91382"/>
                </a:cubicBezTo>
                <a:cubicBezTo>
                  <a:pt x="9762" y="80420"/>
                  <a:pt x="-465" y="70572"/>
                  <a:pt x="16" y="62575"/>
                </a:cubicBezTo>
                <a:cubicBezTo>
                  <a:pt x="497" y="54578"/>
                  <a:pt x="11380" y="51623"/>
                  <a:pt x="14455" y="43398"/>
                </a:cubicBezTo>
                <a:cubicBezTo>
                  <a:pt x="17530" y="35173"/>
                  <a:pt x="12650" y="18801"/>
                  <a:pt x="18465" y="13227"/>
                </a:cubicBezTo>
                <a:cubicBezTo>
                  <a:pt x="24280" y="7653"/>
                  <a:pt x="40523" y="12159"/>
                  <a:pt x="49346" y="9956"/>
                </a:cubicBezTo>
                <a:cubicBezTo>
                  <a:pt x="58169" y="7753"/>
                  <a:pt x="64051" y="332"/>
                  <a:pt x="71404" y="11"/>
                </a:cubicBezTo>
                <a:cubicBezTo>
                  <a:pt x="78757" y="-310"/>
                  <a:pt x="85307" y="6428"/>
                  <a:pt x="93462" y="8032"/>
                </a:cubicBezTo>
                <a:close/>
              </a:path>
            </a:pathLst>
          </a:custGeom>
          <a:solidFill>
            <a:srgbClr val="5D74FF">
              <a:alpha val="25000"/>
            </a:srgbClr>
          </a:solidFill>
          <a:ln>
            <a:noFill/>
          </a:ln>
        </p:spPr>
      </p:sp>
      <p:grpSp>
        <p:nvGrpSpPr>
          <p:cNvPr id="1802" name="Google Shape;1802;p38"/>
          <p:cNvGrpSpPr/>
          <p:nvPr/>
        </p:nvGrpSpPr>
        <p:grpSpPr>
          <a:xfrm flipH="1">
            <a:off x="166131" y="110373"/>
            <a:ext cx="8837213" cy="4930707"/>
            <a:chOff x="166131" y="110373"/>
            <a:chExt cx="8837213" cy="4930707"/>
          </a:xfrm>
        </p:grpSpPr>
        <p:grpSp>
          <p:nvGrpSpPr>
            <p:cNvPr id="1803" name="Google Shape;1803;p38"/>
            <p:cNvGrpSpPr/>
            <p:nvPr/>
          </p:nvGrpSpPr>
          <p:grpSpPr>
            <a:xfrm rot="10800000">
              <a:off x="8756443" y="4862848"/>
              <a:ext cx="167400" cy="167400"/>
              <a:chOff x="3216925" y="225750"/>
              <a:chExt cx="167400" cy="167400"/>
            </a:xfrm>
          </p:grpSpPr>
          <p:cxnSp>
            <p:nvCxnSpPr>
              <p:cNvPr id="1804" name="Google Shape;1804;p38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05" name="Google Shape;1805;p38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806" name="Google Shape;1806;p38"/>
            <p:cNvGrpSpPr/>
            <p:nvPr/>
          </p:nvGrpSpPr>
          <p:grpSpPr>
            <a:xfrm rot="10800000">
              <a:off x="4484643" y="4872835"/>
              <a:ext cx="167400" cy="167400"/>
              <a:chOff x="3216925" y="225750"/>
              <a:chExt cx="167400" cy="167400"/>
            </a:xfrm>
          </p:grpSpPr>
          <p:cxnSp>
            <p:nvCxnSpPr>
              <p:cNvPr id="1807" name="Google Shape;1807;p38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08" name="Google Shape;1808;p38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809" name="Google Shape;1809;p38"/>
            <p:cNvGrpSpPr/>
            <p:nvPr/>
          </p:nvGrpSpPr>
          <p:grpSpPr>
            <a:xfrm rot="10800000">
              <a:off x="8833968" y="2496885"/>
              <a:ext cx="167400" cy="167400"/>
              <a:chOff x="3216925" y="225750"/>
              <a:chExt cx="167400" cy="167400"/>
            </a:xfrm>
          </p:grpSpPr>
          <p:cxnSp>
            <p:nvCxnSpPr>
              <p:cNvPr id="1810" name="Google Shape;1810;p38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1" name="Google Shape;1811;p38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812" name="Google Shape;1812;p38"/>
            <p:cNvSpPr/>
            <p:nvPr/>
          </p:nvSpPr>
          <p:spPr>
            <a:xfrm rot="10800000">
              <a:off x="8829343" y="43336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8"/>
            <p:cNvSpPr/>
            <p:nvPr/>
          </p:nvSpPr>
          <p:spPr>
            <a:xfrm rot="10800000">
              <a:off x="8829343" y="28858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8"/>
            <p:cNvSpPr/>
            <p:nvPr/>
          </p:nvSpPr>
          <p:spPr>
            <a:xfrm rot="10800000">
              <a:off x="8981743" y="18190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8"/>
            <p:cNvSpPr/>
            <p:nvPr/>
          </p:nvSpPr>
          <p:spPr>
            <a:xfrm rot="10800000">
              <a:off x="8829343" y="6760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8"/>
            <p:cNvSpPr/>
            <p:nvPr/>
          </p:nvSpPr>
          <p:spPr>
            <a:xfrm rot="10800000">
              <a:off x="6238543" y="49432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8"/>
            <p:cNvSpPr/>
            <p:nvPr/>
          </p:nvSpPr>
          <p:spPr>
            <a:xfrm rot="10800000">
              <a:off x="5019343" y="50194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8"/>
            <p:cNvSpPr/>
            <p:nvPr/>
          </p:nvSpPr>
          <p:spPr>
            <a:xfrm rot="10800000">
              <a:off x="3876343" y="48670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8"/>
            <p:cNvSpPr/>
            <p:nvPr/>
          </p:nvSpPr>
          <p:spPr>
            <a:xfrm rot="10800000">
              <a:off x="3114343" y="49432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20" name="Google Shape;1820;p38"/>
            <p:cNvGrpSpPr/>
            <p:nvPr/>
          </p:nvGrpSpPr>
          <p:grpSpPr>
            <a:xfrm rot="10800000">
              <a:off x="166131" y="4872823"/>
              <a:ext cx="167400" cy="167400"/>
              <a:chOff x="3216925" y="225750"/>
              <a:chExt cx="167400" cy="167400"/>
            </a:xfrm>
          </p:grpSpPr>
          <p:cxnSp>
            <p:nvCxnSpPr>
              <p:cNvPr id="1821" name="Google Shape;1821;p38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22" name="Google Shape;1822;p38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823" name="Google Shape;1823;p38"/>
            <p:cNvSpPr/>
            <p:nvPr/>
          </p:nvSpPr>
          <p:spPr>
            <a:xfrm rot="10800000">
              <a:off x="1209343" y="49432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8"/>
            <p:cNvSpPr/>
            <p:nvPr/>
          </p:nvSpPr>
          <p:spPr>
            <a:xfrm rot="10800000">
              <a:off x="218743" y="43336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25" name="Google Shape;1825;p38"/>
            <p:cNvGrpSpPr/>
            <p:nvPr/>
          </p:nvGrpSpPr>
          <p:grpSpPr>
            <a:xfrm rot="10800000">
              <a:off x="166131" y="2484760"/>
              <a:ext cx="167400" cy="167400"/>
              <a:chOff x="3216925" y="225750"/>
              <a:chExt cx="167400" cy="167400"/>
            </a:xfrm>
          </p:grpSpPr>
          <p:cxnSp>
            <p:nvCxnSpPr>
              <p:cNvPr id="1826" name="Google Shape;1826;p38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27" name="Google Shape;1827;p38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828" name="Google Shape;1828;p38"/>
            <p:cNvSpPr/>
            <p:nvPr/>
          </p:nvSpPr>
          <p:spPr>
            <a:xfrm rot="10800000">
              <a:off x="218743" y="12856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8"/>
            <p:cNvSpPr/>
            <p:nvPr/>
          </p:nvSpPr>
          <p:spPr>
            <a:xfrm rot="10800000">
              <a:off x="904543" y="2188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38"/>
            <p:cNvSpPr/>
            <p:nvPr/>
          </p:nvSpPr>
          <p:spPr>
            <a:xfrm rot="10800000">
              <a:off x="3190543" y="1426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38"/>
            <p:cNvSpPr/>
            <p:nvPr/>
          </p:nvSpPr>
          <p:spPr>
            <a:xfrm rot="10800000">
              <a:off x="4943143" y="1426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38"/>
            <p:cNvSpPr/>
            <p:nvPr/>
          </p:nvSpPr>
          <p:spPr>
            <a:xfrm rot="10800000">
              <a:off x="7152943" y="2188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8"/>
            <p:cNvSpPr/>
            <p:nvPr/>
          </p:nvSpPr>
          <p:spPr>
            <a:xfrm rot="10800000">
              <a:off x="6086143" y="1426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34" name="Google Shape;1834;p38"/>
            <p:cNvGrpSpPr/>
            <p:nvPr/>
          </p:nvGrpSpPr>
          <p:grpSpPr>
            <a:xfrm rot="10800000">
              <a:off x="8756443" y="110373"/>
              <a:ext cx="167400" cy="167400"/>
              <a:chOff x="3216925" y="225750"/>
              <a:chExt cx="167400" cy="167400"/>
            </a:xfrm>
          </p:grpSpPr>
          <p:cxnSp>
            <p:nvCxnSpPr>
              <p:cNvPr id="1835" name="Google Shape;1835;p38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36" name="Google Shape;1836;p38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837" name="Google Shape;1837;p38"/>
            <p:cNvGrpSpPr/>
            <p:nvPr/>
          </p:nvGrpSpPr>
          <p:grpSpPr>
            <a:xfrm rot="10800000">
              <a:off x="4484643" y="120360"/>
              <a:ext cx="167400" cy="167400"/>
              <a:chOff x="3216925" y="225750"/>
              <a:chExt cx="167400" cy="167400"/>
            </a:xfrm>
          </p:grpSpPr>
          <p:cxnSp>
            <p:nvCxnSpPr>
              <p:cNvPr id="1838" name="Google Shape;1838;p38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39" name="Google Shape;1839;p38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840" name="Google Shape;1840;p38"/>
            <p:cNvGrpSpPr/>
            <p:nvPr/>
          </p:nvGrpSpPr>
          <p:grpSpPr>
            <a:xfrm rot="10800000">
              <a:off x="166131" y="120348"/>
              <a:ext cx="167400" cy="167400"/>
              <a:chOff x="3216925" y="225750"/>
              <a:chExt cx="167400" cy="167400"/>
            </a:xfrm>
          </p:grpSpPr>
          <p:cxnSp>
            <p:nvCxnSpPr>
              <p:cNvPr id="1841" name="Google Shape;1841;p38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42" name="Google Shape;1842;p38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843" name="Google Shape;1843;p38"/>
            <p:cNvGrpSpPr/>
            <p:nvPr/>
          </p:nvGrpSpPr>
          <p:grpSpPr>
            <a:xfrm rot="10800000">
              <a:off x="2325387" y="120348"/>
              <a:ext cx="167400" cy="167400"/>
              <a:chOff x="3216925" y="225750"/>
              <a:chExt cx="167400" cy="167400"/>
            </a:xfrm>
          </p:grpSpPr>
          <p:cxnSp>
            <p:nvCxnSpPr>
              <p:cNvPr id="1844" name="Google Shape;1844;p38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45" name="Google Shape;1845;p38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846" name="Google Shape;1846;p38"/>
            <p:cNvGrpSpPr/>
            <p:nvPr/>
          </p:nvGrpSpPr>
          <p:grpSpPr>
            <a:xfrm rot="10800000">
              <a:off x="2325387" y="4872823"/>
              <a:ext cx="167400" cy="167400"/>
              <a:chOff x="3216925" y="225750"/>
              <a:chExt cx="167400" cy="167400"/>
            </a:xfrm>
          </p:grpSpPr>
          <p:cxnSp>
            <p:nvCxnSpPr>
              <p:cNvPr id="1847" name="Google Shape;1847;p38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48" name="Google Shape;1848;p38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849" name="Google Shape;1849;p38"/>
            <p:cNvGrpSpPr/>
            <p:nvPr/>
          </p:nvGrpSpPr>
          <p:grpSpPr>
            <a:xfrm rot="10800000">
              <a:off x="6620543" y="120348"/>
              <a:ext cx="167400" cy="167400"/>
              <a:chOff x="3216925" y="225750"/>
              <a:chExt cx="167400" cy="167400"/>
            </a:xfrm>
          </p:grpSpPr>
          <p:cxnSp>
            <p:nvCxnSpPr>
              <p:cNvPr id="1850" name="Google Shape;1850;p38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1" name="Google Shape;1851;p38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852" name="Google Shape;1852;p38"/>
            <p:cNvGrpSpPr/>
            <p:nvPr/>
          </p:nvGrpSpPr>
          <p:grpSpPr>
            <a:xfrm rot="10800000">
              <a:off x="6620543" y="4872823"/>
              <a:ext cx="167400" cy="167400"/>
              <a:chOff x="3216925" y="225750"/>
              <a:chExt cx="167400" cy="167400"/>
            </a:xfrm>
          </p:grpSpPr>
          <p:cxnSp>
            <p:nvCxnSpPr>
              <p:cNvPr id="1853" name="Google Shape;1853;p38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4" name="Google Shape;1854;p38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855" name="Google Shape;1855;p38"/>
          <p:cNvSpPr txBox="1">
            <a:spLocks noGrp="1"/>
          </p:cNvSpPr>
          <p:nvPr>
            <p:ph type="title"/>
          </p:nvPr>
        </p:nvSpPr>
        <p:spPr>
          <a:xfrm>
            <a:off x="3963950" y="1523700"/>
            <a:ext cx="4423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000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56" name="Google Shape;1856;p38"/>
          <p:cNvSpPr txBox="1">
            <a:spLocks noGrp="1"/>
          </p:cNvSpPr>
          <p:nvPr>
            <p:ph type="subTitle" idx="1"/>
          </p:nvPr>
        </p:nvSpPr>
        <p:spPr>
          <a:xfrm>
            <a:off x="3963950" y="2365500"/>
            <a:ext cx="4423500" cy="12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7" name="Google Shape;1857;p38"/>
          <p:cNvSpPr>
            <a:spLocks noGrp="1"/>
          </p:cNvSpPr>
          <p:nvPr>
            <p:ph type="pic" idx="2"/>
          </p:nvPr>
        </p:nvSpPr>
        <p:spPr>
          <a:xfrm>
            <a:off x="720000" y="1134750"/>
            <a:ext cx="2874000" cy="28740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25">
    <p:spTree>
      <p:nvGrpSpPr>
        <p:cNvPr id="1" name="Shape 2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6" name="Google Shape;2286;p47"/>
          <p:cNvSpPr/>
          <p:nvPr/>
        </p:nvSpPr>
        <p:spPr>
          <a:xfrm>
            <a:off x="439325" y="370200"/>
            <a:ext cx="8289300" cy="793800"/>
          </a:xfrm>
          <a:prstGeom prst="roundRect">
            <a:avLst>
              <a:gd name="adj" fmla="val 2477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7" name="Google Shape;2287;p4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288" name="Google Shape;2288;p47"/>
          <p:cNvGrpSpPr/>
          <p:nvPr/>
        </p:nvGrpSpPr>
        <p:grpSpPr>
          <a:xfrm flipH="1">
            <a:off x="137000" y="99118"/>
            <a:ext cx="8837213" cy="4930707"/>
            <a:chOff x="137000" y="99118"/>
            <a:chExt cx="8837213" cy="4930707"/>
          </a:xfrm>
        </p:grpSpPr>
        <p:grpSp>
          <p:nvGrpSpPr>
            <p:cNvPr id="2289" name="Google Shape;2289;p47"/>
            <p:cNvGrpSpPr/>
            <p:nvPr/>
          </p:nvGrpSpPr>
          <p:grpSpPr>
            <a:xfrm rot="6300016">
              <a:off x="1102154" y="131504"/>
              <a:ext cx="94725" cy="124297"/>
              <a:chOff x="754200" y="3419250"/>
              <a:chExt cx="59900" cy="78600"/>
            </a:xfrm>
          </p:grpSpPr>
          <p:sp>
            <p:nvSpPr>
              <p:cNvPr id="2290" name="Google Shape;2290;p47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Google Shape;2291;p47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92" name="Google Shape;2292;p47"/>
            <p:cNvGrpSpPr/>
            <p:nvPr/>
          </p:nvGrpSpPr>
          <p:grpSpPr>
            <a:xfrm>
              <a:off x="216500" y="109950"/>
              <a:ext cx="167400" cy="167400"/>
              <a:chOff x="3216925" y="225750"/>
              <a:chExt cx="167400" cy="167400"/>
            </a:xfrm>
          </p:grpSpPr>
          <p:cxnSp>
            <p:nvCxnSpPr>
              <p:cNvPr id="2293" name="Google Shape;2293;p47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4" name="Google Shape;2294;p47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295" name="Google Shape;2295;p47"/>
            <p:cNvGrpSpPr/>
            <p:nvPr/>
          </p:nvGrpSpPr>
          <p:grpSpPr>
            <a:xfrm>
              <a:off x="4488300" y="99963"/>
              <a:ext cx="167400" cy="167400"/>
              <a:chOff x="3216925" y="225750"/>
              <a:chExt cx="167400" cy="167400"/>
            </a:xfrm>
          </p:grpSpPr>
          <p:cxnSp>
            <p:nvCxnSpPr>
              <p:cNvPr id="2296" name="Google Shape;2296;p47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7" name="Google Shape;2297;p47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298" name="Google Shape;2298;p47"/>
            <p:cNvGrpSpPr/>
            <p:nvPr/>
          </p:nvGrpSpPr>
          <p:grpSpPr>
            <a:xfrm>
              <a:off x="138975" y="2475913"/>
              <a:ext cx="167400" cy="167400"/>
              <a:chOff x="3216925" y="225750"/>
              <a:chExt cx="167400" cy="167400"/>
            </a:xfrm>
          </p:grpSpPr>
          <p:cxnSp>
            <p:nvCxnSpPr>
              <p:cNvPr id="2299" name="Google Shape;2299;p47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0" name="Google Shape;2300;p47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01" name="Google Shape;2301;p47"/>
            <p:cNvSpPr/>
            <p:nvPr/>
          </p:nvSpPr>
          <p:spPr>
            <a:xfrm>
              <a:off x="289400" y="784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47"/>
            <p:cNvSpPr/>
            <p:nvPr/>
          </p:nvSpPr>
          <p:spPr>
            <a:xfrm>
              <a:off x="289400" y="22327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47"/>
            <p:cNvSpPr/>
            <p:nvPr/>
          </p:nvSpPr>
          <p:spPr>
            <a:xfrm>
              <a:off x="137000" y="32995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47"/>
            <p:cNvSpPr/>
            <p:nvPr/>
          </p:nvSpPr>
          <p:spPr>
            <a:xfrm>
              <a:off x="289400" y="44425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05" name="Google Shape;2305;p47"/>
            <p:cNvGrpSpPr/>
            <p:nvPr/>
          </p:nvGrpSpPr>
          <p:grpSpPr>
            <a:xfrm>
              <a:off x="825029" y="4885065"/>
              <a:ext cx="94726" cy="124298"/>
              <a:chOff x="850570" y="3419250"/>
              <a:chExt cx="59900" cy="78600"/>
            </a:xfrm>
          </p:grpSpPr>
          <p:sp>
            <p:nvSpPr>
              <p:cNvPr id="2306" name="Google Shape;2306;p47"/>
              <p:cNvSpPr/>
              <p:nvPr/>
            </p:nvSpPr>
            <p:spPr>
              <a:xfrm>
                <a:off x="85057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Google Shape;2307;p47"/>
              <p:cNvSpPr/>
              <p:nvPr/>
            </p:nvSpPr>
            <p:spPr>
              <a:xfrm>
                <a:off x="85057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08" name="Google Shape;2308;p47"/>
            <p:cNvSpPr/>
            <p:nvPr/>
          </p:nvSpPr>
          <p:spPr>
            <a:xfrm>
              <a:off x="2880200" y="1753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47"/>
            <p:cNvSpPr/>
            <p:nvPr/>
          </p:nvSpPr>
          <p:spPr>
            <a:xfrm>
              <a:off x="4099400" y="991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47"/>
            <p:cNvSpPr/>
            <p:nvPr/>
          </p:nvSpPr>
          <p:spPr>
            <a:xfrm>
              <a:off x="5242400" y="2515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47"/>
            <p:cNvSpPr/>
            <p:nvPr/>
          </p:nvSpPr>
          <p:spPr>
            <a:xfrm>
              <a:off x="6004400" y="1753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12" name="Google Shape;2312;p47"/>
            <p:cNvGrpSpPr/>
            <p:nvPr/>
          </p:nvGrpSpPr>
          <p:grpSpPr>
            <a:xfrm rot="-3599965">
              <a:off x="7375742" y="131504"/>
              <a:ext cx="94724" cy="124296"/>
              <a:chOff x="754200" y="3419250"/>
              <a:chExt cx="59900" cy="78600"/>
            </a:xfrm>
          </p:grpSpPr>
          <p:sp>
            <p:nvSpPr>
              <p:cNvPr id="2313" name="Google Shape;2313;p47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Google Shape;2314;p47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15" name="Google Shape;2315;p47"/>
            <p:cNvGrpSpPr/>
            <p:nvPr/>
          </p:nvGrpSpPr>
          <p:grpSpPr>
            <a:xfrm>
              <a:off x="8806813" y="99975"/>
              <a:ext cx="167400" cy="167400"/>
              <a:chOff x="3216925" y="225750"/>
              <a:chExt cx="167400" cy="167400"/>
            </a:xfrm>
          </p:grpSpPr>
          <p:cxnSp>
            <p:nvCxnSpPr>
              <p:cNvPr id="2316" name="Google Shape;2316;p47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7" name="Google Shape;2317;p47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18" name="Google Shape;2318;p47"/>
            <p:cNvSpPr/>
            <p:nvPr/>
          </p:nvSpPr>
          <p:spPr>
            <a:xfrm>
              <a:off x="7909400" y="1753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47"/>
            <p:cNvSpPr/>
            <p:nvPr/>
          </p:nvSpPr>
          <p:spPr>
            <a:xfrm>
              <a:off x="8900000" y="784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20" name="Google Shape;2320;p47"/>
            <p:cNvGrpSpPr/>
            <p:nvPr/>
          </p:nvGrpSpPr>
          <p:grpSpPr>
            <a:xfrm>
              <a:off x="8856929" y="1188340"/>
              <a:ext cx="94726" cy="124298"/>
              <a:chOff x="754200" y="3419250"/>
              <a:chExt cx="59900" cy="78600"/>
            </a:xfrm>
          </p:grpSpPr>
          <p:sp>
            <p:nvSpPr>
              <p:cNvPr id="2321" name="Google Shape;2321;p47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Google Shape;2322;p47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23" name="Google Shape;2323;p47"/>
            <p:cNvGrpSpPr/>
            <p:nvPr/>
          </p:nvGrpSpPr>
          <p:grpSpPr>
            <a:xfrm>
              <a:off x="8806813" y="2488038"/>
              <a:ext cx="167400" cy="167400"/>
              <a:chOff x="3216925" y="225750"/>
              <a:chExt cx="167400" cy="167400"/>
            </a:xfrm>
          </p:grpSpPr>
          <p:cxnSp>
            <p:nvCxnSpPr>
              <p:cNvPr id="2324" name="Google Shape;2324;p47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5" name="Google Shape;2325;p47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26" name="Google Shape;2326;p47"/>
            <p:cNvSpPr/>
            <p:nvPr/>
          </p:nvSpPr>
          <p:spPr>
            <a:xfrm>
              <a:off x="8900000" y="3832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47"/>
            <p:cNvSpPr/>
            <p:nvPr/>
          </p:nvSpPr>
          <p:spPr>
            <a:xfrm>
              <a:off x="8214200" y="48997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28" name="Google Shape;2328;p47"/>
            <p:cNvGrpSpPr/>
            <p:nvPr/>
          </p:nvGrpSpPr>
          <p:grpSpPr>
            <a:xfrm>
              <a:off x="7256729" y="4845940"/>
              <a:ext cx="94726" cy="124298"/>
              <a:chOff x="1043311" y="3419250"/>
              <a:chExt cx="59900" cy="78600"/>
            </a:xfrm>
          </p:grpSpPr>
          <p:sp>
            <p:nvSpPr>
              <p:cNvPr id="2329" name="Google Shape;2329;p47"/>
              <p:cNvSpPr/>
              <p:nvPr/>
            </p:nvSpPr>
            <p:spPr>
              <a:xfrm>
                <a:off x="1043311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Google Shape;2330;p47"/>
              <p:cNvSpPr/>
              <p:nvPr/>
            </p:nvSpPr>
            <p:spPr>
              <a:xfrm>
                <a:off x="1043311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31" name="Google Shape;2331;p47"/>
            <p:cNvSpPr/>
            <p:nvPr/>
          </p:nvSpPr>
          <p:spPr>
            <a:xfrm>
              <a:off x="5928200" y="4975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47"/>
            <p:cNvSpPr/>
            <p:nvPr/>
          </p:nvSpPr>
          <p:spPr>
            <a:xfrm>
              <a:off x="4175600" y="4975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47"/>
            <p:cNvSpPr/>
            <p:nvPr/>
          </p:nvSpPr>
          <p:spPr>
            <a:xfrm>
              <a:off x="1965800" y="48997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47"/>
            <p:cNvSpPr/>
            <p:nvPr/>
          </p:nvSpPr>
          <p:spPr>
            <a:xfrm>
              <a:off x="3032600" y="4975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35" name="Google Shape;2335;p47"/>
            <p:cNvGrpSpPr/>
            <p:nvPr/>
          </p:nvGrpSpPr>
          <p:grpSpPr>
            <a:xfrm>
              <a:off x="216500" y="4862425"/>
              <a:ext cx="167400" cy="167400"/>
              <a:chOff x="3216925" y="225750"/>
              <a:chExt cx="167400" cy="167400"/>
            </a:xfrm>
          </p:grpSpPr>
          <p:cxnSp>
            <p:nvCxnSpPr>
              <p:cNvPr id="2336" name="Google Shape;2336;p47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7" name="Google Shape;2337;p47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338" name="Google Shape;2338;p47"/>
            <p:cNvGrpSpPr/>
            <p:nvPr/>
          </p:nvGrpSpPr>
          <p:grpSpPr>
            <a:xfrm>
              <a:off x="4488300" y="4852438"/>
              <a:ext cx="167400" cy="167400"/>
              <a:chOff x="3216925" y="225750"/>
              <a:chExt cx="167400" cy="167400"/>
            </a:xfrm>
          </p:grpSpPr>
          <p:cxnSp>
            <p:nvCxnSpPr>
              <p:cNvPr id="2339" name="Google Shape;2339;p47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40" name="Google Shape;2340;p47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341" name="Google Shape;2341;p47"/>
            <p:cNvGrpSpPr/>
            <p:nvPr/>
          </p:nvGrpSpPr>
          <p:grpSpPr>
            <a:xfrm>
              <a:off x="8806813" y="4852450"/>
              <a:ext cx="167400" cy="167400"/>
              <a:chOff x="3216925" y="225750"/>
              <a:chExt cx="167400" cy="167400"/>
            </a:xfrm>
          </p:grpSpPr>
          <p:cxnSp>
            <p:nvCxnSpPr>
              <p:cNvPr id="2342" name="Google Shape;2342;p47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43" name="Google Shape;2343;p47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26">
    <p:spTree>
      <p:nvGrpSpPr>
        <p:cNvPr id="1" name="Shape 2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" name="Google Shape;2345;p48"/>
          <p:cNvSpPr/>
          <p:nvPr/>
        </p:nvSpPr>
        <p:spPr>
          <a:xfrm rot="400">
            <a:off x="104" y="540204"/>
            <a:ext cx="3344782" cy="3309997"/>
          </a:xfrm>
          <a:custGeom>
            <a:avLst/>
            <a:gdLst/>
            <a:ahLst/>
            <a:cxnLst/>
            <a:rect l="l" t="t" r="r" b="b"/>
            <a:pathLst>
              <a:path w="155698" h="154025" extrusionOk="0">
                <a:moveTo>
                  <a:pt x="93462" y="8032"/>
                </a:moveTo>
                <a:cubicBezTo>
                  <a:pt x="101617" y="9636"/>
                  <a:pt x="114584" y="5620"/>
                  <a:pt x="120332" y="9636"/>
                </a:cubicBezTo>
                <a:cubicBezTo>
                  <a:pt x="126080" y="13652"/>
                  <a:pt x="123741" y="26515"/>
                  <a:pt x="127952" y="32130"/>
                </a:cubicBezTo>
                <a:cubicBezTo>
                  <a:pt x="132163" y="37745"/>
                  <a:pt x="142390" y="37024"/>
                  <a:pt x="145598" y="43325"/>
                </a:cubicBezTo>
                <a:cubicBezTo>
                  <a:pt x="148807" y="49626"/>
                  <a:pt x="145545" y="61199"/>
                  <a:pt x="147203" y="69935"/>
                </a:cubicBezTo>
                <a:cubicBezTo>
                  <a:pt x="148861" y="78672"/>
                  <a:pt x="156895" y="88050"/>
                  <a:pt x="155545" y="95744"/>
                </a:cubicBezTo>
                <a:cubicBezTo>
                  <a:pt x="154195" y="103438"/>
                  <a:pt x="143166" y="109063"/>
                  <a:pt x="139102" y="116101"/>
                </a:cubicBezTo>
                <a:cubicBezTo>
                  <a:pt x="135038" y="123139"/>
                  <a:pt x="136763" y="134060"/>
                  <a:pt x="131161" y="137973"/>
                </a:cubicBezTo>
                <a:cubicBezTo>
                  <a:pt x="125560" y="141886"/>
                  <a:pt x="115386" y="136903"/>
                  <a:pt x="105493" y="139577"/>
                </a:cubicBezTo>
                <a:cubicBezTo>
                  <a:pt x="95600" y="142251"/>
                  <a:pt x="82433" y="154416"/>
                  <a:pt x="71805" y="154015"/>
                </a:cubicBezTo>
                <a:cubicBezTo>
                  <a:pt x="61177" y="153614"/>
                  <a:pt x="51886" y="141449"/>
                  <a:pt x="41726" y="137171"/>
                </a:cubicBezTo>
                <a:cubicBezTo>
                  <a:pt x="31566" y="132893"/>
                  <a:pt x="15872" y="135980"/>
                  <a:pt x="10845" y="128348"/>
                </a:cubicBezTo>
                <a:cubicBezTo>
                  <a:pt x="5819" y="120717"/>
                  <a:pt x="13372" y="102344"/>
                  <a:pt x="11567" y="91382"/>
                </a:cubicBezTo>
                <a:cubicBezTo>
                  <a:pt x="9762" y="80420"/>
                  <a:pt x="-465" y="70572"/>
                  <a:pt x="16" y="62575"/>
                </a:cubicBezTo>
                <a:cubicBezTo>
                  <a:pt x="497" y="54578"/>
                  <a:pt x="11380" y="51623"/>
                  <a:pt x="14455" y="43398"/>
                </a:cubicBezTo>
                <a:cubicBezTo>
                  <a:pt x="17530" y="35173"/>
                  <a:pt x="12650" y="18801"/>
                  <a:pt x="18465" y="13227"/>
                </a:cubicBezTo>
                <a:cubicBezTo>
                  <a:pt x="24280" y="7653"/>
                  <a:pt x="40523" y="12159"/>
                  <a:pt x="49346" y="9956"/>
                </a:cubicBezTo>
                <a:cubicBezTo>
                  <a:pt x="58169" y="7753"/>
                  <a:pt x="64051" y="332"/>
                  <a:pt x="71404" y="11"/>
                </a:cubicBezTo>
                <a:cubicBezTo>
                  <a:pt x="78757" y="-310"/>
                  <a:pt x="85307" y="6428"/>
                  <a:pt x="93462" y="8032"/>
                </a:cubicBezTo>
                <a:close/>
              </a:path>
            </a:pathLst>
          </a:custGeom>
          <a:solidFill>
            <a:srgbClr val="5D74FF">
              <a:alpha val="25000"/>
            </a:srgbClr>
          </a:solidFill>
          <a:ln>
            <a:noFill/>
          </a:ln>
        </p:spPr>
      </p:sp>
      <p:pic>
        <p:nvPicPr>
          <p:cNvPr id="2346" name="Google Shape;2346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0587" y="1121737"/>
            <a:ext cx="2143799" cy="2146949"/>
          </a:xfrm>
          <a:prstGeom prst="rect">
            <a:avLst/>
          </a:prstGeom>
          <a:noFill/>
          <a:ln>
            <a:noFill/>
          </a:ln>
        </p:spPr>
      </p:pic>
      <p:sp>
        <p:nvSpPr>
          <p:cNvPr id="2347" name="Google Shape;2347;p48"/>
          <p:cNvSpPr/>
          <p:nvPr/>
        </p:nvSpPr>
        <p:spPr>
          <a:xfrm rot="-1636484">
            <a:off x="5794614" y="1568464"/>
            <a:ext cx="3344946" cy="3310042"/>
          </a:xfrm>
          <a:custGeom>
            <a:avLst/>
            <a:gdLst/>
            <a:ahLst/>
            <a:cxnLst/>
            <a:rect l="l" t="t" r="r" b="b"/>
            <a:pathLst>
              <a:path w="155698" h="154025" extrusionOk="0">
                <a:moveTo>
                  <a:pt x="93462" y="8032"/>
                </a:moveTo>
                <a:cubicBezTo>
                  <a:pt x="101617" y="9636"/>
                  <a:pt x="114584" y="5620"/>
                  <a:pt x="120332" y="9636"/>
                </a:cubicBezTo>
                <a:cubicBezTo>
                  <a:pt x="126080" y="13652"/>
                  <a:pt x="123741" y="26515"/>
                  <a:pt x="127952" y="32130"/>
                </a:cubicBezTo>
                <a:cubicBezTo>
                  <a:pt x="132163" y="37745"/>
                  <a:pt x="142390" y="37024"/>
                  <a:pt x="145598" y="43325"/>
                </a:cubicBezTo>
                <a:cubicBezTo>
                  <a:pt x="148807" y="49626"/>
                  <a:pt x="145545" y="61199"/>
                  <a:pt x="147203" y="69935"/>
                </a:cubicBezTo>
                <a:cubicBezTo>
                  <a:pt x="148861" y="78672"/>
                  <a:pt x="156895" y="88050"/>
                  <a:pt x="155545" y="95744"/>
                </a:cubicBezTo>
                <a:cubicBezTo>
                  <a:pt x="154195" y="103438"/>
                  <a:pt x="143166" y="109063"/>
                  <a:pt x="139102" y="116101"/>
                </a:cubicBezTo>
                <a:cubicBezTo>
                  <a:pt x="135038" y="123139"/>
                  <a:pt x="136763" y="134060"/>
                  <a:pt x="131161" y="137973"/>
                </a:cubicBezTo>
                <a:cubicBezTo>
                  <a:pt x="125560" y="141886"/>
                  <a:pt x="115386" y="136903"/>
                  <a:pt x="105493" y="139577"/>
                </a:cubicBezTo>
                <a:cubicBezTo>
                  <a:pt x="95600" y="142251"/>
                  <a:pt x="82433" y="154416"/>
                  <a:pt x="71805" y="154015"/>
                </a:cubicBezTo>
                <a:cubicBezTo>
                  <a:pt x="61177" y="153614"/>
                  <a:pt x="51886" y="141449"/>
                  <a:pt x="41726" y="137171"/>
                </a:cubicBezTo>
                <a:cubicBezTo>
                  <a:pt x="31566" y="132893"/>
                  <a:pt x="15872" y="135980"/>
                  <a:pt x="10845" y="128348"/>
                </a:cubicBezTo>
                <a:cubicBezTo>
                  <a:pt x="5819" y="120717"/>
                  <a:pt x="13372" y="102344"/>
                  <a:pt x="11567" y="91382"/>
                </a:cubicBezTo>
                <a:cubicBezTo>
                  <a:pt x="9762" y="80420"/>
                  <a:pt x="-465" y="70572"/>
                  <a:pt x="16" y="62575"/>
                </a:cubicBezTo>
                <a:cubicBezTo>
                  <a:pt x="497" y="54578"/>
                  <a:pt x="11380" y="51623"/>
                  <a:pt x="14455" y="43398"/>
                </a:cubicBezTo>
                <a:cubicBezTo>
                  <a:pt x="17530" y="35173"/>
                  <a:pt x="12650" y="18801"/>
                  <a:pt x="18465" y="13227"/>
                </a:cubicBezTo>
                <a:cubicBezTo>
                  <a:pt x="24280" y="7653"/>
                  <a:pt x="40523" y="12159"/>
                  <a:pt x="49346" y="9956"/>
                </a:cubicBezTo>
                <a:cubicBezTo>
                  <a:pt x="58169" y="7753"/>
                  <a:pt x="64051" y="332"/>
                  <a:pt x="71404" y="11"/>
                </a:cubicBezTo>
                <a:cubicBezTo>
                  <a:pt x="78757" y="-310"/>
                  <a:pt x="85307" y="6428"/>
                  <a:pt x="93462" y="8032"/>
                </a:cubicBezTo>
                <a:close/>
              </a:path>
            </a:pathLst>
          </a:custGeom>
          <a:solidFill>
            <a:srgbClr val="5D74FF">
              <a:alpha val="25000"/>
            </a:srgbClr>
          </a:solidFill>
          <a:ln>
            <a:noFill/>
          </a:ln>
        </p:spPr>
      </p:sp>
      <p:sp>
        <p:nvSpPr>
          <p:cNvPr id="2348" name="Google Shape;2348;p48"/>
          <p:cNvSpPr/>
          <p:nvPr/>
        </p:nvSpPr>
        <p:spPr>
          <a:xfrm>
            <a:off x="439325" y="370200"/>
            <a:ext cx="8289300" cy="793800"/>
          </a:xfrm>
          <a:prstGeom prst="roundRect">
            <a:avLst>
              <a:gd name="adj" fmla="val 2477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9" name="Google Shape;2349;p4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350" name="Google Shape;2350;p48"/>
          <p:cNvGrpSpPr/>
          <p:nvPr/>
        </p:nvGrpSpPr>
        <p:grpSpPr>
          <a:xfrm>
            <a:off x="137000" y="99118"/>
            <a:ext cx="8837213" cy="4930707"/>
            <a:chOff x="137000" y="99118"/>
            <a:chExt cx="8837213" cy="4930707"/>
          </a:xfrm>
        </p:grpSpPr>
        <p:grpSp>
          <p:nvGrpSpPr>
            <p:cNvPr id="2351" name="Google Shape;2351;p48"/>
            <p:cNvGrpSpPr/>
            <p:nvPr/>
          </p:nvGrpSpPr>
          <p:grpSpPr>
            <a:xfrm rot="6300016">
              <a:off x="1102154" y="131504"/>
              <a:ext cx="94725" cy="124297"/>
              <a:chOff x="754200" y="3419250"/>
              <a:chExt cx="59900" cy="78600"/>
            </a:xfrm>
          </p:grpSpPr>
          <p:sp>
            <p:nvSpPr>
              <p:cNvPr id="2352" name="Google Shape;2352;p48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Google Shape;2353;p48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54" name="Google Shape;2354;p48"/>
            <p:cNvGrpSpPr/>
            <p:nvPr/>
          </p:nvGrpSpPr>
          <p:grpSpPr>
            <a:xfrm>
              <a:off x="216500" y="109950"/>
              <a:ext cx="167400" cy="167400"/>
              <a:chOff x="3216925" y="225750"/>
              <a:chExt cx="167400" cy="167400"/>
            </a:xfrm>
          </p:grpSpPr>
          <p:cxnSp>
            <p:nvCxnSpPr>
              <p:cNvPr id="2355" name="Google Shape;2355;p48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56" name="Google Shape;2356;p48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357" name="Google Shape;2357;p48"/>
            <p:cNvGrpSpPr/>
            <p:nvPr/>
          </p:nvGrpSpPr>
          <p:grpSpPr>
            <a:xfrm>
              <a:off x="4488300" y="99963"/>
              <a:ext cx="167400" cy="167400"/>
              <a:chOff x="3216925" y="225750"/>
              <a:chExt cx="167400" cy="167400"/>
            </a:xfrm>
          </p:grpSpPr>
          <p:cxnSp>
            <p:nvCxnSpPr>
              <p:cNvPr id="2358" name="Google Shape;2358;p48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59" name="Google Shape;2359;p48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360" name="Google Shape;2360;p48"/>
            <p:cNvGrpSpPr/>
            <p:nvPr/>
          </p:nvGrpSpPr>
          <p:grpSpPr>
            <a:xfrm>
              <a:off x="138975" y="2475913"/>
              <a:ext cx="167400" cy="167400"/>
              <a:chOff x="3216925" y="225750"/>
              <a:chExt cx="167400" cy="167400"/>
            </a:xfrm>
          </p:grpSpPr>
          <p:cxnSp>
            <p:nvCxnSpPr>
              <p:cNvPr id="2361" name="Google Shape;2361;p48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62" name="Google Shape;2362;p48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63" name="Google Shape;2363;p48"/>
            <p:cNvSpPr/>
            <p:nvPr/>
          </p:nvSpPr>
          <p:spPr>
            <a:xfrm>
              <a:off x="289400" y="784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48"/>
            <p:cNvSpPr/>
            <p:nvPr/>
          </p:nvSpPr>
          <p:spPr>
            <a:xfrm>
              <a:off x="289400" y="22327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48"/>
            <p:cNvSpPr/>
            <p:nvPr/>
          </p:nvSpPr>
          <p:spPr>
            <a:xfrm>
              <a:off x="137000" y="32995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48"/>
            <p:cNvSpPr/>
            <p:nvPr/>
          </p:nvSpPr>
          <p:spPr>
            <a:xfrm>
              <a:off x="289400" y="44425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67" name="Google Shape;2367;p48"/>
            <p:cNvGrpSpPr/>
            <p:nvPr/>
          </p:nvGrpSpPr>
          <p:grpSpPr>
            <a:xfrm>
              <a:off x="825029" y="4885065"/>
              <a:ext cx="94726" cy="124298"/>
              <a:chOff x="850570" y="3419250"/>
              <a:chExt cx="59900" cy="78600"/>
            </a:xfrm>
          </p:grpSpPr>
          <p:sp>
            <p:nvSpPr>
              <p:cNvPr id="2368" name="Google Shape;2368;p48"/>
              <p:cNvSpPr/>
              <p:nvPr/>
            </p:nvSpPr>
            <p:spPr>
              <a:xfrm>
                <a:off x="85057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Google Shape;2369;p48"/>
              <p:cNvSpPr/>
              <p:nvPr/>
            </p:nvSpPr>
            <p:spPr>
              <a:xfrm>
                <a:off x="85057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70" name="Google Shape;2370;p48"/>
            <p:cNvSpPr/>
            <p:nvPr/>
          </p:nvSpPr>
          <p:spPr>
            <a:xfrm>
              <a:off x="2880200" y="1753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48"/>
            <p:cNvSpPr/>
            <p:nvPr/>
          </p:nvSpPr>
          <p:spPr>
            <a:xfrm>
              <a:off x="4099400" y="991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48"/>
            <p:cNvSpPr/>
            <p:nvPr/>
          </p:nvSpPr>
          <p:spPr>
            <a:xfrm>
              <a:off x="5242400" y="2515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48"/>
            <p:cNvSpPr/>
            <p:nvPr/>
          </p:nvSpPr>
          <p:spPr>
            <a:xfrm>
              <a:off x="6004400" y="1753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74" name="Google Shape;2374;p48"/>
            <p:cNvGrpSpPr/>
            <p:nvPr/>
          </p:nvGrpSpPr>
          <p:grpSpPr>
            <a:xfrm rot="-3599965">
              <a:off x="7375742" y="131504"/>
              <a:ext cx="94724" cy="124296"/>
              <a:chOff x="754200" y="3419250"/>
              <a:chExt cx="59900" cy="78600"/>
            </a:xfrm>
          </p:grpSpPr>
          <p:sp>
            <p:nvSpPr>
              <p:cNvPr id="2375" name="Google Shape;2375;p48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Google Shape;2376;p48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77" name="Google Shape;2377;p48"/>
            <p:cNvGrpSpPr/>
            <p:nvPr/>
          </p:nvGrpSpPr>
          <p:grpSpPr>
            <a:xfrm>
              <a:off x="8806813" y="99975"/>
              <a:ext cx="167400" cy="167400"/>
              <a:chOff x="3216925" y="225750"/>
              <a:chExt cx="167400" cy="167400"/>
            </a:xfrm>
          </p:grpSpPr>
          <p:cxnSp>
            <p:nvCxnSpPr>
              <p:cNvPr id="2378" name="Google Shape;2378;p48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79" name="Google Shape;2379;p48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80" name="Google Shape;2380;p48"/>
            <p:cNvSpPr/>
            <p:nvPr/>
          </p:nvSpPr>
          <p:spPr>
            <a:xfrm>
              <a:off x="7909400" y="1753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48"/>
            <p:cNvSpPr/>
            <p:nvPr/>
          </p:nvSpPr>
          <p:spPr>
            <a:xfrm>
              <a:off x="8900000" y="784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82" name="Google Shape;2382;p48"/>
            <p:cNvGrpSpPr/>
            <p:nvPr/>
          </p:nvGrpSpPr>
          <p:grpSpPr>
            <a:xfrm>
              <a:off x="8856929" y="1188340"/>
              <a:ext cx="94726" cy="124298"/>
              <a:chOff x="754200" y="3419250"/>
              <a:chExt cx="59900" cy="78600"/>
            </a:xfrm>
          </p:grpSpPr>
          <p:sp>
            <p:nvSpPr>
              <p:cNvPr id="2383" name="Google Shape;2383;p48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Google Shape;2384;p48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85" name="Google Shape;2385;p48"/>
            <p:cNvGrpSpPr/>
            <p:nvPr/>
          </p:nvGrpSpPr>
          <p:grpSpPr>
            <a:xfrm>
              <a:off x="8806813" y="2488038"/>
              <a:ext cx="167400" cy="167400"/>
              <a:chOff x="3216925" y="225750"/>
              <a:chExt cx="167400" cy="167400"/>
            </a:xfrm>
          </p:grpSpPr>
          <p:cxnSp>
            <p:nvCxnSpPr>
              <p:cNvPr id="2386" name="Google Shape;2386;p48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87" name="Google Shape;2387;p48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88" name="Google Shape;2388;p48"/>
            <p:cNvSpPr/>
            <p:nvPr/>
          </p:nvSpPr>
          <p:spPr>
            <a:xfrm>
              <a:off x="8900000" y="3832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48"/>
            <p:cNvSpPr/>
            <p:nvPr/>
          </p:nvSpPr>
          <p:spPr>
            <a:xfrm>
              <a:off x="8214200" y="48997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90" name="Google Shape;2390;p48"/>
            <p:cNvGrpSpPr/>
            <p:nvPr/>
          </p:nvGrpSpPr>
          <p:grpSpPr>
            <a:xfrm>
              <a:off x="7256729" y="4845940"/>
              <a:ext cx="94726" cy="124298"/>
              <a:chOff x="1043311" y="3419250"/>
              <a:chExt cx="59900" cy="78600"/>
            </a:xfrm>
          </p:grpSpPr>
          <p:sp>
            <p:nvSpPr>
              <p:cNvPr id="2391" name="Google Shape;2391;p48"/>
              <p:cNvSpPr/>
              <p:nvPr/>
            </p:nvSpPr>
            <p:spPr>
              <a:xfrm>
                <a:off x="1043311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Google Shape;2392;p48"/>
              <p:cNvSpPr/>
              <p:nvPr/>
            </p:nvSpPr>
            <p:spPr>
              <a:xfrm>
                <a:off x="1043311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93" name="Google Shape;2393;p48"/>
            <p:cNvSpPr/>
            <p:nvPr/>
          </p:nvSpPr>
          <p:spPr>
            <a:xfrm>
              <a:off x="5928200" y="4975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48"/>
            <p:cNvSpPr/>
            <p:nvPr/>
          </p:nvSpPr>
          <p:spPr>
            <a:xfrm>
              <a:off x="4175600" y="4975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48"/>
            <p:cNvSpPr/>
            <p:nvPr/>
          </p:nvSpPr>
          <p:spPr>
            <a:xfrm>
              <a:off x="1965800" y="48997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48"/>
            <p:cNvSpPr/>
            <p:nvPr/>
          </p:nvSpPr>
          <p:spPr>
            <a:xfrm>
              <a:off x="3032600" y="4975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97" name="Google Shape;2397;p48"/>
            <p:cNvGrpSpPr/>
            <p:nvPr/>
          </p:nvGrpSpPr>
          <p:grpSpPr>
            <a:xfrm>
              <a:off x="216500" y="4862425"/>
              <a:ext cx="167400" cy="167400"/>
              <a:chOff x="3216925" y="225750"/>
              <a:chExt cx="167400" cy="167400"/>
            </a:xfrm>
          </p:grpSpPr>
          <p:cxnSp>
            <p:nvCxnSpPr>
              <p:cNvPr id="2398" name="Google Shape;2398;p48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99" name="Google Shape;2399;p48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400" name="Google Shape;2400;p48"/>
            <p:cNvGrpSpPr/>
            <p:nvPr/>
          </p:nvGrpSpPr>
          <p:grpSpPr>
            <a:xfrm>
              <a:off x="4488300" y="4852438"/>
              <a:ext cx="167400" cy="167400"/>
              <a:chOff x="3216925" y="225750"/>
              <a:chExt cx="167400" cy="167400"/>
            </a:xfrm>
          </p:grpSpPr>
          <p:cxnSp>
            <p:nvCxnSpPr>
              <p:cNvPr id="2401" name="Google Shape;2401;p48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02" name="Google Shape;2402;p48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403" name="Google Shape;2403;p48"/>
            <p:cNvGrpSpPr/>
            <p:nvPr/>
          </p:nvGrpSpPr>
          <p:grpSpPr>
            <a:xfrm>
              <a:off x="8806813" y="4852450"/>
              <a:ext cx="167400" cy="167400"/>
              <a:chOff x="3216925" y="225750"/>
              <a:chExt cx="167400" cy="167400"/>
            </a:xfrm>
          </p:grpSpPr>
          <p:cxnSp>
            <p:nvCxnSpPr>
              <p:cNvPr id="2404" name="Google Shape;2404;p48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05" name="Google Shape;2405;p48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1">
  <p:cSld name="CUSTOM_32">
    <p:spTree>
      <p:nvGrpSpPr>
        <p:cNvPr id="1" name="Shape 2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4" name="Google Shape;2524;p51"/>
          <p:cNvGrpSpPr/>
          <p:nvPr/>
        </p:nvGrpSpPr>
        <p:grpSpPr>
          <a:xfrm rot="10800000">
            <a:off x="166131" y="110373"/>
            <a:ext cx="8837213" cy="4929863"/>
            <a:chOff x="166131" y="110373"/>
            <a:chExt cx="8837213" cy="4929863"/>
          </a:xfrm>
        </p:grpSpPr>
        <p:grpSp>
          <p:nvGrpSpPr>
            <p:cNvPr id="2525" name="Google Shape;2525;p51"/>
            <p:cNvGrpSpPr/>
            <p:nvPr/>
          </p:nvGrpSpPr>
          <p:grpSpPr>
            <a:xfrm rot="10800000">
              <a:off x="8756443" y="4862848"/>
              <a:ext cx="167400" cy="167400"/>
              <a:chOff x="3216925" y="225750"/>
              <a:chExt cx="167400" cy="167400"/>
            </a:xfrm>
          </p:grpSpPr>
          <p:cxnSp>
            <p:nvCxnSpPr>
              <p:cNvPr id="2526" name="Google Shape;2526;p51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7" name="Google Shape;2527;p51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528" name="Google Shape;2528;p51"/>
            <p:cNvGrpSpPr/>
            <p:nvPr/>
          </p:nvGrpSpPr>
          <p:grpSpPr>
            <a:xfrm rot="10800000">
              <a:off x="4484643" y="4872835"/>
              <a:ext cx="167400" cy="167400"/>
              <a:chOff x="3216925" y="225750"/>
              <a:chExt cx="167400" cy="167400"/>
            </a:xfrm>
          </p:grpSpPr>
          <p:cxnSp>
            <p:nvCxnSpPr>
              <p:cNvPr id="2529" name="Google Shape;2529;p51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30" name="Google Shape;2530;p51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531" name="Google Shape;2531;p51"/>
            <p:cNvGrpSpPr/>
            <p:nvPr/>
          </p:nvGrpSpPr>
          <p:grpSpPr>
            <a:xfrm rot="10800000">
              <a:off x="8833968" y="2496885"/>
              <a:ext cx="167400" cy="167400"/>
              <a:chOff x="3216925" y="225750"/>
              <a:chExt cx="167400" cy="167400"/>
            </a:xfrm>
          </p:grpSpPr>
          <p:cxnSp>
            <p:nvCxnSpPr>
              <p:cNvPr id="2532" name="Google Shape;2532;p51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33" name="Google Shape;2533;p51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534" name="Google Shape;2534;p51"/>
            <p:cNvSpPr/>
            <p:nvPr/>
          </p:nvSpPr>
          <p:spPr>
            <a:xfrm rot="10800000">
              <a:off x="8829343" y="43336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51"/>
            <p:cNvSpPr/>
            <p:nvPr/>
          </p:nvSpPr>
          <p:spPr>
            <a:xfrm rot="10800000">
              <a:off x="8981743" y="30382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51"/>
            <p:cNvSpPr/>
            <p:nvPr/>
          </p:nvSpPr>
          <p:spPr>
            <a:xfrm rot="10800000">
              <a:off x="8981743" y="18190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51"/>
            <p:cNvSpPr/>
            <p:nvPr/>
          </p:nvSpPr>
          <p:spPr>
            <a:xfrm rot="10800000">
              <a:off x="8829343" y="6760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51"/>
            <p:cNvSpPr/>
            <p:nvPr/>
          </p:nvSpPr>
          <p:spPr>
            <a:xfrm rot="10800000">
              <a:off x="6238543" y="49432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51"/>
            <p:cNvSpPr/>
            <p:nvPr/>
          </p:nvSpPr>
          <p:spPr>
            <a:xfrm rot="10800000">
              <a:off x="5171743" y="44860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51"/>
            <p:cNvSpPr/>
            <p:nvPr/>
          </p:nvSpPr>
          <p:spPr>
            <a:xfrm rot="10800000">
              <a:off x="3876343" y="48670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51"/>
            <p:cNvSpPr/>
            <p:nvPr/>
          </p:nvSpPr>
          <p:spPr>
            <a:xfrm rot="10800000">
              <a:off x="3114343" y="49432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42" name="Google Shape;2542;p51"/>
            <p:cNvGrpSpPr/>
            <p:nvPr/>
          </p:nvGrpSpPr>
          <p:grpSpPr>
            <a:xfrm rot="10800000">
              <a:off x="166131" y="4872823"/>
              <a:ext cx="167400" cy="167400"/>
              <a:chOff x="3216925" y="225750"/>
              <a:chExt cx="167400" cy="167400"/>
            </a:xfrm>
          </p:grpSpPr>
          <p:cxnSp>
            <p:nvCxnSpPr>
              <p:cNvPr id="2543" name="Google Shape;2543;p51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44" name="Google Shape;2544;p51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545" name="Google Shape;2545;p51"/>
            <p:cNvSpPr/>
            <p:nvPr/>
          </p:nvSpPr>
          <p:spPr>
            <a:xfrm rot="10800000">
              <a:off x="1209343" y="49432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51"/>
            <p:cNvSpPr/>
            <p:nvPr/>
          </p:nvSpPr>
          <p:spPr>
            <a:xfrm rot="10800000">
              <a:off x="218743" y="43336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47" name="Google Shape;2547;p51"/>
            <p:cNvGrpSpPr/>
            <p:nvPr/>
          </p:nvGrpSpPr>
          <p:grpSpPr>
            <a:xfrm rot="10800000">
              <a:off x="166131" y="2484760"/>
              <a:ext cx="167400" cy="167400"/>
              <a:chOff x="3216925" y="225750"/>
              <a:chExt cx="167400" cy="167400"/>
            </a:xfrm>
          </p:grpSpPr>
          <p:cxnSp>
            <p:nvCxnSpPr>
              <p:cNvPr id="2548" name="Google Shape;2548;p51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49" name="Google Shape;2549;p51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550" name="Google Shape;2550;p51"/>
            <p:cNvSpPr/>
            <p:nvPr/>
          </p:nvSpPr>
          <p:spPr>
            <a:xfrm rot="10800000">
              <a:off x="218743" y="12856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51"/>
            <p:cNvSpPr/>
            <p:nvPr/>
          </p:nvSpPr>
          <p:spPr>
            <a:xfrm rot="10800000">
              <a:off x="904543" y="2188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51"/>
            <p:cNvSpPr/>
            <p:nvPr/>
          </p:nvSpPr>
          <p:spPr>
            <a:xfrm rot="10800000">
              <a:off x="3190543" y="1426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51"/>
            <p:cNvSpPr/>
            <p:nvPr/>
          </p:nvSpPr>
          <p:spPr>
            <a:xfrm rot="10800000">
              <a:off x="4943143" y="1426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51"/>
            <p:cNvSpPr/>
            <p:nvPr/>
          </p:nvSpPr>
          <p:spPr>
            <a:xfrm rot="10800000">
              <a:off x="7152943" y="2188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51"/>
            <p:cNvSpPr/>
            <p:nvPr/>
          </p:nvSpPr>
          <p:spPr>
            <a:xfrm rot="10800000">
              <a:off x="6086143" y="1426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56" name="Google Shape;2556;p51"/>
            <p:cNvGrpSpPr/>
            <p:nvPr/>
          </p:nvGrpSpPr>
          <p:grpSpPr>
            <a:xfrm rot="10800000">
              <a:off x="8756443" y="110373"/>
              <a:ext cx="167400" cy="167400"/>
              <a:chOff x="3216925" y="225750"/>
              <a:chExt cx="167400" cy="167400"/>
            </a:xfrm>
          </p:grpSpPr>
          <p:cxnSp>
            <p:nvCxnSpPr>
              <p:cNvPr id="2557" name="Google Shape;2557;p51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58" name="Google Shape;2558;p51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559" name="Google Shape;2559;p51"/>
            <p:cNvGrpSpPr/>
            <p:nvPr/>
          </p:nvGrpSpPr>
          <p:grpSpPr>
            <a:xfrm rot="10800000">
              <a:off x="4484643" y="120360"/>
              <a:ext cx="167400" cy="167400"/>
              <a:chOff x="3216925" y="225750"/>
              <a:chExt cx="167400" cy="167400"/>
            </a:xfrm>
          </p:grpSpPr>
          <p:cxnSp>
            <p:nvCxnSpPr>
              <p:cNvPr id="2560" name="Google Shape;2560;p51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1" name="Google Shape;2561;p51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562" name="Google Shape;2562;p51"/>
            <p:cNvGrpSpPr/>
            <p:nvPr/>
          </p:nvGrpSpPr>
          <p:grpSpPr>
            <a:xfrm rot="10800000">
              <a:off x="166131" y="120348"/>
              <a:ext cx="167400" cy="167400"/>
              <a:chOff x="3216925" y="225750"/>
              <a:chExt cx="167400" cy="167400"/>
            </a:xfrm>
          </p:grpSpPr>
          <p:cxnSp>
            <p:nvCxnSpPr>
              <p:cNvPr id="2563" name="Google Shape;2563;p51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4" name="Google Shape;2564;p51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565" name="Google Shape;2565;p51"/>
            <p:cNvGrpSpPr/>
            <p:nvPr/>
          </p:nvGrpSpPr>
          <p:grpSpPr>
            <a:xfrm rot="10800000">
              <a:off x="2325387" y="120348"/>
              <a:ext cx="167400" cy="167400"/>
              <a:chOff x="3216925" y="225750"/>
              <a:chExt cx="167400" cy="167400"/>
            </a:xfrm>
          </p:grpSpPr>
          <p:cxnSp>
            <p:nvCxnSpPr>
              <p:cNvPr id="2566" name="Google Shape;2566;p51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7" name="Google Shape;2567;p51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568" name="Google Shape;2568;p51"/>
            <p:cNvGrpSpPr/>
            <p:nvPr/>
          </p:nvGrpSpPr>
          <p:grpSpPr>
            <a:xfrm rot="10800000">
              <a:off x="2325387" y="4872823"/>
              <a:ext cx="167400" cy="167400"/>
              <a:chOff x="3216925" y="225750"/>
              <a:chExt cx="167400" cy="167400"/>
            </a:xfrm>
          </p:grpSpPr>
          <p:cxnSp>
            <p:nvCxnSpPr>
              <p:cNvPr id="2569" name="Google Shape;2569;p51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0" name="Google Shape;2570;p51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571" name="Google Shape;2571;p51"/>
            <p:cNvGrpSpPr/>
            <p:nvPr/>
          </p:nvGrpSpPr>
          <p:grpSpPr>
            <a:xfrm rot="10800000">
              <a:off x="6620543" y="120348"/>
              <a:ext cx="167400" cy="167400"/>
              <a:chOff x="3216925" y="225750"/>
              <a:chExt cx="167400" cy="167400"/>
            </a:xfrm>
          </p:grpSpPr>
          <p:cxnSp>
            <p:nvCxnSpPr>
              <p:cNvPr id="2572" name="Google Shape;2572;p51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3" name="Google Shape;2573;p51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574" name="Google Shape;2574;p51"/>
            <p:cNvGrpSpPr/>
            <p:nvPr/>
          </p:nvGrpSpPr>
          <p:grpSpPr>
            <a:xfrm rot="10800000">
              <a:off x="6620543" y="4872823"/>
              <a:ext cx="167400" cy="167400"/>
              <a:chOff x="3216925" y="225750"/>
              <a:chExt cx="167400" cy="167400"/>
            </a:xfrm>
          </p:grpSpPr>
          <p:cxnSp>
            <p:nvCxnSpPr>
              <p:cNvPr id="2575" name="Google Shape;2575;p51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6" name="Google Shape;2576;p51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577" name="Google Shape;2577;p51"/>
            <p:cNvSpPr/>
            <p:nvPr/>
          </p:nvSpPr>
          <p:spPr>
            <a:xfrm rot="10800000">
              <a:off x="7991143" y="47146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51"/>
            <p:cNvSpPr/>
            <p:nvPr/>
          </p:nvSpPr>
          <p:spPr>
            <a:xfrm rot="10800000">
              <a:off x="7229143" y="45622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51"/>
            <p:cNvSpPr/>
            <p:nvPr/>
          </p:nvSpPr>
          <p:spPr>
            <a:xfrm rot="10800000">
              <a:off x="2885743" y="7522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51"/>
            <p:cNvSpPr/>
            <p:nvPr/>
          </p:nvSpPr>
          <p:spPr>
            <a:xfrm rot="10800000">
              <a:off x="4028743" y="5998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51"/>
            <p:cNvSpPr/>
            <p:nvPr/>
          </p:nvSpPr>
          <p:spPr>
            <a:xfrm rot="10800000">
              <a:off x="5628943" y="7522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51"/>
            <p:cNvSpPr/>
            <p:nvPr/>
          </p:nvSpPr>
          <p:spPr>
            <a:xfrm rot="10800000">
              <a:off x="7838743" y="7522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51"/>
            <p:cNvSpPr/>
            <p:nvPr/>
          </p:nvSpPr>
          <p:spPr>
            <a:xfrm rot="10800000">
              <a:off x="1895143" y="43336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51"/>
            <p:cNvSpPr/>
            <p:nvPr/>
          </p:nvSpPr>
          <p:spPr>
            <a:xfrm rot="10800000">
              <a:off x="2809543" y="44098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85" name="Google Shape;2585;p51"/>
          <p:cNvSpPr/>
          <p:nvPr/>
        </p:nvSpPr>
        <p:spPr>
          <a:xfrm>
            <a:off x="439325" y="355925"/>
            <a:ext cx="8289300" cy="4403100"/>
          </a:xfrm>
          <a:prstGeom prst="roundRect">
            <a:avLst>
              <a:gd name="adj" fmla="val 66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6" name="Google Shape;2586;p5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bg>
      <p:bgPr>
        <a:solidFill>
          <a:schemeClr val="dk1"/>
        </a:solidFill>
        <a:effectLst/>
      </p:bgPr>
    </p:bg>
    <p:spTree>
      <p:nvGrpSpPr>
        <p:cNvPr id="1" name="Shape 2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2" name="Google Shape;2682;p54"/>
          <p:cNvGrpSpPr/>
          <p:nvPr/>
        </p:nvGrpSpPr>
        <p:grpSpPr>
          <a:xfrm>
            <a:off x="137000" y="99118"/>
            <a:ext cx="8837213" cy="4930707"/>
            <a:chOff x="137000" y="99118"/>
            <a:chExt cx="8837213" cy="4930707"/>
          </a:xfrm>
        </p:grpSpPr>
        <p:grpSp>
          <p:nvGrpSpPr>
            <p:cNvPr id="2683" name="Google Shape;2683;p54"/>
            <p:cNvGrpSpPr/>
            <p:nvPr/>
          </p:nvGrpSpPr>
          <p:grpSpPr>
            <a:xfrm rot="-6300016" flipH="1">
              <a:off x="7914334" y="131504"/>
              <a:ext cx="94725" cy="124297"/>
              <a:chOff x="754200" y="3419250"/>
              <a:chExt cx="59900" cy="78600"/>
            </a:xfrm>
          </p:grpSpPr>
          <p:sp>
            <p:nvSpPr>
              <p:cNvPr id="2684" name="Google Shape;2684;p54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685;p54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86" name="Google Shape;2686;p54"/>
            <p:cNvGrpSpPr/>
            <p:nvPr/>
          </p:nvGrpSpPr>
          <p:grpSpPr>
            <a:xfrm flipH="1">
              <a:off x="8727313" y="109950"/>
              <a:ext cx="167400" cy="167400"/>
              <a:chOff x="3216925" y="225750"/>
              <a:chExt cx="167400" cy="167400"/>
            </a:xfrm>
          </p:grpSpPr>
          <p:cxnSp>
            <p:nvCxnSpPr>
              <p:cNvPr id="2687" name="Google Shape;2687;p54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88" name="Google Shape;2688;p54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89" name="Google Shape;2689;p54"/>
            <p:cNvGrpSpPr/>
            <p:nvPr/>
          </p:nvGrpSpPr>
          <p:grpSpPr>
            <a:xfrm flipH="1">
              <a:off x="4455513" y="99963"/>
              <a:ext cx="167400" cy="167400"/>
              <a:chOff x="3216925" y="225750"/>
              <a:chExt cx="167400" cy="167400"/>
            </a:xfrm>
          </p:grpSpPr>
          <p:cxnSp>
            <p:nvCxnSpPr>
              <p:cNvPr id="2690" name="Google Shape;2690;p54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91" name="Google Shape;2691;p54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92" name="Google Shape;2692;p54"/>
            <p:cNvGrpSpPr/>
            <p:nvPr/>
          </p:nvGrpSpPr>
          <p:grpSpPr>
            <a:xfrm flipH="1">
              <a:off x="8804838" y="2475913"/>
              <a:ext cx="167400" cy="167400"/>
              <a:chOff x="3216925" y="225750"/>
              <a:chExt cx="167400" cy="167400"/>
            </a:xfrm>
          </p:grpSpPr>
          <p:cxnSp>
            <p:nvCxnSpPr>
              <p:cNvPr id="2693" name="Google Shape;2693;p54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94" name="Google Shape;2694;p54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695" name="Google Shape;2695;p54"/>
            <p:cNvSpPr/>
            <p:nvPr/>
          </p:nvSpPr>
          <p:spPr>
            <a:xfrm flipH="1">
              <a:off x="8800213" y="784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54"/>
            <p:cNvSpPr/>
            <p:nvPr/>
          </p:nvSpPr>
          <p:spPr>
            <a:xfrm flipH="1">
              <a:off x="8800213" y="22327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54"/>
            <p:cNvSpPr/>
            <p:nvPr/>
          </p:nvSpPr>
          <p:spPr>
            <a:xfrm flipH="1">
              <a:off x="8952613" y="32995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54"/>
            <p:cNvSpPr/>
            <p:nvPr/>
          </p:nvSpPr>
          <p:spPr>
            <a:xfrm flipH="1">
              <a:off x="8800213" y="44425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99" name="Google Shape;2699;p54"/>
            <p:cNvGrpSpPr/>
            <p:nvPr/>
          </p:nvGrpSpPr>
          <p:grpSpPr>
            <a:xfrm flipH="1">
              <a:off x="8191458" y="4885065"/>
              <a:ext cx="94726" cy="124298"/>
              <a:chOff x="850570" y="3419250"/>
              <a:chExt cx="59900" cy="78600"/>
            </a:xfrm>
          </p:grpSpPr>
          <p:sp>
            <p:nvSpPr>
              <p:cNvPr id="2700" name="Google Shape;2700;p54"/>
              <p:cNvSpPr/>
              <p:nvPr/>
            </p:nvSpPr>
            <p:spPr>
              <a:xfrm>
                <a:off x="85057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2701;p54"/>
              <p:cNvSpPr/>
              <p:nvPr/>
            </p:nvSpPr>
            <p:spPr>
              <a:xfrm>
                <a:off x="85057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02" name="Google Shape;2702;p54"/>
            <p:cNvSpPr/>
            <p:nvPr/>
          </p:nvSpPr>
          <p:spPr>
            <a:xfrm flipH="1">
              <a:off x="6209413" y="1753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54"/>
            <p:cNvSpPr/>
            <p:nvPr/>
          </p:nvSpPr>
          <p:spPr>
            <a:xfrm flipH="1">
              <a:off x="4990213" y="991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54"/>
            <p:cNvSpPr/>
            <p:nvPr/>
          </p:nvSpPr>
          <p:spPr>
            <a:xfrm flipH="1">
              <a:off x="3847213" y="2515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54"/>
            <p:cNvSpPr/>
            <p:nvPr/>
          </p:nvSpPr>
          <p:spPr>
            <a:xfrm flipH="1">
              <a:off x="3085213" y="1753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06" name="Google Shape;2706;p54"/>
            <p:cNvGrpSpPr/>
            <p:nvPr/>
          </p:nvGrpSpPr>
          <p:grpSpPr>
            <a:xfrm rot="3599965" flipH="1">
              <a:off x="1640746" y="131504"/>
              <a:ext cx="94724" cy="124296"/>
              <a:chOff x="754200" y="3419250"/>
              <a:chExt cx="59900" cy="78600"/>
            </a:xfrm>
          </p:grpSpPr>
          <p:sp>
            <p:nvSpPr>
              <p:cNvPr id="2707" name="Google Shape;2707;p54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54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09" name="Google Shape;2709;p54"/>
            <p:cNvGrpSpPr/>
            <p:nvPr/>
          </p:nvGrpSpPr>
          <p:grpSpPr>
            <a:xfrm flipH="1">
              <a:off x="137000" y="99975"/>
              <a:ext cx="167400" cy="167400"/>
              <a:chOff x="3216925" y="225750"/>
              <a:chExt cx="167400" cy="167400"/>
            </a:xfrm>
          </p:grpSpPr>
          <p:cxnSp>
            <p:nvCxnSpPr>
              <p:cNvPr id="2710" name="Google Shape;2710;p54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11" name="Google Shape;2711;p54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712" name="Google Shape;2712;p54"/>
            <p:cNvSpPr/>
            <p:nvPr/>
          </p:nvSpPr>
          <p:spPr>
            <a:xfrm flipH="1">
              <a:off x="1180213" y="1753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54"/>
            <p:cNvSpPr/>
            <p:nvPr/>
          </p:nvSpPr>
          <p:spPr>
            <a:xfrm flipH="1">
              <a:off x="189613" y="784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14" name="Google Shape;2714;p54"/>
            <p:cNvGrpSpPr/>
            <p:nvPr/>
          </p:nvGrpSpPr>
          <p:grpSpPr>
            <a:xfrm flipH="1">
              <a:off x="159558" y="1188340"/>
              <a:ext cx="94726" cy="124298"/>
              <a:chOff x="754200" y="3419250"/>
              <a:chExt cx="59900" cy="78600"/>
            </a:xfrm>
          </p:grpSpPr>
          <p:sp>
            <p:nvSpPr>
              <p:cNvPr id="2715" name="Google Shape;2715;p54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Google Shape;2716;p54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17" name="Google Shape;2717;p54"/>
            <p:cNvGrpSpPr/>
            <p:nvPr/>
          </p:nvGrpSpPr>
          <p:grpSpPr>
            <a:xfrm flipH="1">
              <a:off x="137000" y="2488038"/>
              <a:ext cx="167400" cy="167400"/>
              <a:chOff x="3216925" y="225750"/>
              <a:chExt cx="167400" cy="167400"/>
            </a:xfrm>
          </p:grpSpPr>
          <p:cxnSp>
            <p:nvCxnSpPr>
              <p:cNvPr id="2718" name="Google Shape;2718;p54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19" name="Google Shape;2719;p54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720" name="Google Shape;2720;p54"/>
            <p:cNvSpPr/>
            <p:nvPr/>
          </p:nvSpPr>
          <p:spPr>
            <a:xfrm flipH="1">
              <a:off x="189613" y="3832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54"/>
            <p:cNvSpPr/>
            <p:nvPr/>
          </p:nvSpPr>
          <p:spPr>
            <a:xfrm flipH="1">
              <a:off x="875413" y="48997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22" name="Google Shape;2722;p54"/>
            <p:cNvGrpSpPr/>
            <p:nvPr/>
          </p:nvGrpSpPr>
          <p:grpSpPr>
            <a:xfrm flipH="1">
              <a:off x="1759758" y="4845940"/>
              <a:ext cx="94726" cy="124298"/>
              <a:chOff x="1043311" y="3419250"/>
              <a:chExt cx="59900" cy="78600"/>
            </a:xfrm>
          </p:grpSpPr>
          <p:sp>
            <p:nvSpPr>
              <p:cNvPr id="2723" name="Google Shape;2723;p54"/>
              <p:cNvSpPr/>
              <p:nvPr/>
            </p:nvSpPr>
            <p:spPr>
              <a:xfrm>
                <a:off x="1043311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54"/>
              <p:cNvSpPr/>
              <p:nvPr/>
            </p:nvSpPr>
            <p:spPr>
              <a:xfrm>
                <a:off x="1043311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25" name="Google Shape;2725;p54"/>
            <p:cNvSpPr/>
            <p:nvPr/>
          </p:nvSpPr>
          <p:spPr>
            <a:xfrm flipH="1">
              <a:off x="3161413" y="4975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54"/>
            <p:cNvSpPr/>
            <p:nvPr/>
          </p:nvSpPr>
          <p:spPr>
            <a:xfrm flipH="1">
              <a:off x="4914013" y="4975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54"/>
            <p:cNvSpPr/>
            <p:nvPr/>
          </p:nvSpPr>
          <p:spPr>
            <a:xfrm flipH="1">
              <a:off x="7123813" y="48997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54"/>
            <p:cNvSpPr/>
            <p:nvPr/>
          </p:nvSpPr>
          <p:spPr>
            <a:xfrm flipH="1">
              <a:off x="6057013" y="4975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29" name="Google Shape;2729;p54"/>
            <p:cNvGrpSpPr/>
            <p:nvPr/>
          </p:nvGrpSpPr>
          <p:grpSpPr>
            <a:xfrm flipH="1">
              <a:off x="8727313" y="4862425"/>
              <a:ext cx="167400" cy="167400"/>
              <a:chOff x="3216925" y="225750"/>
              <a:chExt cx="167400" cy="167400"/>
            </a:xfrm>
          </p:grpSpPr>
          <p:cxnSp>
            <p:nvCxnSpPr>
              <p:cNvPr id="2730" name="Google Shape;2730;p54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31" name="Google Shape;2731;p54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732" name="Google Shape;2732;p54"/>
            <p:cNvGrpSpPr/>
            <p:nvPr/>
          </p:nvGrpSpPr>
          <p:grpSpPr>
            <a:xfrm flipH="1">
              <a:off x="4455513" y="4852438"/>
              <a:ext cx="167400" cy="167400"/>
              <a:chOff x="3216925" y="225750"/>
              <a:chExt cx="167400" cy="167400"/>
            </a:xfrm>
          </p:grpSpPr>
          <p:cxnSp>
            <p:nvCxnSpPr>
              <p:cNvPr id="2733" name="Google Shape;2733;p54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34" name="Google Shape;2734;p54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735" name="Google Shape;2735;p54"/>
            <p:cNvGrpSpPr/>
            <p:nvPr/>
          </p:nvGrpSpPr>
          <p:grpSpPr>
            <a:xfrm flipH="1">
              <a:off x="137000" y="4852450"/>
              <a:ext cx="167400" cy="167400"/>
              <a:chOff x="3216925" y="225750"/>
              <a:chExt cx="167400" cy="167400"/>
            </a:xfrm>
          </p:grpSpPr>
          <p:cxnSp>
            <p:nvCxnSpPr>
              <p:cNvPr id="2736" name="Google Shape;2736;p54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37" name="Google Shape;2737;p54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738" name="Google Shape;2738;p54"/>
            <p:cNvSpPr/>
            <p:nvPr/>
          </p:nvSpPr>
          <p:spPr>
            <a:xfrm rot="10800000" flipH="1">
              <a:off x="992188" y="3832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39" name="Google Shape;2739;p54"/>
            <p:cNvGrpSpPr/>
            <p:nvPr/>
          </p:nvGrpSpPr>
          <p:grpSpPr>
            <a:xfrm rot="10800000" flipH="1">
              <a:off x="949116" y="3326797"/>
              <a:ext cx="94726" cy="124298"/>
              <a:chOff x="754200" y="3419250"/>
              <a:chExt cx="59900" cy="78600"/>
            </a:xfrm>
          </p:grpSpPr>
          <p:sp>
            <p:nvSpPr>
              <p:cNvPr id="2740" name="Google Shape;2740;p54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54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42" name="Google Shape;2742;p54"/>
            <p:cNvGrpSpPr/>
            <p:nvPr/>
          </p:nvGrpSpPr>
          <p:grpSpPr>
            <a:xfrm rot="10800000" flipH="1">
              <a:off x="899000" y="1450598"/>
              <a:ext cx="167400" cy="167400"/>
              <a:chOff x="3216925" y="225750"/>
              <a:chExt cx="167400" cy="167400"/>
            </a:xfrm>
          </p:grpSpPr>
          <p:cxnSp>
            <p:nvCxnSpPr>
              <p:cNvPr id="2743" name="Google Shape;2743;p54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44" name="Google Shape;2744;p54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745" name="Google Shape;2745;p54"/>
            <p:cNvSpPr/>
            <p:nvPr/>
          </p:nvSpPr>
          <p:spPr>
            <a:xfrm rot="10800000" flipH="1">
              <a:off x="992188" y="784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54"/>
            <p:cNvSpPr/>
            <p:nvPr/>
          </p:nvSpPr>
          <p:spPr>
            <a:xfrm flipH="1">
              <a:off x="8091613" y="784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47" name="Google Shape;2747;p54"/>
            <p:cNvGrpSpPr/>
            <p:nvPr/>
          </p:nvGrpSpPr>
          <p:grpSpPr>
            <a:xfrm flipH="1">
              <a:off x="8061558" y="1188340"/>
              <a:ext cx="94726" cy="124298"/>
              <a:chOff x="754200" y="3419250"/>
              <a:chExt cx="59900" cy="78600"/>
            </a:xfrm>
          </p:grpSpPr>
          <p:sp>
            <p:nvSpPr>
              <p:cNvPr id="2748" name="Google Shape;2748;p54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Google Shape;2749;p54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50" name="Google Shape;2750;p54"/>
            <p:cNvGrpSpPr/>
            <p:nvPr/>
          </p:nvGrpSpPr>
          <p:grpSpPr>
            <a:xfrm flipH="1">
              <a:off x="8039000" y="3021438"/>
              <a:ext cx="167400" cy="167400"/>
              <a:chOff x="3216925" y="225750"/>
              <a:chExt cx="167400" cy="167400"/>
            </a:xfrm>
          </p:grpSpPr>
          <p:cxnSp>
            <p:nvCxnSpPr>
              <p:cNvPr id="2751" name="Google Shape;2751;p54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52" name="Google Shape;2752;p54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753" name="Google Shape;2753;p54"/>
            <p:cNvSpPr/>
            <p:nvPr/>
          </p:nvSpPr>
          <p:spPr>
            <a:xfrm flipH="1">
              <a:off x="8091613" y="3832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54"/>
            <p:cNvSpPr/>
            <p:nvPr/>
          </p:nvSpPr>
          <p:spPr>
            <a:xfrm flipH="1">
              <a:off x="3161413" y="6325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54"/>
            <p:cNvSpPr/>
            <p:nvPr/>
          </p:nvSpPr>
          <p:spPr>
            <a:xfrm flipH="1">
              <a:off x="2399413" y="5563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54"/>
            <p:cNvSpPr/>
            <p:nvPr/>
          </p:nvSpPr>
          <p:spPr>
            <a:xfrm flipH="1">
              <a:off x="6514213" y="7087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54"/>
            <p:cNvSpPr/>
            <p:nvPr/>
          </p:nvSpPr>
          <p:spPr>
            <a:xfrm flipH="1">
              <a:off x="5752213" y="6325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54"/>
            <p:cNvSpPr/>
            <p:nvPr/>
          </p:nvSpPr>
          <p:spPr>
            <a:xfrm flipH="1">
              <a:off x="6514213" y="45187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54"/>
            <p:cNvSpPr/>
            <p:nvPr/>
          </p:nvSpPr>
          <p:spPr>
            <a:xfrm flipH="1">
              <a:off x="5447413" y="4594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54"/>
            <p:cNvSpPr/>
            <p:nvPr/>
          </p:nvSpPr>
          <p:spPr>
            <a:xfrm flipH="1">
              <a:off x="3618613" y="44425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54"/>
            <p:cNvSpPr/>
            <p:nvPr/>
          </p:nvSpPr>
          <p:spPr>
            <a:xfrm flipH="1">
              <a:off x="2551813" y="45187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bg>
      <p:bgPr>
        <a:solidFill>
          <a:schemeClr val="dk1"/>
        </a:solidFill>
        <a:effectLst/>
      </p:bgPr>
    </p:bg>
    <p:spTree>
      <p:nvGrpSpPr>
        <p:cNvPr id="1" name="Shape 2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3" name="Google Shape;2763;p55"/>
          <p:cNvSpPr/>
          <p:nvPr/>
        </p:nvSpPr>
        <p:spPr>
          <a:xfrm rot="3600076">
            <a:off x="-696681" y="-631116"/>
            <a:ext cx="3345299" cy="3309879"/>
          </a:xfrm>
          <a:custGeom>
            <a:avLst/>
            <a:gdLst/>
            <a:ahLst/>
            <a:cxnLst/>
            <a:rect l="l" t="t" r="r" b="b"/>
            <a:pathLst>
              <a:path w="155698" h="154025" extrusionOk="0">
                <a:moveTo>
                  <a:pt x="93462" y="8032"/>
                </a:moveTo>
                <a:cubicBezTo>
                  <a:pt x="101617" y="9636"/>
                  <a:pt x="114584" y="5620"/>
                  <a:pt x="120332" y="9636"/>
                </a:cubicBezTo>
                <a:cubicBezTo>
                  <a:pt x="126080" y="13652"/>
                  <a:pt x="123741" y="26515"/>
                  <a:pt x="127952" y="32130"/>
                </a:cubicBezTo>
                <a:cubicBezTo>
                  <a:pt x="132163" y="37745"/>
                  <a:pt x="142390" y="37024"/>
                  <a:pt x="145598" y="43325"/>
                </a:cubicBezTo>
                <a:cubicBezTo>
                  <a:pt x="148807" y="49626"/>
                  <a:pt x="145545" y="61199"/>
                  <a:pt x="147203" y="69935"/>
                </a:cubicBezTo>
                <a:cubicBezTo>
                  <a:pt x="148861" y="78672"/>
                  <a:pt x="156895" y="88050"/>
                  <a:pt x="155545" y="95744"/>
                </a:cubicBezTo>
                <a:cubicBezTo>
                  <a:pt x="154195" y="103438"/>
                  <a:pt x="143166" y="109063"/>
                  <a:pt x="139102" y="116101"/>
                </a:cubicBezTo>
                <a:cubicBezTo>
                  <a:pt x="135038" y="123139"/>
                  <a:pt x="136763" y="134060"/>
                  <a:pt x="131161" y="137973"/>
                </a:cubicBezTo>
                <a:cubicBezTo>
                  <a:pt x="125560" y="141886"/>
                  <a:pt x="115386" y="136903"/>
                  <a:pt x="105493" y="139577"/>
                </a:cubicBezTo>
                <a:cubicBezTo>
                  <a:pt x="95600" y="142251"/>
                  <a:pt x="82433" y="154416"/>
                  <a:pt x="71805" y="154015"/>
                </a:cubicBezTo>
                <a:cubicBezTo>
                  <a:pt x="61177" y="153614"/>
                  <a:pt x="51886" y="141449"/>
                  <a:pt x="41726" y="137171"/>
                </a:cubicBezTo>
                <a:cubicBezTo>
                  <a:pt x="31566" y="132893"/>
                  <a:pt x="15872" y="135980"/>
                  <a:pt x="10845" y="128348"/>
                </a:cubicBezTo>
                <a:cubicBezTo>
                  <a:pt x="5819" y="120717"/>
                  <a:pt x="13372" y="102344"/>
                  <a:pt x="11567" y="91382"/>
                </a:cubicBezTo>
                <a:cubicBezTo>
                  <a:pt x="9762" y="80420"/>
                  <a:pt x="-465" y="70572"/>
                  <a:pt x="16" y="62575"/>
                </a:cubicBezTo>
                <a:cubicBezTo>
                  <a:pt x="497" y="54578"/>
                  <a:pt x="11380" y="51623"/>
                  <a:pt x="14455" y="43398"/>
                </a:cubicBezTo>
                <a:cubicBezTo>
                  <a:pt x="17530" y="35173"/>
                  <a:pt x="12650" y="18801"/>
                  <a:pt x="18465" y="13227"/>
                </a:cubicBezTo>
                <a:cubicBezTo>
                  <a:pt x="24280" y="7653"/>
                  <a:pt x="40523" y="12159"/>
                  <a:pt x="49346" y="9956"/>
                </a:cubicBezTo>
                <a:cubicBezTo>
                  <a:pt x="58169" y="7753"/>
                  <a:pt x="64051" y="332"/>
                  <a:pt x="71404" y="11"/>
                </a:cubicBezTo>
                <a:cubicBezTo>
                  <a:pt x="78757" y="-310"/>
                  <a:pt x="85307" y="6428"/>
                  <a:pt x="93462" y="8032"/>
                </a:cubicBezTo>
                <a:close/>
              </a:path>
            </a:pathLst>
          </a:custGeom>
          <a:solidFill>
            <a:srgbClr val="5D74FF">
              <a:alpha val="25000"/>
            </a:srgbClr>
          </a:solidFill>
          <a:ln>
            <a:noFill/>
          </a:ln>
        </p:spPr>
      </p:sp>
      <p:pic>
        <p:nvPicPr>
          <p:cNvPr id="2764" name="Google Shape;2764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1950" y="1498287"/>
            <a:ext cx="2143799" cy="21469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65" name="Google Shape;2765;p55"/>
          <p:cNvGrpSpPr/>
          <p:nvPr/>
        </p:nvGrpSpPr>
        <p:grpSpPr>
          <a:xfrm>
            <a:off x="137000" y="99118"/>
            <a:ext cx="8757713" cy="4930707"/>
            <a:chOff x="137000" y="99118"/>
            <a:chExt cx="8757713" cy="4930707"/>
          </a:xfrm>
        </p:grpSpPr>
        <p:grpSp>
          <p:nvGrpSpPr>
            <p:cNvPr id="2766" name="Google Shape;2766;p55"/>
            <p:cNvGrpSpPr/>
            <p:nvPr/>
          </p:nvGrpSpPr>
          <p:grpSpPr>
            <a:xfrm rot="-6300016" flipH="1">
              <a:off x="7914334" y="131504"/>
              <a:ext cx="94725" cy="124297"/>
              <a:chOff x="754200" y="3419250"/>
              <a:chExt cx="59900" cy="78600"/>
            </a:xfrm>
          </p:grpSpPr>
          <p:sp>
            <p:nvSpPr>
              <p:cNvPr id="2767" name="Google Shape;2767;p55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Google Shape;2768;p55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69" name="Google Shape;2769;p55"/>
            <p:cNvGrpSpPr/>
            <p:nvPr/>
          </p:nvGrpSpPr>
          <p:grpSpPr>
            <a:xfrm flipH="1">
              <a:off x="8727313" y="109950"/>
              <a:ext cx="167400" cy="167400"/>
              <a:chOff x="3216925" y="225750"/>
              <a:chExt cx="167400" cy="167400"/>
            </a:xfrm>
          </p:grpSpPr>
          <p:cxnSp>
            <p:nvCxnSpPr>
              <p:cNvPr id="2770" name="Google Shape;2770;p55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71" name="Google Shape;2771;p55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772" name="Google Shape;2772;p55"/>
            <p:cNvGrpSpPr/>
            <p:nvPr/>
          </p:nvGrpSpPr>
          <p:grpSpPr>
            <a:xfrm flipH="1">
              <a:off x="4455513" y="99963"/>
              <a:ext cx="167400" cy="167400"/>
              <a:chOff x="3216925" y="225750"/>
              <a:chExt cx="167400" cy="167400"/>
            </a:xfrm>
          </p:grpSpPr>
          <p:cxnSp>
            <p:nvCxnSpPr>
              <p:cNvPr id="2773" name="Google Shape;2773;p55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74" name="Google Shape;2774;p55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775" name="Google Shape;2775;p55"/>
            <p:cNvSpPr/>
            <p:nvPr/>
          </p:nvSpPr>
          <p:spPr>
            <a:xfrm flipH="1">
              <a:off x="8800213" y="44425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76" name="Google Shape;2776;p55"/>
            <p:cNvGrpSpPr/>
            <p:nvPr/>
          </p:nvGrpSpPr>
          <p:grpSpPr>
            <a:xfrm flipH="1">
              <a:off x="8191458" y="4885065"/>
              <a:ext cx="94726" cy="124298"/>
              <a:chOff x="850570" y="3419250"/>
              <a:chExt cx="59900" cy="78600"/>
            </a:xfrm>
          </p:grpSpPr>
          <p:sp>
            <p:nvSpPr>
              <p:cNvPr id="2777" name="Google Shape;2777;p55"/>
              <p:cNvSpPr/>
              <p:nvPr/>
            </p:nvSpPr>
            <p:spPr>
              <a:xfrm>
                <a:off x="85057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Google Shape;2778;p55"/>
              <p:cNvSpPr/>
              <p:nvPr/>
            </p:nvSpPr>
            <p:spPr>
              <a:xfrm>
                <a:off x="85057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79" name="Google Shape;2779;p55"/>
            <p:cNvSpPr/>
            <p:nvPr/>
          </p:nvSpPr>
          <p:spPr>
            <a:xfrm flipH="1">
              <a:off x="6209413" y="1753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55"/>
            <p:cNvSpPr/>
            <p:nvPr/>
          </p:nvSpPr>
          <p:spPr>
            <a:xfrm flipH="1">
              <a:off x="4990213" y="991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55"/>
            <p:cNvSpPr/>
            <p:nvPr/>
          </p:nvSpPr>
          <p:spPr>
            <a:xfrm flipH="1">
              <a:off x="3847213" y="2515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55"/>
            <p:cNvSpPr/>
            <p:nvPr/>
          </p:nvSpPr>
          <p:spPr>
            <a:xfrm flipH="1">
              <a:off x="3085213" y="1753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83" name="Google Shape;2783;p55"/>
            <p:cNvGrpSpPr/>
            <p:nvPr/>
          </p:nvGrpSpPr>
          <p:grpSpPr>
            <a:xfrm rot="3599965" flipH="1">
              <a:off x="1640746" y="131504"/>
              <a:ext cx="94724" cy="124296"/>
              <a:chOff x="754200" y="3419250"/>
              <a:chExt cx="59900" cy="78600"/>
            </a:xfrm>
          </p:grpSpPr>
          <p:sp>
            <p:nvSpPr>
              <p:cNvPr id="2784" name="Google Shape;2784;p55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Google Shape;2785;p55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86" name="Google Shape;2786;p55"/>
            <p:cNvGrpSpPr/>
            <p:nvPr/>
          </p:nvGrpSpPr>
          <p:grpSpPr>
            <a:xfrm flipH="1">
              <a:off x="137000" y="99975"/>
              <a:ext cx="167400" cy="167400"/>
              <a:chOff x="3216925" y="225750"/>
              <a:chExt cx="167400" cy="167400"/>
            </a:xfrm>
          </p:grpSpPr>
          <p:cxnSp>
            <p:nvCxnSpPr>
              <p:cNvPr id="2787" name="Google Shape;2787;p55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88" name="Google Shape;2788;p55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789" name="Google Shape;2789;p55"/>
            <p:cNvSpPr/>
            <p:nvPr/>
          </p:nvSpPr>
          <p:spPr>
            <a:xfrm flipH="1">
              <a:off x="1180213" y="1753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90" name="Google Shape;2790;p55"/>
            <p:cNvGrpSpPr/>
            <p:nvPr/>
          </p:nvGrpSpPr>
          <p:grpSpPr>
            <a:xfrm flipH="1">
              <a:off x="1759758" y="4845940"/>
              <a:ext cx="94726" cy="124298"/>
              <a:chOff x="1043311" y="3419250"/>
              <a:chExt cx="59900" cy="78600"/>
            </a:xfrm>
          </p:grpSpPr>
          <p:sp>
            <p:nvSpPr>
              <p:cNvPr id="2791" name="Google Shape;2791;p55"/>
              <p:cNvSpPr/>
              <p:nvPr/>
            </p:nvSpPr>
            <p:spPr>
              <a:xfrm>
                <a:off x="1043311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Google Shape;2792;p55"/>
              <p:cNvSpPr/>
              <p:nvPr/>
            </p:nvSpPr>
            <p:spPr>
              <a:xfrm>
                <a:off x="1043311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93" name="Google Shape;2793;p55"/>
            <p:cNvSpPr/>
            <p:nvPr/>
          </p:nvSpPr>
          <p:spPr>
            <a:xfrm flipH="1">
              <a:off x="3161413" y="4975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55"/>
            <p:cNvSpPr/>
            <p:nvPr/>
          </p:nvSpPr>
          <p:spPr>
            <a:xfrm flipH="1">
              <a:off x="4914013" y="4975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55"/>
            <p:cNvSpPr/>
            <p:nvPr/>
          </p:nvSpPr>
          <p:spPr>
            <a:xfrm flipH="1">
              <a:off x="6057013" y="4975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96" name="Google Shape;2796;p55"/>
            <p:cNvGrpSpPr/>
            <p:nvPr/>
          </p:nvGrpSpPr>
          <p:grpSpPr>
            <a:xfrm flipH="1">
              <a:off x="8727313" y="4862425"/>
              <a:ext cx="167400" cy="167400"/>
              <a:chOff x="3216925" y="225750"/>
              <a:chExt cx="167400" cy="167400"/>
            </a:xfrm>
          </p:grpSpPr>
          <p:cxnSp>
            <p:nvCxnSpPr>
              <p:cNvPr id="2797" name="Google Shape;2797;p55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98" name="Google Shape;2798;p55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799" name="Google Shape;2799;p55"/>
            <p:cNvGrpSpPr/>
            <p:nvPr/>
          </p:nvGrpSpPr>
          <p:grpSpPr>
            <a:xfrm flipH="1">
              <a:off x="4455513" y="4852438"/>
              <a:ext cx="167400" cy="167400"/>
              <a:chOff x="3216925" y="225750"/>
              <a:chExt cx="167400" cy="167400"/>
            </a:xfrm>
          </p:grpSpPr>
          <p:cxnSp>
            <p:nvCxnSpPr>
              <p:cNvPr id="2800" name="Google Shape;2800;p55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01" name="Google Shape;2801;p55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802" name="Google Shape;2802;p55"/>
            <p:cNvGrpSpPr/>
            <p:nvPr/>
          </p:nvGrpSpPr>
          <p:grpSpPr>
            <a:xfrm flipH="1">
              <a:off x="137000" y="4852450"/>
              <a:ext cx="167400" cy="167400"/>
              <a:chOff x="3216925" y="225750"/>
              <a:chExt cx="167400" cy="167400"/>
            </a:xfrm>
          </p:grpSpPr>
          <p:cxnSp>
            <p:nvCxnSpPr>
              <p:cNvPr id="2803" name="Google Shape;2803;p55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04" name="Google Shape;2804;p55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805" name="Google Shape;2805;p55"/>
          <p:cNvSpPr/>
          <p:nvPr/>
        </p:nvSpPr>
        <p:spPr>
          <a:xfrm rot="3600076">
            <a:off x="6751344" y="2188884"/>
            <a:ext cx="3345299" cy="3309879"/>
          </a:xfrm>
          <a:custGeom>
            <a:avLst/>
            <a:gdLst/>
            <a:ahLst/>
            <a:cxnLst/>
            <a:rect l="l" t="t" r="r" b="b"/>
            <a:pathLst>
              <a:path w="155698" h="154025" extrusionOk="0">
                <a:moveTo>
                  <a:pt x="93462" y="8032"/>
                </a:moveTo>
                <a:cubicBezTo>
                  <a:pt x="101617" y="9636"/>
                  <a:pt x="114584" y="5620"/>
                  <a:pt x="120332" y="9636"/>
                </a:cubicBezTo>
                <a:cubicBezTo>
                  <a:pt x="126080" y="13652"/>
                  <a:pt x="123741" y="26515"/>
                  <a:pt x="127952" y="32130"/>
                </a:cubicBezTo>
                <a:cubicBezTo>
                  <a:pt x="132163" y="37745"/>
                  <a:pt x="142390" y="37024"/>
                  <a:pt x="145598" y="43325"/>
                </a:cubicBezTo>
                <a:cubicBezTo>
                  <a:pt x="148807" y="49626"/>
                  <a:pt x="145545" y="61199"/>
                  <a:pt x="147203" y="69935"/>
                </a:cubicBezTo>
                <a:cubicBezTo>
                  <a:pt x="148861" y="78672"/>
                  <a:pt x="156895" y="88050"/>
                  <a:pt x="155545" y="95744"/>
                </a:cubicBezTo>
                <a:cubicBezTo>
                  <a:pt x="154195" y="103438"/>
                  <a:pt x="143166" y="109063"/>
                  <a:pt x="139102" y="116101"/>
                </a:cubicBezTo>
                <a:cubicBezTo>
                  <a:pt x="135038" y="123139"/>
                  <a:pt x="136763" y="134060"/>
                  <a:pt x="131161" y="137973"/>
                </a:cubicBezTo>
                <a:cubicBezTo>
                  <a:pt x="125560" y="141886"/>
                  <a:pt x="115386" y="136903"/>
                  <a:pt x="105493" y="139577"/>
                </a:cubicBezTo>
                <a:cubicBezTo>
                  <a:pt x="95600" y="142251"/>
                  <a:pt x="82433" y="154416"/>
                  <a:pt x="71805" y="154015"/>
                </a:cubicBezTo>
                <a:cubicBezTo>
                  <a:pt x="61177" y="153614"/>
                  <a:pt x="51886" y="141449"/>
                  <a:pt x="41726" y="137171"/>
                </a:cubicBezTo>
                <a:cubicBezTo>
                  <a:pt x="31566" y="132893"/>
                  <a:pt x="15872" y="135980"/>
                  <a:pt x="10845" y="128348"/>
                </a:cubicBezTo>
                <a:cubicBezTo>
                  <a:pt x="5819" y="120717"/>
                  <a:pt x="13372" y="102344"/>
                  <a:pt x="11567" y="91382"/>
                </a:cubicBezTo>
                <a:cubicBezTo>
                  <a:pt x="9762" y="80420"/>
                  <a:pt x="-465" y="70572"/>
                  <a:pt x="16" y="62575"/>
                </a:cubicBezTo>
                <a:cubicBezTo>
                  <a:pt x="497" y="54578"/>
                  <a:pt x="11380" y="51623"/>
                  <a:pt x="14455" y="43398"/>
                </a:cubicBezTo>
                <a:cubicBezTo>
                  <a:pt x="17530" y="35173"/>
                  <a:pt x="12650" y="18801"/>
                  <a:pt x="18465" y="13227"/>
                </a:cubicBezTo>
                <a:cubicBezTo>
                  <a:pt x="24280" y="7653"/>
                  <a:pt x="40523" y="12159"/>
                  <a:pt x="49346" y="9956"/>
                </a:cubicBezTo>
                <a:cubicBezTo>
                  <a:pt x="58169" y="7753"/>
                  <a:pt x="64051" y="332"/>
                  <a:pt x="71404" y="11"/>
                </a:cubicBezTo>
                <a:cubicBezTo>
                  <a:pt x="78757" y="-310"/>
                  <a:pt x="85307" y="6428"/>
                  <a:pt x="93462" y="8032"/>
                </a:cubicBezTo>
                <a:close/>
              </a:path>
            </a:pathLst>
          </a:custGeom>
          <a:solidFill>
            <a:srgbClr val="5D74FF">
              <a:alpha val="25000"/>
            </a:srgbClr>
          </a:solidFill>
          <a:ln>
            <a:noFill/>
          </a:ln>
        </p:spPr>
      </p:sp>
      <p:pic>
        <p:nvPicPr>
          <p:cNvPr id="2806" name="Google Shape;2806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225975" y="1498287"/>
            <a:ext cx="2143799" cy="214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8_1_1">
    <p:bg>
      <p:bgPr>
        <a:solidFill>
          <a:schemeClr val="dk1"/>
        </a:solidFill>
        <a:effectLst/>
      </p:bgPr>
    </p:bg>
    <p:spTree>
      <p:nvGrpSpPr>
        <p:cNvPr id="1" name="Shape 2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8" name="Google Shape;2808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1950" y="1498287"/>
            <a:ext cx="2143799" cy="2146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9" name="Google Shape;2809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225975" y="1498287"/>
            <a:ext cx="2143799" cy="2146949"/>
          </a:xfrm>
          <a:prstGeom prst="rect">
            <a:avLst/>
          </a:prstGeom>
          <a:noFill/>
          <a:ln>
            <a:noFill/>
          </a:ln>
        </p:spPr>
      </p:pic>
      <p:sp>
        <p:nvSpPr>
          <p:cNvPr id="2810" name="Google Shape;2810;p56"/>
          <p:cNvSpPr/>
          <p:nvPr/>
        </p:nvSpPr>
        <p:spPr>
          <a:xfrm>
            <a:off x="439325" y="355925"/>
            <a:ext cx="8289300" cy="4403100"/>
          </a:xfrm>
          <a:prstGeom prst="roundRect">
            <a:avLst>
              <a:gd name="adj" fmla="val 66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11" name="Google Shape;2811;p56"/>
          <p:cNvGrpSpPr/>
          <p:nvPr/>
        </p:nvGrpSpPr>
        <p:grpSpPr>
          <a:xfrm flipH="1">
            <a:off x="137000" y="99118"/>
            <a:ext cx="8837213" cy="4930707"/>
            <a:chOff x="137000" y="99118"/>
            <a:chExt cx="8837213" cy="4930707"/>
          </a:xfrm>
        </p:grpSpPr>
        <p:grpSp>
          <p:nvGrpSpPr>
            <p:cNvPr id="2812" name="Google Shape;2812;p56"/>
            <p:cNvGrpSpPr/>
            <p:nvPr/>
          </p:nvGrpSpPr>
          <p:grpSpPr>
            <a:xfrm rot="6300016">
              <a:off x="1102154" y="131504"/>
              <a:ext cx="94725" cy="124297"/>
              <a:chOff x="754200" y="3419250"/>
              <a:chExt cx="59900" cy="78600"/>
            </a:xfrm>
          </p:grpSpPr>
          <p:sp>
            <p:nvSpPr>
              <p:cNvPr id="2813" name="Google Shape;2813;p56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Google Shape;2814;p56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15" name="Google Shape;2815;p56"/>
            <p:cNvGrpSpPr/>
            <p:nvPr/>
          </p:nvGrpSpPr>
          <p:grpSpPr>
            <a:xfrm>
              <a:off x="216500" y="109950"/>
              <a:ext cx="167400" cy="167400"/>
              <a:chOff x="3216925" y="225750"/>
              <a:chExt cx="167400" cy="167400"/>
            </a:xfrm>
          </p:grpSpPr>
          <p:cxnSp>
            <p:nvCxnSpPr>
              <p:cNvPr id="2816" name="Google Shape;2816;p56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17" name="Google Shape;2817;p56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818" name="Google Shape;2818;p56"/>
            <p:cNvGrpSpPr/>
            <p:nvPr/>
          </p:nvGrpSpPr>
          <p:grpSpPr>
            <a:xfrm>
              <a:off x="4488300" y="99963"/>
              <a:ext cx="167400" cy="167400"/>
              <a:chOff x="3216925" y="225750"/>
              <a:chExt cx="167400" cy="167400"/>
            </a:xfrm>
          </p:grpSpPr>
          <p:cxnSp>
            <p:nvCxnSpPr>
              <p:cNvPr id="2819" name="Google Shape;2819;p56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20" name="Google Shape;2820;p56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821" name="Google Shape;2821;p56"/>
            <p:cNvGrpSpPr/>
            <p:nvPr/>
          </p:nvGrpSpPr>
          <p:grpSpPr>
            <a:xfrm>
              <a:off x="138975" y="2475913"/>
              <a:ext cx="167400" cy="167400"/>
              <a:chOff x="3216925" y="225750"/>
              <a:chExt cx="167400" cy="167400"/>
            </a:xfrm>
          </p:grpSpPr>
          <p:cxnSp>
            <p:nvCxnSpPr>
              <p:cNvPr id="2822" name="Google Shape;2822;p56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23" name="Google Shape;2823;p56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824" name="Google Shape;2824;p56"/>
            <p:cNvSpPr/>
            <p:nvPr/>
          </p:nvSpPr>
          <p:spPr>
            <a:xfrm>
              <a:off x="289400" y="784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56"/>
            <p:cNvSpPr/>
            <p:nvPr/>
          </p:nvSpPr>
          <p:spPr>
            <a:xfrm>
              <a:off x="289400" y="22327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56"/>
            <p:cNvSpPr/>
            <p:nvPr/>
          </p:nvSpPr>
          <p:spPr>
            <a:xfrm>
              <a:off x="137000" y="32995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56"/>
            <p:cNvSpPr/>
            <p:nvPr/>
          </p:nvSpPr>
          <p:spPr>
            <a:xfrm>
              <a:off x="289400" y="44425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28" name="Google Shape;2828;p56"/>
            <p:cNvGrpSpPr/>
            <p:nvPr/>
          </p:nvGrpSpPr>
          <p:grpSpPr>
            <a:xfrm>
              <a:off x="825029" y="4885065"/>
              <a:ext cx="94726" cy="124298"/>
              <a:chOff x="850570" y="3419250"/>
              <a:chExt cx="59900" cy="78600"/>
            </a:xfrm>
          </p:grpSpPr>
          <p:sp>
            <p:nvSpPr>
              <p:cNvPr id="2829" name="Google Shape;2829;p56"/>
              <p:cNvSpPr/>
              <p:nvPr/>
            </p:nvSpPr>
            <p:spPr>
              <a:xfrm>
                <a:off x="85057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Google Shape;2830;p56"/>
              <p:cNvSpPr/>
              <p:nvPr/>
            </p:nvSpPr>
            <p:spPr>
              <a:xfrm>
                <a:off x="85057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31" name="Google Shape;2831;p56"/>
            <p:cNvSpPr/>
            <p:nvPr/>
          </p:nvSpPr>
          <p:spPr>
            <a:xfrm>
              <a:off x="2880200" y="1753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56"/>
            <p:cNvSpPr/>
            <p:nvPr/>
          </p:nvSpPr>
          <p:spPr>
            <a:xfrm>
              <a:off x="4099400" y="991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56"/>
            <p:cNvSpPr/>
            <p:nvPr/>
          </p:nvSpPr>
          <p:spPr>
            <a:xfrm>
              <a:off x="5242400" y="2515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56"/>
            <p:cNvSpPr/>
            <p:nvPr/>
          </p:nvSpPr>
          <p:spPr>
            <a:xfrm>
              <a:off x="6004400" y="1753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35" name="Google Shape;2835;p56"/>
            <p:cNvGrpSpPr/>
            <p:nvPr/>
          </p:nvGrpSpPr>
          <p:grpSpPr>
            <a:xfrm rot="-3599965">
              <a:off x="7375742" y="131504"/>
              <a:ext cx="94724" cy="124296"/>
              <a:chOff x="754200" y="3419250"/>
              <a:chExt cx="59900" cy="78600"/>
            </a:xfrm>
          </p:grpSpPr>
          <p:sp>
            <p:nvSpPr>
              <p:cNvPr id="2836" name="Google Shape;2836;p56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Google Shape;2837;p56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8" name="Google Shape;2838;p56"/>
            <p:cNvGrpSpPr/>
            <p:nvPr/>
          </p:nvGrpSpPr>
          <p:grpSpPr>
            <a:xfrm>
              <a:off x="8806813" y="99975"/>
              <a:ext cx="167400" cy="167400"/>
              <a:chOff x="3216925" y="225750"/>
              <a:chExt cx="167400" cy="167400"/>
            </a:xfrm>
          </p:grpSpPr>
          <p:cxnSp>
            <p:nvCxnSpPr>
              <p:cNvPr id="2839" name="Google Shape;2839;p56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40" name="Google Shape;2840;p56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841" name="Google Shape;2841;p56"/>
            <p:cNvSpPr/>
            <p:nvPr/>
          </p:nvSpPr>
          <p:spPr>
            <a:xfrm>
              <a:off x="7909400" y="1753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56"/>
            <p:cNvSpPr/>
            <p:nvPr/>
          </p:nvSpPr>
          <p:spPr>
            <a:xfrm>
              <a:off x="8900000" y="784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43" name="Google Shape;2843;p56"/>
            <p:cNvGrpSpPr/>
            <p:nvPr/>
          </p:nvGrpSpPr>
          <p:grpSpPr>
            <a:xfrm>
              <a:off x="8856929" y="1188340"/>
              <a:ext cx="94726" cy="124298"/>
              <a:chOff x="754200" y="3419250"/>
              <a:chExt cx="59900" cy="78600"/>
            </a:xfrm>
          </p:grpSpPr>
          <p:sp>
            <p:nvSpPr>
              <p:cNvPr id="2844" name="Google Shape;2844;p56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Google Shape;2845;p56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46" name="Google Shape;2846;p56"/>
            <p:cNvGrpSpPr/>
            <p:nvPr/>
          </p:nvGrpSpPr>
          <p:grpSpPr>
            <a:xfrm>
              <a:off x="8806813" y="2488038"/>
              <a:ext cx="167400" cy="167400"/>
              <a:chOff x="3216925" y="225750"/>
              <a:chExt cx="167400" cy="167400"/>
            </a:xfrm>
          </p:grpSpPr>
          <p:cxnSp>
            <p:nvCxnSpPr>
              <p:cNvPr id="2847" name="Google Shape;2847;p56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48" name="Google Shape;2848;p56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849" name="Google Shape;2849;p56"/>
            <p:cNvSpPr/>
            <p:nvPr/>
          </p:nvSpPr>
          <p:spPr>
            <a:xfrm>
              <a:off x="8900000" y="3832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56"/>
            <p:cNvSpPr/>
            <p:nvPr/>
          </p:nvSpPr>
          <p:spPr>
            <a:xfrm>
              <a:off x="8214200" y="48997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51" name="Google Shape;2851;p56"/>
            <p:cNvGrpSpPr/>
            <p:nvPr/>
          </p:nvGrpSpPr>
          <p:grpSpPr>
            <a:xfrm>
              <a:off x="7256729" y="4845940"/>
              <a:ext cx="94726" cy="124298"/>
              <a:chOff x="1043311" y="3419250"/>
              <a:chExt cx="59900" cy="78600"/>
            </a:xfrm>
          </p:grpSpPr>
          <p:sp>
            <p:nvSpPr>
              <p:cNvPr id="2852" name="Google Shape;2852;p56"/>
              <p:cNvSpPr/>
              <p:nvPr/>
            </p:nvSpPr>
            <p:spPr>
              <a:xfrm>
                <a:off x="1043311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Google Shape;2853;p56"/>
              <p:cNvSpPr/>
              <p:nvPr/>
            </p:nvSpPr>
            <p:spPr>
              <a:xfrm>
                <a:off x="1043311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54" name="Google Shape;2854;p56"/>
            <p:cNvSpPr/>
            <p:nvPr/>
          </p:nvSpPr>
          <p:spPr>
            <a:xfrm>
              <a:off x="5928200" y="4975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56"/>
            <p:cNvSpPr/>
            <p:nvPr/>
          </p:nvSpPr>
          <p:spPr>
            <a:xfrm>
              <a:off x="4175600" y="4975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56"/>
            <p:cNvSpPr/>
            <p:nvPr/>
          </p:nvSpPr>
          <p:spPr>
            <a:xfrm>
              <a:off x="1965800" y="48997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56"/>
            <p:cNvSpPr/>
            <p:nvPr/>
          </p:nvSpPr>
          <p:spPr>
            <a:xfrm>
              <a:off x="3032600" y="4975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58" name="Google Shape;2858;p56"/>
            <p:cNvGrpSpPr/>
            <p:nvPr/>
          </p:nvGrpSpPr>
          <p:grpSpPr>
            <a:xfrm>
              <a:off x="216500" y="4862425"/>
              <a:ext cx="167400" cy="167400"/>
              <a:chOff x="3216925" y="225750"/>
              <a:chExt cx="167400" cy="167400"/>
            </a:xfrm>
          </p:grpSpPr>
          <p:cxnSp>
            <p:nvCxnSpPr>
              <p:cNvPr id="2859" name="Google Shape;2859;p56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60" name="Google Shape;2860;p56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861" name="Google Shape;2861;p56"/>
            <p:cNvGrpSpPr/>
            <p:nvPr/>
          </p:nvGrpSpPr>
          <p:grpSpPr>
            <a:xfrm>
              <a:off x="4488300" y="4852438"/>
              <a:ext cx="167400" cy="167400"/>
              <a:chOff x="3216925" y="225750"/>
              <a:chExt cx="167400" cy="167400"/>
            </a:xfrm>
          </p:grpSpPr>
          <p:cxnSp>
            <p:nvCxnSpPr>
              <p:cNvPr id="2862" name="Google Shape;2862;p56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63" name="Google Shape;2863;p56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864" name="Google Shape;2864;p56"/>
            <p:cNvGrpSpPr/>
            <p:nvPr/>
          </p:nvGrpSpPr>
          <p:grpSpPr>
            <a:xfrm>
              <a:off x="8806813" y="4852450"/>
              <a:ext cx="167400" cy="167400"/>
              <a:chOff x="3216925" y="225750"/>
              <a:chExt cx="167400" cy="167400"/>
            </a:xfrm>
          </p:grpSpPr>
          <p:cxnSp>
            <p:nvCxnSpPr>
              <p:cNvPr id="2865" name="Google Shape;2865;p56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66" name="Google Shape;2866;p56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867" name="Google Shape;2867;p56"/>
          <p:cNvSpPr/>
          <p:nvPr/>
        </p:nvSpPr>
        <p:spPr>
          <a:xfrm rot="3600076">
            <a:off x="6751344" y="-391116"/>
            <a:ext cx="3345299" cy="3309879"/>
          </a:xfrm>
          <a:custGeom>
            <a:avLst/>
            <a:gdLst/>
            <a:ahLst/>
            <a:cxnLst/>
            <a:rect l="l" t="t" r="r" b="b"/>
            <a:pathLst>
              <a:path w="155698" h="154025" extrusionOk="0">
                <a:moveTo>
                  <a:pt x="93462" y="8032"/>
                </a:moveTo>
                <a:cubicBezTo>
                  <a:pt x="101617" y="9636"/>
                  <a:pt x="114584" y="5620"/>
                  <a:pt x="120332" y="9636"/>
                </a:cubicBezTo>
                <a:cubicBezTo>
                  <a:pt x="126080" y="13652"/>
                  <a:pt x="123741" y="26515"/>
                  <a:pt x="127952" y="32130"/>
                </a:cubicBezTo>
                <a:cubicBezTo>
                  <a:pt x="132163" y="37745"/>
                  <a:pt x="142390" y="37024"/>
                  <a:pt x="145598" y="43325"/>
                </a:cubicBezTo>
                <a:cubicBezTo>
                  <a:pt x="148807" y="49626"/>
                  <a:pt x="145545" y="61199"/>
                  <a:pt x="147203" y="69935"/>
                </a:cubicBezTo>
                <a:cubicBezTo>
                  <a:pt x="148861" y="78672"/>
                  <a:pt x="156895" y="88050"/>
                  <a:pt x="155545" y="95744"/>
                </a:cubicBezTo>
                <a:cubicBezTo>
                  <a:pt x="154195" y="103438"/>
                  <a:pt x="143166" y="109063"/>
                  <a:pt x="139102" y="116101"/>
                </a:cubicBezTo>
                <a:cubicBezTo>
                  <a:pt x="135038" y="123139"/>
                  <a:pt x="136763" y="134060"/>
                  <a:pt x="131161" y="137973"/>
                </a:cubicBezTo>
                <a:cubicBezTo>
                  <a:pt x="125560" y="141886"/>
                  <a:pt x="115386" y="136903"/>
                  <a:pt x="105493" y="139577"/>
                </a:cubicBezTo>
                <a:cubicBezTo>
                  <a:pt x="95600" y="142251"/>
                  <a:pt x="82433" y="154416"/>
                  <a:pt x="71805" y="154015"/>
                </a:cubicBezTo>
                <a:cubicBezTo>
                  <a:pt x="61177" y="153614"/>
                  <a:pt x="51886" y="141449"/>
                  <a:pt x="41726" y="137171"/>
                </a:cubicBezTo>
                <a:cubicBezTo>
                  <a:pt x="31566" y="132893"/>
                  <a:pt x="15872" y="135980"/>
                  <a:pt x="10845" y="128348"/>
                </a:cubicBezTo>
                <a:cubicBezTo>
                  <a:pt x="5819" y="120717"/>
                  <a:pt x="13372" y="102344"/>
                  <a:pt x="11567" y="91382"/>
                </a:cubicBezTo>
                <a:cubicBezTo>
                  <a:pt x="9762" y="80420"/>
                  <a:pt x="-465" y="70572"/>
                  <a:pt x="16" y="62575"/>
                </a:cubicBezTo>
                <a:cubicBezTo>
                  <a:pt x="497" y="54578"/>
                  <a:pt x="11380" y="51623"/>
                  <a:pt x="14455" y="43398"/>
                </a:cubicBezTo>
                <a:cubicBezTo>
                  <a:pt x="17530" y="35173"/>
                  <a:pt x="12650" y="18801"/>
                  <a:pt x="18465" y="13227"/>
                </a:cubicBezTo>
                <a:cubicBezTo>
                  <a:pt x="24280" y="7653"/>
                  <a:pt x="40523" y="12159"/>
                  <a:pt x="49346" y="9956"/>
                </a:cubicBezTo>
                <a:cubicBezTo>
                  <a:pt x="58169" y="7753"/>
                  <a:pt x="64051" y="332"/>
                  <a:pt x="71404" y="11"/>
                </a:cubicBezTo>
                <a:cubicBezTo>
                  <a:pt x="78757" y="-310"/>
                  <a:pt x="85307" y="6428"/>
                  <a:pt x="93462" y="8032"/>
                </a:cubicBezTo>
                <a:close/>
              </a:path>
            </a:pathLst>
          </a:custGeom>
          <a:solidFill>
            <a:srgbClr val="5D74FF">
              <a:alpha val="25000"/>
            </a:srgbClr>
          </a:solidFill>
          <a:ln>
            <a:noFill/>
          </a:ln>
        </p:spPr>
      </p:sp>
      <p:sp>
        <p:nvSpPr>
          <p:cNvPr id="2868" name="Google Shape;2868;p56"/>
          <p:cNvSpPr/>
          <p:nvPr/>
        </p:nvSpPr>
        <p:spPr>
          <a:xfrm rot="3600076">
            <a:off x="-1320681" y="1948884"/>
            <a:ext cx="3345299" cy="3309879"/>
          </a:xfrm>
          <a:custGeom>
            <a:avLst/>
            <a:gdLst/>
            <a:ahLst/>
            <a:cxnLst/>
            <a:rect l="l" t="t" r="r" b="b"/>
            <a:pathLst>
              <a:path w="155698" h="154025" extrusionOk="0">
                <a:moveTo>
                  <a:pt x="93462" y="8032"/>
                </a:moveTo>
                <a:cubicBezTo>
                  <a:pt x="101617" y="9636"/>
                  <a:pt x="114584" y="5620"/>
                  <a:pt x="120332" y="9636"/>
                </a:cubicBezTo>
                <a:cubicBezTo>
                  <a:pt x="126080" y="13652"/>
                  <a:pt x="123741" y="26515"/>
                  <a:pt x="127952" y="32130"/>
                </a:cubicBezTo>
                <a:cubicBezTo>
                  <a:pt x="132163" y="37745"/>
                  <a:pt x="142390" y="37024"/>
                  <a:pt x="145598" y="43325"/>
                </a:cubicBezTo>
                <a:cubicBezTo>
                  <a:pt x="148807" y="49626"/>
                  <a:pt x="145545" y="61199"/>
                  <a:pt x="147203" y="69935"/>
                </a:cubicBezTo>
                <a:cubicBezTo>
                  <a:pt x="148861" y="78672"/>
                  <a:pt x="156895" y="88050"/>
                  <a:pt x="155545" y="95744"/>
                </a:cubicBezTo>
                <a:cubicBezTo>
                  <a:pt x="154195" y="103438"/>
                  <a:pt x="143166" y="109063"/>
                  <a:pt x="139102" y="116101"/>
                </a:cubicBezTo>
                <a:cubicBezTo>
                  <a:pt x="135038" y="123139"/>
                  <a:pt x="136763" y="134060"/>
                  <a:pt x="131161" y="137973"/>
                </a:cubicBezTo>
                <a:cubicBezTo>
                  <a:pt x="125560" y="141886"/>
                  <a:pt x="115386" y="136903"/>
                  <a:pt x="105493" y="139577"/>
                </a:cubicBezTo>
                <a:cubicBezTo>
                  <a:pt x="95600" y="142251"/>
                  <a:pt x="82433" y="154416"/>
                  <a:pt x="71805" y="154015"/>
                </a:cubicBezTo>
                <a:cubicBezTo>
                  <a:pt x="61177" y="153614"/>
                  <a:pt x="51886" y="141449"/>
                  <a:pt x="41726" y="137171"/>
                </a:cubicBezTo>
                <a:cubicBezTo>
                  <a:pt x="31566" y="132893"/>
                  <a:pt x="15872" y="135980"/>
                  <a:pt x="10845" y="128348"/>
                </a:cubicBezTo>
                <a:cubicBezTo>
                  <a:pt x="5819" y="120717"/>
                  <a:pt x="13372" y="102344"/>
                  <a:pt x="11567" y="91382"/>
                </a:cubicBezTo>
                <a:cubicBezTo>
                  <a:pt x="9762" y="80420"/>
                  <a:pt x="-465" y="70572"/>
                  <a:pt x="16" y="62575"/>
                </a:cubicBezTo>
                <a:cubicBezTo>
                  <a:pt x="497" y="54578"/>
                  <a:pt x="11380" y="51623"/>
                  <a:pt x="14455" y="43398"/>
                </a:cubicBezTo>
                <a:cubicBezTo>
                  <a:pt x="17530" y="35173"/>
                  <a:pt x="12650" y="18801"/>
                  <a:pt x="18465" y="13227"/>
                </a:cubicBezTo>
                <a:cubicBezTo>
                  <a:pt x="24280" y="7653"/>
                  <a:pt x="40523" y="12159"/>
                  <a:pt x="49346" y="9956"/>
                </a:cubicBezTo>
                <a:cubicBezTo>
                  <a:pt x="58169" y="7753"/>
                  <a:pt x="64051" y="332"/>
                  <a:pt x="71404" y="11"/>
                </a:cubicBezTo>
                <a:cubicBezTo>
                  <a:pt x="78757" y="-310"/>
                  <a:pt x="85307" y="6428"/>
                  <a:pt x="93462" y="8032"/>
                </a:cubicBezTo>
                <a:close/>
              </a:path>
            </a:pathLst>
          </a:custGeom>
          <a:solidFill>
            <a:srgbClr val="5D74FF">
              <a:alpha val="25000"/>
            </a:srgbClr>
          </a:solidFill>
          <a:ln>
            <a:noFill/>
          </a:ln>
        </p:spPr>
      </p:sp>
      <p:pic>
        <p:nvPicPr>
          <p:cNvPr id="2869" name="Google Shape;2869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91725" y="2459687"/>
            <a:ext cx="2143799" cy="2146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0" name="Google Shape;2870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32425" y="508337"/>
            <a:ext cx="2143799" cy="214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31">
    <p:spTree>
      <p:nvGrpSpPr>
        <p:cNvPr id="1" name="Shape 2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2" name="Google Shape;2872;p57"/>
          <p:cNvSpPr/>
          <p:nvPr/>
        </p:nvSpPr>
        <p:spPr>
          <a:xfrm>
            <a:off x="-911223" y="-1332236"/>
            <a:ext cx="3345172" cy="3309997"/>
          </a:xfrm>
          <a:custGeom>
            <a:avLst/>
            <a:gdLst/>
            <a:ahLst/>
            <a:cxnLst/>
            <a:rect l="l" t="t" r="r" b="b"/>
            <a:pathLst>
              <a:path w="155698" h="154025" extrusionOk="0">
                <a:moveTo>
                  <a:pt x="93462" y="8032"/>
                </a:moveTo>
                <a:cubicBezTo>
                  <a:pt x="101617" y="9636"/>
                  <a:pt x="114584" y="5620"/>
                  <a:pt x="120332" y="9636"/>
                </a:cubicBezTo>
                <a:cubicBezTo>
                  <a:pt x="126080" y="13652"/>
                  <a:pt x="123741" y="26515"/>
                  <a:pt x="127952" y="32130"/>
                </a:cubicBezTo>
                <a:cubicBezTo>
                  <a:pt x="132163" y="37745"/>
                  <a:pt x="142390" y="37024"/>
                  <a:pt x="145598" y="43325"/>
                </a:cubicBezTo>
                <a:cubicBezTo>
                  <a:pt x="148807" y="49626"/>
                  <a:pt x="145545" y="61199"/>
                  <a:pt x="147203" y="69935"/>
                </a:cubicBezTo>
                <a:cubicBezTo>
                  <a:pt x="148861" y="78672"/>
                  <a:pt x="156895" y="88050"/>
                  <a:pt x="155545" y="95744"/>
                </a:cubicBezTo>
                <a:cubicBezTo>
                  <a:pt x="154195" y="103438"/>
                  <a:pt x="143166" y="109063"/>
                  <a:pt x="139102" y="116101"/>
                </a:cubicBezTo>
                <a:cubicBezTo>
                  <a:pt x="135038" y="123139"/>
                  <a:pt x="136763" y="134060"/>
                  <a:pt x="131161" y="137973"/>
                </a:cubicBezTo>
                <a:cubicBezTo>
                  <a:pt x="125560" y="141886"/>
                  <a:pt x="115386" y="136903"/>
                  <a:pt x="105493" y="139577"/>
                </a:cubicBezTo>
                <a:cubicBezTo>
                  <a:pt x="95600" y="142251"/>
                  <a:pt x="82433" y="154416"/>
                  <a:pt x="71805" y="154015"/>
                </a:cubicBezTo>
                <a:cubicBezTo>
                  <a:pt x="61177" y="153614"/>
                  <a:pt x="51886" y="141449"/>
                  <a:pt x="41726" y="137171"/>
                </a:cubicBezTo>
                <a:cubicBezTo>
                  <a:pt x="31566" y="132893"/>
                  <a:pt x="15872" y="135980"/>
                  <a:pt x="10845" y="128348"/>
                </a:cubicBezTo>
                <a:cubicBezTo>
                  <a:pt x="5819" y="120717"/>
                  <a:pt x="13372" y="102344"/>
                  <a:pt x="11567" y="91382"/>
                </a:cubicBezTo>
                <a:cubicBezTo>
                  <a:pt x="9762" y="80420"/>
                  <a:pt x="-465" y="70572"/>
                  <a:pt x="16" y="62575"/>
                </a:cubicBezTo>
                <a:cubicBezTo>
                  <a:pt x="497" y="54578"/>
                  <a:pt x="11380" y="51623"/>
                  <a:pt x="14455" y="43398"/>
                </a:cubicBezTo>
                <a:cubicBezTo>
                  <a:pt x="17530" y="35173"/>
                  <a:pt x="12650" y="18801"/>
                  <a:pt x="18465" y="13227"/>
                </a:cubicBezTo>
                <a:cubicBezTo>
                  <a:pt x="24280" y="7653"/>
                  <a:pt x="40523" y="12159"/>
                  <a:pt x="49346" y="9956"/>
                </a:cubicBezTo>
                <a:cubicBezTo>
                  <a:pt x="58169" y="7753"/>
                  <a:pt x="64051" y="332"/>
                  <a:pt x="71404" y="11"/>
                </a:cubicBezTo>
                <a:cubicBezTo>
                  <a:pt x="78757" y="-310"/>
                  <a:pt x="85307" y="6428"/>
                  <a:pt x="93462" y="8032"/>
                </a:cubicBezTo>
                <a:close/>
              </a:path>
            </a:pathLst>
          </a:custGeom>
          <a:solidFill>
            <a:srgbClr val="5D74FF">
              <a:alpha val="25000"/>
            </a:srgbClr>
          </a:solidFill>
          <a:ln>
            <a:noFill/>
          </a:ln>
        </p:spPr>
      </p:sp>
      <p:sp>
        <p:nvSpPr>
          <p:cNvPr id="2873" name="Google Shape;2873;p57"/>
          <p:cNvSpPr/>
          <p:nvPr/>
        </p:nvSpPr>
        <p:spPr>
          <a:xfrm>
            <a:off x="439325" y="355925"/>
            <a:ext cx="4449000" cy="4403100"/>
          </a:xfrm>
          <a:prstGeom prst="roundRect">
            <a:avLst>
              <a:gd name="adj" fmla="val 66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74" name="Google Shape;2874;p57"/>
          <p:cNvGrpSpPr/>
          <p:nvPr/>
        </p:nvGrpSpPr>
        <p:grpSpPr>
          <a:xfrm rot="10800000" flipH="1">
            <a:off x="166131" y="110373"/>
            <a:ext cx="8837213" cy="4929863"/>
            <a:chOff x="166131" y="110373"/>
            <a:chExt cx="8837213" cy="4929863"/>
          </a:xfrm>
        </p:grpSpPr>
        <p:grpSp>
          <p:nvGrpSpPr>
            <p:cNvPr id="2875" name="Google Shape;2875;p57"/>
            <p:cNvGrpSpPr/>
            <p:nvPr/>
          </p:nvGrpSpPr>
          <p:grpSpPr>
            <a:xfrm rot="10800000">
              <a:off x="8756443" y="4862848"/>
              <a:ext cx="167400" cy="167400"/>
              <a:chOff x="3216925" y="225750"/>
              <a:chExt cx="167400" cy="167400"/>
            </a:xfrm>
          </p:grpSpPr>
          <p:cxnSp>
            <p:nvCxnSpPr>
              <p:cNvPr id="2876" name="Google Shape;2876;p57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7" name="Google Shape;2877;p57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878" name="Google Shape;2878;p57"/>
            <p:cNvGrpSpPr/>
            <p:nvPr/>
          </p:nvGrpSpPr>
          <p:grpSpPr>
            <a:xfrm rot="10800000">
              <a:off x="4484643" y="4872835"/>
              <a:ext cx="167400" cy="167400"/>
              <a:chOff x="3216925" y="225750"/>
              <a:chExt cx="167400" cy="167400"/>
            </a:xfrm>
          </p:grpSpPr>
          <p:cxnSp>
            <p:nvCxnSpPr>
              <p:cNvPr id="2879" name="Google Shape;2879;p57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80" name="Google Shape;2880;p57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881" name="Google Shape;2881;p57"/>
            <p:cNvGrpSpPr/>
            <p:nvPr/>
          </p:nvGrpSpPr>
          <p:grpSpPr>
            <a:xfrm rot="10800000">
              <a:off x="8833968" y="2496885"/>
              <a:ext cx="167400" cy="167400"/>
              <a:chOff x="3216925" y="225750"/>
              <a:chExt cx="167400" cy="167400"/>
            </a:xfrm>
          </p:grpSpPr>
          <p:cxnSp>
            <p:nvCxnSpPr>
              <p:cNvPr id="2882" name="Google Shape;2882;p57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83" name="Google Shape;2883;p57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884" name="Google Shape;2884;p57"/>
            <p:cNvSpPr/>
            <p:nvPr/>
          </p:nvSpPr>
          <p:spPr>
            <a:xfrm rot="10800000">
              <a:off x="8829343" y="43336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57"/>
            <p:cNvSpPr/>
            <p:nvPr/>
          </p:nvSpPr>
          <p:spPr>
            <a:xfrm rot="10800000">
              <a:off x="8981743" y="30382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57"/>
            <p:cNvSpPr/>
            <p:nvPr/>
          </p:nvSpPr>
          <p:spPr>
            <a:xfrm rot="10800000">
              <a:off x="8981743" y="18190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57"/>
            <p:cNvSpPr/>
            <p:nvPr/>
          </p:nvSpPr>
          <p:spPr>
            <a:xfrm rot="10800000">
              <a:off x="8829343" y="6760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57"/>
            <p:cNvSpPr/>
            <p:nvPr/>
          </p:nvSpPr>
          <p:spPr>
            <a:xfrm rot="10800000">
              <a:off x="6238543" y="49432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57"/>
            <p:cNvSpPr/>
            <p:nvPr/>
          </p:nvSpPr>
          <p:spPr>
            <a:xfrm rot="10800000">
              <a:off x="5171743" y="44860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57"/>
            <p:cNvSpPr/>
            <p:nvPr/>
          </p:nvSpPr>
          <p:spPr>
            <a:xfrm rot="10800000">
              <a:off x="3876343" y="48670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57"/>
            <p:cNvSpPr/>
            <p:nvPr/>
          </p:nvSpPr>
          <p:spPr>
            <a:xfrm rot="10800000">
              <a:off x="3114343" y="49432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92" name="Google Shape;2892;p57"/>
            <p:cNvGrpSpPr/>
            <p:nvPr/>
          </p:nvGrpSpPr>
          <p:grpSpPr>
            <a:xfrm rot="10800000">
              <a:off x="166131" y="4872823"/>
              <a:ext cx="167400" cy="167400"/>
              <a:chOff x="3216925" y="225750"/>
              <a:chExt cx="167400" cy="167400"/>
            </a:xfrm>
          </p:grpSpPr>
          <p:cxnSp>
            <p:nvCxnSpPr>
              <p:cNvPr id="2893" name="Google Shape;2893;p57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94" name="Google Shape;2894;p57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895" name="Google Shape;2895;p57"/>
            <p:cNvSpPr/>
            <p:nvPr/>
          </p:nvSpPr>
          <p:spPr>
            <a:xfrm rot="10800000">
              <a:off x="1209343" y="49432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57"/>
            <p:cNvSpPr/>
            <p:nvPr/>
          </p:nvSpPr>
          <p:spPr>
            <a:xfrm rot="10800000">
              <a:off x="218743" y="43336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97" name="Google Shape;2897;p57"/>
            <p:cNvGrpSpPr/>
            <p:nvPr/>
          </p:nvGrpSpPr>
          <p:grpSpPr>
            <a:xfrm rot="10800000">
              <a:off x="166131" y="2484760"/>
              <a:ext cx="167400" cy="167400"/>
              <a:chOff x="3216925" y="225750"/>
              <a:chExt cx="167400" cy="167400"/>
            </a:xfrm>
          </p:grpSpPr>
          <p:cxnSp>
            <p:nvCxnSpPr>
              <p:cNvPr id="2898" name="Google Shape;2898;p57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99" name="Google Shape;2899;p57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900" name="Google Shape;2900;p57"/>
            <p:cNvSpPr/>
            <p:nvPr/>
          </p:nvSpPr>
          <p:spPr>
            <a:xfrm rot="10800000">
              <a:off x="218743" y="12856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57"/>
            <p:cNvSpPr/>
            <p:nvPr/>
          </p:nvSpPr>
          <p:spPr>
            <a:xfrm rot="10800000">
              <a:off x="904543" y="2188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57"/>
            <p:cNvSpPr/>
            <p:nvPr/>
          </p:nvSpPr>
          <p:spPr>
            <a:xfrm rot="10800000">
              <a:off x="3190543" y="1426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57"/>
            <p:cNvSpPr/>
            <p:nvPr/>
          </p:nvSpPr>
          <p:spPr>
            <a:xfrm rot="10800000">
              <a:off x="4943143" y="1426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57"/>
            <p:cNvSpPr/>
            <p:nvPr/>
          </p:nvSpPr>
          <p:spPr>
            <a:xfrm rot="10800000">
              <a:off x="7152943" y="2188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57"/>
            <p:cNvSpPr/>
            <p:nvPr/>
          </p:nvSpPr>
          <p:spPr>
            <a:xfrm rot="10800000">
              <a:off x="6086143" y="1426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06" name="Google Shape;2906;p57"/>
            <p:cNvGrpSpPr/>
            <p:nvPr/>
          </p:nvGrpSpPr>
          <p:grpSpPr>
            <a:xfrm rot="10800000">
              <a:off x="8756443" y="110373"/>
              <a:ext cx="167400" cy="167400"/>
              <a:chOff x="3216925" y="225750"/>
              <a:chExt cx="167400" cy="167400"/>
            </a:xfrm>
          </p:grpSpPr>
          <p:cxnSp>
            <p:nvCxnSpPr>
              <p:cNvPr id="2907" name="Google Shape;2907;p57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08" name="Google Shape;2908;p57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909" name="Google Shape;2909;p57"/>
            <p:cNvGrpSpPr/>
            <p:nvPr/>
          </p:nvGrpSpPr>
          <p:grpSpPr>
            <a:xfrm rot="10800000">
              <a:off x="4484643" y="120360"/>
              <a:ext cx="167400" cy="167400"/>
              <a:chOff x="3216925" y="225750"/>
              <a:chExt cx="167400" cy="167400"/>
            </a:xfrm>
          </p:grpSpPr>
          <p:cxnSp>
            <p:nvCxnSpPr>
              <p:cNvPr id="2910" name="Google Shape;2910;p57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1" name="Google Shape;2911;p57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912" name="Google Shape;2912;p57"/>
            <p:cNvGrpSpPr/>
            <p:nvPr/>
          </p:nvGrpSpPr>
          <p:grpSpPr>
            <a:xfrm rot="10800000">
              <a:off x="166131" y="120348"/>
              <a:ext cx="167400" cy="167400"/>
              <a:chOff x="3216925" y="225750"/>
              <a:chExt cx="167400" cy="167400"/>
            </a:xfrm>
          </p:grpSpPr>
          <p:cxnSp>
            <p:nvCxnSpPr>
              <p:cNvPr id="2913" name="Google Shape;2913;p57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4" name="Google Shape;2914;p57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915" name="Google Shape;2915;p57"/>
            <p:cNvGrpSpPr/>
            <p:nvPr/>
          </p:nvGrpSpPr>
          <p:grpSpPr>
            <a:xfrm rot="10800000">
              <a:off x="2325387" y="120348"/>
              <a:ext cx="167400" cy="167400"/>
              <a:chOff x="3216925" y="225750"/>
              <a:chExt cx="167400" cy="167400"/>
            </a:xfrm>
          </p:grpSpPr>
          <p:cxnSp>
            <p:nvCxnSpPr>
              <p:cNvPr id="2916" name="Google Shape;2916;p57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7" name="Google Shape;2917;p57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918" name="Google Shape;2918;p57"/>
            <p:cNvGrpSpPr/>
            <p:nvPr/>
          </p:nvGrpSpPr>
          <p:grpSpPr>
            <a:xfrm rot="10800000">
              <a:off x="2325387" y="4872823"/>
              <a:ext cx="167400" cy="167400"/>
              <a:chOff x="3216925" y="225750"/>
              <a:chExt cx="167400" cy="167400"/>
            </a:xfrm>
          </p:grpSpPr>
          <p:cxnSp>
            <p:nvCxnSpPr>
              <p:cNvPr id="2919" name="Google Shape;2919;p57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20" name="Google Shape;2920;p57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921" name="Google Shape;2921;p57"/>
            <p:cNvGrpSpPr/>
            <p:nvPr/>
          </p:nvGrpSpPr>
          <p:grpSpPr>
            <a:xfrm rot="10800000">
              <a:off x="6620543" y="120348"/>
              <a:ext cx="167400" cy="167400"/>
              <a:chOff x="3216925" y="225750"/>
              <a:chExt cx="167400" cy="167400"/>
            </a:xfrm>
          </p:grpSpPr>
          <p:cxnSp>
            <p:nvCxnSpPr>
              <p:cNvPr id="2922" name="Google Shape;2922;p57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23" name="Google Shape;2923;p57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924" name="Google Shape;2924;p57"/>
            <p:cNvGrpSpPr/>
            <p:nvPr/>
          </p:nvGrpSpPr>
          <p:grpSpPr>
            <a:xfrm rot="10800000">
              <a:off x="6620543" y="4872823"/>
              <a:ext cx="167400" cy="167400"/>
              <a:chOff x="3216925" y="225750"/>
              <a:chExt cx="167400" cy="167400"/>
            </a:xfrm>
          </p:grpSpPr>
          <p:cxnSp>
            <p:nvCxnSpPr>
              <p:cNvPr id="2925" name="Google Shape;2925;p57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26" name="Google Shape;2926;p57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927" name="Google Shape;2927;p57"/>
            <p:cNvSpPr/>
            <p:nvPr/>
          </p:nvSpPr>
          <p:spPr>
            <a:xfrm rot="10800000">
              <a:off x="7991143" y="47146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57"/>
            <p:cNvSpPr/>
            <p:nvPr/>
          </p:nvSpPr>
          <p:spPr>
            <a:xfrm rot="10800000">
              <a:off x="7229143" y="45622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57"/>
            <p:cNvSpPr/>
            <p:nvPr/>
          </p:nvSpPr>
          <p:spPr>
            <a:xfrm rot="10800000">
              <a:off x="2885743" y="7522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57"/>
            <p:cNvSpPr/>
            <p:nvPr/>
          </p:nvSpPr>
          <p:spPr>
            <a:xfrm rot="10800000">
              <a:off x="4028743" y="5998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57"/>
            <p:cNvSpPr/>
            <p:nvPr/>
          </p:nvSpPr>
          <p:spPr>
            <a:xfrm rot="10800000">
              <a:off x="5628943" y="7522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57"/>
            <p:cNvSpPr/>
            <p:nvPr/>
          </p:nvSpPr>
          <p:spPr>
            <a:xfrm rot="10800000">
              <a:off x="7838743" y="7522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57"/>
            <p:cNvSpPr/>
            <p:nvPr/>
          </p:nvSpPr>
          <p:spPr>
            <a:xfrm rot="10800000">
              <a:off x="1895143" y="43336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57"/>
            <p:cNvSpPr/>
            <p:nvPr/>
          </p:nvSpPr>
          <p:spPr>
            <a:xfrm rot="10800000">
              <a:off x="2809543" y="44098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bg>
      <p:bgPr>
        <a:solidFill>
          <a:schemeClr val="dk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/>
          <p:nvPr/>
        </p:nvSpPr>
        <p:spPr>
          <a:xfrm>
            <a:off x="2588018" y="539968"/>
            <a:ext cx="3967964" cy="4063565"/>
          </a:xfrm>
          <a:custGeom>
            <a:avLst/>
            <a:gdLst/>
            <a:ahLst/>
            <a:cxnLst/>
            <a:rect l="l" t="t" r="r" b="b"/>
            <a:pathLst>
              <a:path w="155698" h="154025" extrusionOk="0">
                <a:moveTo>
                  <a:pt x="93462" y="8032"/>
                </a:moveTo>
                <a:cubicBezTo>
                  <a:pt x="101617" y="9636"/>
                  <a:pt x="114584" y="5620"/>
                  <a:pt x="120332" y="9636"/>
                </a:cubicBezTo>
                <a:cubicBezTo>
                  <a:pt x="126080" y="13652"/>
                  <a:pt x="123741" y="26515"/>
                  <a:pt x="127952" y="32130"/>
                </a:cubicBezTo>
                <a:cubicBezTo>
                  <a:pt x="132163" y="37745"/>
                  <a:pt x="142390" y="37024"/>
                  <a:pt x="145598" y="43325"/>
                </a:cubicBezTo>
                <a:cubicBezTo>
                  <a:pt x="148807" y="49626"/>
                  <a:pt x="145545" y="61199"/>
                  <a:pt x="147203" y="69935"/>
                </a:cubicBezTo>
                <a:cubicBezTo>
                  <a:pt x="148861" y="78672"/>
                  <a:pt x="156895" y="88050"/>
                  <a:pt x="155545" y="95744"/>
                </a:cubicBezTo>
                <a:cubicBezTo>
                  <a:pt x="154195" y="103438"/>
                  <a:pt x="143166" y="109063"/>
                  <a:pt x="139102" y="116101"/>
                </a:cubicBezTo>
                <a:cubicBezTo>
                  <a:pt x="135038" y="123139"/>
                  <a:pt x="136763" y="134060"/>
                  <a:pt x="131161" y="137973"/>
                </a:cubicBezTo>
                <a:cubicBezTo>
                  <a:pt x="125560" y="141886"/>
                  <a:pt x="115386" y="136903"/>
                  <a:pt x="105493" y="139577"/>
                </a:cubicBezTo>
                <a:cubicBezTo>
                  <a:pt x="95600" y="142251"/>
                  <a:pt x="82433" y="154416"/>
                  <a:pt x="71805" y="154015"/>
                </a:cubicBezTo>
                <a:cubicBezTo>
                  <a:pt x="61177" y="153614"/>
                  <a:pt x="51886" y="141449"/>
                  <a:pt x="41726" y="137171"/>
                </a:cubicBezTo>
                <a:cubicBezTo>
                  <a:pt x="31566" y="132893"/>
                  <a:pt x="15872" y="135980"/>
                  <a:pt x="10845" y="128348"/>
                </a:cubicBezTo>
                <a:cubicBezTo>
                  <a:pt x="5819" y="120717"/>
                  <a:pt x="13372" y="102344"/>
                  <a:pt x="11567" y="91382"/>
                </a:cubicBezTo>
                <a:cubicBezTo>
                  <a:pt x="9762" y="80420"/>
                  <a:pt x="-465" y="70572"/>
                  <a:pt x="16" y="62575"/>
                </a:cubicBezTo>
                <a:cubicBezTo>
                  <a:pt x="497" y="54578"/>
                  <a:pt x="11380" y="51623"/>
                  <a:pt x="14455" y="43398"/>
                </a:cubicBezTo>
                <a:cubicBezTo>
                  <a:pt x="17530" y="35173"/>
                  <a:pt x="12650" y="18801"/>
                  <a:pt x="18465" y="13227"/>
                </a:cubicBezTo>
                <a:cubicBezTo>
                  <a:pt x="24280" y="7653"/>
                  <a:pt x="40523" y="12159"/>
                  <a:pt x="49346" y="9956"/>
                </a:cubicBezTo>
                <a:cubicBezTo>
                  <a:pt x="58169" y="7753"/>
                  <a:pt x="64051" y="332"/>
                  <a:pt x="71404" y="11"/>
                </a:cubicBezTo>
                <a:cubicBezTo>
                  <a:pt x="78757" y="-310"/>
                  <a:pt x="85307" y="6428"/>
                  <a:pt x="93462" y="8032"/>
                </a:cubicBezTo>
                <a:close/>
              </a:path>
            </a:pathLst>
          </a:custGeom>
          <a:solidFill>
            <a:srgbClr val="5D74FF">
              <a:alpha val="25000"/>
            </a:srgbClr>
          </a:solidFill>
          <a:ln>
            <a:noFill/>
          </a:ln>
        </p:spPr>
      </p:sp>
      <p:sp>
        <p:nvSpPr>
          <p:cNvPr id="142" name="Google Shape;142;p5"/>
          <p:cNvSpPr/>
          <p:nvPr/>
        </p:nvSpPr>
        <p:spPr>
          <a:xfrm>
            <a:off x="439325" y="370200"/>
            <a:ext cx="8289300" cy="793800"/>
          </a:xfrm>
          <a:prstGeom prst="roundRect">
            <a:avLst>
              <a:gd name="adj" fmla="val 2477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4751850" y="1464000"/>
            <a:ext cx="3964800" cy="3309300"/>
          </a:xfrm>
          <a:prstGeom prst="roundRect">
            <a:avLst>
              <a:gd name="adj" fmla="val 66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427350" y="1464000"/>
            <a:ext cx="3964800" cy="3309300"/>
          </a:xfrm>
          <a:prstGeom prst="roundRect">
            <a:avLst>
              <a:gd name="adj" fmla="val 66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"/>
          <p:cNvSpPr txBox="1">
            <a:spLocks noGrp="1"/>
          </p:cNvSpPr>
          <p:nvPr>
            <p:ph type="subTitle" idx="1"/>
          </p:nvPr>
        </p:nvSpPr>
        <p:spPr>
          <a:xfrm>
            <a:off x="975900" y="2787163"/>
            <a:ext cx="286770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 b="1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6" name="Google Shape;146;p5"/>
          <p:cNvSpPr txBox="1">
            <a:spLocks noGrp="1"/>
          </p:cNvSpPr>
          <p:nvPr>
            <p:ph type="subTitle" idx="2"/>
          </p:nvPr>
        </p:nvSpPr>
        <p:spPr>
          <a:xfrm>
            <a:off x="5300400" y="2787163"/>
            <a:ext cx="286770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 b="1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7" name="Google Shape;147;p5"/>
          <p:cNvSpPr txBox="1">
            <a:spLocks noGrp="1"/>
          </p:cNvSpPr>
          <p:nvPr>
            <p:ph type="subTitle" idx="3"/>
          </p:nvPr>
        </p:nvSpPr>
        <p:spPr>
          <a:xfrm>
            <a:off x="975900" y="3345738"/>
            <a:ext cx="2867700" cy="9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5"/>
          <p:cNvSpPr txBox="1">
            <a:spLocks noGrp="1"/>
          </p:cNvSpPr>
          <p:nvPr>
            <p:ph type="subTitle" idx="4"/>
          </p:nvPr>
        </p:nvSpPr>
        <p:spPr>
          <a:xfrm>
            <a:off x="5300400" y="3345738"/>
            <a:ext cx="2867700" cy="9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8520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150" name="Google Shape;150;p5"/>
          <p:cNvGrpSpPr/>
          <p:nvPr/>
        </p:nvGrpSpPr>
        <p:grpSpPr>
          <a:xfrm>
            <a:off x="108839" y="99118"/>
            <a:ext cx="8880405" cy="4932570"/>
            <a:chOff x="108839" y="99118"/>
            <a:chExt cx="8880405" cy="4932570"/>
          </a:xfrm>
        </p:grpSpPr>
        <p:grpSp>
          <p:nvGrpSpPr>
            <p:cNvPr id="151" name="Google Shape;151;p5"/>
            <p:cNvGrpSpPr/>
            <p:nvPr/>
          </p:nvGrpSpPr>
          <p:grpSpPr>
            <a:xfrm rot="4499984" flipH="1">
              <a:off x="1073992" y="4873142"/>
              <a:ext cx="94725" cy="124297"/>
              <a:chOff x="754200" y="3419250"/>
              <a:chExt cx="59900" cy="78600"/>
            </a:xfrm>
          </p:grpSpPr>
          <p:sp>
            <p:nvSpPr>
              <p:cNvPr id="152" name="Google Shape;152;p5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5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" name="Google Shape;154;p5"/>
            <p:cNvGrpSpPr/>
            <p:nvPr/>
          </p:nvGrpSpPr>
          <p:grpSpPr>
            <a:xfrm rot="10800000" flipH="1">
              <a:off x="188339" y="4851593"/>
              <a:ext cx="167400" cy="167400"/>
              <a:chOff x="3216925" y="225750"/>
              <a:chExt cx="167400" cy="167400"/>
            </a:xfrm>
          </p:grpSpPr>
          <p:cxnSp>
            <p:nvCxnSpPr>
              <p:cNvPr id="155" name="Google Shape;155;p5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6" name="Google Shape;156;p5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7" name="Google Shape;157;p5"/>
            <p:cNvGrpSpPr/>
            <p:nvPr/>
          </p:nvGrpSpPr>
          <p:grpSpPr>
            <a:xfrm rot="10800000" flipH="1">
              <a:off x="4460139" y="4864288"/>
              <a:ext cx="167400" cy="167400"/>
              <a:chOff x="3216925" y="225750"/>
              <a:chExt cx="167400" cy="167400"/>
            </a:xfrm>
          </p:grpSpPr>
          <p:cxnSp>
            <p:nvCxnSpPr>
              <p:cNvPr id="158" name="Google Shape;158;p5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" name="Google Shape;159;p5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0" name="Google Shape;160;p5"/>
            <p:cNvGrpSpPr/>
            <p:nvPr/>
          </p:nvGrpSpPr>
          <p:grpSpPr>
            <a:xfrm rot="10800000" flipH="1">
              <a:off x="110814" y="2485630"/>
              <a:ext cx="167400" cy="167400"/>
              <a:chOff x="3216925" y="225750"/>
              <a:chExt cx="167400" cy="167400"/>
            </a:xfrm>
          </p:grpSpPr>
          <p:cxnSp>
            <p:nvCxnSpPr>
              <p:cNvPr id="161" name="Google Shape;161;p5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2" name="Google Shape;162;p5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63" name="Google Shape;163;p5"/>
            <p:cNvSpPr/>
            <p:nvPr/>
          </p:nvSpPr>
          <p:spPr>
            <a:xfrm rot="10800000" flipH="1">
              <a:off x="261239" y="4322425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5"/>
            <p:cNvSpPr/>
            <p:nvPr/>
          </p:nvSpPr>
          <p:spPr>
            <a:xfrm rot="10800000" flipH="1">
              <a:off x="261239" y="2874625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5"/>
            <p:cNvSpPr/>
            <p:nvPr/>
          </p:nvSpPr>
          <p:spPr>
            <a:xfrm rot="10800000" flipH="1">
              <a:off x="108839" y="1807825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5"/>
            <p:cNvSpPr/>
            <p:nvPr/>
          </p:nvSpPr>
          <p:spPr>
            <a:xfrm rot="10800000" flipH="1">
              <a:off x="261239" y="664825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7" name="Google Shape;167;p5"/>
            <p:cNvGrpSpPr/>
            <p:nvPr/>
          </p:nvGrpSpPr>
          <p:grpSpPr>
            <a:xfrm rot="10800000" flipH="1">
              <a:off x="796868" y="119580"/>
              <a:ext cx="94726" cy="124298"/>
              <a:chOff x="850570" y="3419250"/>
              <a:chExt cx="59900" cy="78600"/>
            </a:xfrm>
          </p:grpSpPr>
          <p:sp>
            <p:nvSpPr>
              <p:cNvPr id="168" name="Google Shape;168;p5"/>
              <p:cNvSpPr/>
              <p:nvPr/>
            </p:nvSpPr>
            <p:spPr>
              <a:xfrm>
                <a:off x="85057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5"/>
              <p:cNvSpPr/>
              <p:nvPr/>
            </p:nvSpPr>
            <p:spPr>
              <a:xfrm>
                <a:off x="85057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0" name="Google Shape;170;p5"/>
            <p:cNvSpPr/>
            <p:nvPr/>
          </p:nvSpPr>
          <p:spPr>
            <a:xfrm rot="10800000" flipH="1">
              <a:off x="2852039" y="4932025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5"/>
            <p:cNvSpPr/>
            <p:nvPr/>
          </p:nvSpPr>
          <p:spPr>
            <a:xfrm rot="10800000" flipH="1">
              <a:off x="4071239" y="5008225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5"/>
            <p:cNvSpPr/>
            <p:nvPr/>
          </p:nvSpPr>
          <p:spPr>
            <a:xfrm rot="10800000" flipH="1">
              <a:off x="5214239" y="4855825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5"/>
            <p:cNvSpPr/>
            <p:nvPr/>
          </p:nvSpPr>
          <p:spPr>
            <a:xfrm rot="10800000" flipH="1">
              <a:off x="5976239" y="4932025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4" name="Google Shape;174;p5"/>
            <p:cNvGrpSpPr/>
            <p:nvPr/>
          </p:nvGrpSpPr>
          <p:grpSpPr>
            <a:xfrm rot="-7200035" flipH="1">
              <a:off x="7347581" y="4873143"/>
              <a:ext cx="94724" cy="124296"/>
              <a:chOff x="754200" y="3419250"/>
              <a:chExt cx="59900" cy="78600"/>
            </a:xfrm>
          </p:grpSpPr>
          <p:sp>
            <p:nvSpPr>
              <p:cNvPr id="175" name="Google Shape;175;p5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5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7" name="Google Shape;177;p5"/>
            <p:cNvGrpSpPr/>
            <p:nvPr/>
          </p:nvGrpSpPr>
          <p:grpSpPr>
            <a:xfrm rot="10800000" flipH="1">
              <a:off x="8778651" y="4861568"/>
              <a:ext cx="167400" cy="167400"/>
              <a:chOff x="3216925" y="225750"/>
              <a:chExt cx="167400" cy="167400"/>
            </a:xfrm>
          </p:grpSpPr>
          <p:cxnSp>
            <p:nvCxnSpPr>
              <p:cNvPr id="178" name="Google Shape;178;p5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9" name="Google Shape;179;p5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80" name="Google Shape;180;p5"/>
            <p:cNvSpPr/>
            <p:nvPr/>
          </p:nvSpPr>
          <p:spPr>
            <a:xfrm rot="10800000" flipH="1">
              <a:off x="7881239" y="4932025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5"/>
            <p:cNvSpPr/>
            <p:nvPr/>
          </p:nvSpPr>
          <p:spPr>
            <a:xfrm rot="10800000" flipH="1">
              <a:off x="8871839" y="4322425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2" name="Google Shape;182;p5"/>
            <p:cNvGrpSpPr/>
            <p:nvPr/>
          </p:nvGrpSpPr>
          <p:grpSpPr>
            <a:xfrm rot="10800000" flipH="1">
              <a:off x="8778651" y="2473505"/>
              <a:ext cx="167400" cy="167400"/>
              <a:chOff x="3216925" y="225750"/>
              <a:chExt cx="167400" cy="167400"/>
            </a:xfrm>
          </p:grpSpPr>
          <p:cxnSp>
            <p:nvCxnSpPr>
              <p:cNvPr id="183" name="Google Shape;183;p5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4" name="Google Shape;184;p5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85" name="Google Shape;185;p5"/>
            <p:cNvGrpSpPr/>
            <p:nvPr/>
          </p:nvGrpSpPr>
          <p:grpSpPr>
            <a:xfrm rot="4499984" flipH="1">
              <a:off x="8869592" y="1752904"/>
              <a:ext cx="94725" cy="124297"/>
              <a:chOff x="754200" y="3419250"/>
              <a:chExt cx="59900" cy="7860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8" name="Google Shape;188;p5"/>
            <p:cNvSpPr/>
            <p:nvPr/>
          </p:nvSpPr>
          <p:spPr>
            <a:xfrm rot="10800000" flipH="1">
              <a:off x="8871839" y="1274425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5"/>
            <p:cNvSpPr/>
            <p:nvPr/>
          </p:nvSpPr>
          <p:spPr>
            <a:xfrm rot="10800000" flipH="1">
              <a:off x="8186039" y="207625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0" name="Google Shape;190;p5"/>
            <p:cNvGrpSpPr/>
            <p:nvPr/>
          </p:nvGrpSpPr>
          <p:grpSpPr>
            <a:xfrm rot="10800000" flipH="1">
              <a:off x="7228568" y="158705"/>
              <a:ext cx="94726" cy="124298"/>
              <a:chOff x="1043311" y="3419250"/>
              <a:chExt cx="59900" cy="78600"/>
            </a:xfrm>
          </p:grpSpPr>
          <p:sp>
            <p:nvSpPr>
              <p:cNvPr id="191" name="Google Shape;191;p5"/>
              <p:cNvSpPr/>
              <p:nvPr/>
            </p:nvSpPr>
            <p:spPr>
              <a:xfrm>
                <a:off x="1043311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5"/>
              <p:cNvSpPr/>
              <p:nvPr/>
            </p:nvSpPr>
            <p:spPr>
              <a:xfrm>
                <a:off x="1043311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3" name="Google Shape;193;p5"/>
            <p:cNvSpPr/>
            <p:nvPr/>
          </p:nvSpPr>
          <p:spPr>
            <a:xfrm rot="10800000" flipH="1">
              <a:off x="5900039" y="131425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5"/>
            <p:cNvSpPr/>
            <p:nvPr/>
          </p:nvSpPr>
          <p:spPr>
            <a:xfrm rot="10800000" flipH="1">
              <a:off x="4147439" y="131425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5"/>
            <p:cNvSpPr/>
            <p:nvPr/>
          </p:nvSpPr>
          <p:spPr>
            <a:xfrm rot="10800000" flipH="1">
              <a:off x="1937639" y="207625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5"/>
            <p:cNvSpPr/>
            <p:nvPr/>
          </p:nvSpPr>
          <p:spPr>
            <a:xfrm rot="10800000" flipH="1">
              <a:off x="3004439" y="131425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7" name="Google Shape;197;p5"/>
            <p:cNvGrpSpPr/>
            <p:nvPr/>
          </p:nvGrpSpPr>
          <p:grpSpPr>
            <a:xfrm rot="10800000" flipH="1">
              <a:off x="188339" y="99118"/>
              <a:ext cx="167400" cy="167400"/>
              <a:chOff x="3216925" y="225750"/>
              <a:chExt cx="167400" cy="167400"/>
            </a:xfrm>
          </p:grpSpPr>
          <p:cxnSp>
            <p:nvCxnSpPr>
              <p:cNvPr id="198" name="Google Shape;198;p5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9" name="Google Shape;199;p5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00" name="Google Shape;200;p5"/>
            <p:cNvGrpSpPr/>
            <p:nvPr/>
          </p:nvGrpSpPr>
          <p:grpSpPr>
            <a:xfrm rot="10800000" flipH="1">
              <a:off x="4460139" y="111813"/>
              <a:ext cx="167400" cy="167400"/>
              <a:chOff x="3216925" y="225750"/>
              <a:chExt cx="167400" cy="167400"/>
            </a:xfrm>
          </p:grpSpPr>
          <p:cxnSp>
            <p:nvCxnSpPr>
              <p:cNvPr id="201" name="Google Shape;201;p5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2" name="Google Shape;202;p5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03" name="Google Shape;203;p5"/>
            <p:cNvGrpSpPr/>
            <p:nvPr/>
          </p:nvGrpSpPr>
          <p:grpSpPr>
            <a:xfrm rot="10800000" flipH="1">
              <a:off x="8778651" y="109093"/>
              <a:ext cx="167400" cy="167400"/>
              <a:chOff x="3216925" y="225750"/>
              <a:chExt cx="167400" cy="167400"/>
            </a:xfrm>
          </p:grpSpPr>
          <p:cxnSp>
            <p:nvCxnSpPr>
              <p:cNvPr id="204" name="Google Shape;204;p5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" name="Google Shape;205;p5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06" name="Google Shape;206;p5"/>
            <p:cNvGrpSpPr/>
            <p:nvPr/>
          </p:nvGrpSpPr>
          <p:grpSpPr>
            <a:xfrm rot="10800000" flipH="1">
              <a:off x="4460139" y="1278363"/>
              <a:ext cx="167400" cy="167400"/>
              <a:chOff x="3216925" y="225750"/>
              <a:chExt cx="167400" cy="167400"/>
            </a:xfrm>
          </p:grpSpPr>
          <p:cxnSp>
            <p:nvCxnSpPr>
              <p:cNvPr id="207" name="Google Shape;207;p5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8" name="Google Shape;208;p5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09" name="Google Shape;209;p5"/>
            <p:cNvGrpSpPr/>
            <p:nvPr/>
          </p:nvGrpSpPr>
          <p:grpSpPr>
            <a:xfrm rot="10800000" flipH="1">
              <a:off x="4485368" y="2597105"/>
              <a:ext cx="94726" cy="124298"/>
              <a:chOff x="1043311" y="3419250"/>
              <a:chExt cx="59900" cy="78600"/>
            </a:xfrm>
          </p:grpSpPr>
          <p:sp>
            <p:nvSpPr>
              <p:cNvPr id="210" name="Google Shape;210;p5"/>
              <p:cNvSpPr/>
              <p:nvPr/>
            </p:nvSpPr>
            <p:spPr>
              <a:xfrm>
                <a:off x="1043311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5"/>
              <p:cNvSpPr/>
              <p:nvPr/>
            </p:nvSpPr>
            <p:spPr>
              <a:xfrm>
                <a:off x="1043311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2" name="Google Shape;212;p5"/>
            <p:cNvGrpSpPr/>
            <p:nvPr/>
          </p:nvGrpSpPr>
          <p:grpSpPr>
            <a:xfrm rot="4499984" flipH="1">
              <a:off x="3230792" y="1219504"/>
              <a:ext cx="94725" cy="124297"/>
              <a:chOff x="754200" y="3419250"/>
              <a:chExt cx="59900" cy="78600"/>
            </a:xfrm>
          </p:grpSpPr>
          <p:sp>
            <p:nvSpPr>
              <p:cNvPr id="213" name="Google Shape;213;p5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5" name="Google Shape;215;p5"/>
            <p:cNvSpPr/>
            <p:nvPr/>
          </p:nvSpPr>
          <p:spPr>
            <a:xfrm rot="10800000" flipH="1">
              <a:off x="947039" y="1350625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5"/>
            <p:cNvSpPr/>
            <p:nvPr/>
          </p:nvSpPr>
          <p:spPr>
            <a:xfrm rot="10800000" flipH="1">
              <a:off x="2394839" y="1274425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5"/>
            <p:cNvSpPr/>
            <p:nvPr/>
          </p:nvSpPr>
          <p:spPr>
            <a:xfrm rot="10800000" flipH="1">
              <a:off x="5214239" y="1274425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5"/>
            <p:cNvSpPr/>
            <p:nvPr/>
          </p:nvSpPr>
          <p:spPr>
            <a:xfrm rot="10800000" flipH="1">
              <a:off x="6662039" y="1274425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5"/>
            <p:cNvSpPr/>
            <p:nvPr/>
          </p:nvSpPr>
          <p:spPr>
            <a:xfrm rot="10800000" flipH="1">
              <a:off x="7576439" y="1350625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5"/>
            <p:cNvSpPr/>
            <p:nvPr/>
          </p:nvSpPr>
          <p:spPr>
            <a:xfrm rot="10800000" flipH="1">
              <a:off x="4528439" y="1807825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5"/>
            <p:cNvSpPr/>
            <p:nvPr/>
          </p:nvSpPr>
          <p:spPr>
            <a:xfrm rot="10800000" flipH="1">
              <a:off x="4528439" y="3865225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16715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solidFill>
          <a:schemeClr val="dk1"/>
        </a:solidFill>
        <a:effectLst/>
      </p:bgPr>
    </p:bg>
    <p:spTree>
      <p:nvGrpSpPr>
        <p:cNvPr id="1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25"/>
          <p:cNvSpPr/>
          <p:nvPr/>
        </p:nvSpPr>
        <p:spPr>
          <a:xfrm>
            <a:off x="6114700" y="1737863"/>
            <a:ext cx="3967964" cy="4063565"/>
          </a:xfrm>
          <a:custGeom>
            <a:avLst/>
            <a:gdLst/>
            <a:ahLst/>
            <a:cxnLst/>
            <a:rect l="l" t="t" r="r" b="b"/>
            <a:pathLst>
              <a:path w="155698" h="154025" extrusionOk="0">
                <a:moveTo>
                  <a:pt x="93462" y="8032"/>
                </a:moveTo>
                <a:cubicBezTo>
                  <a:pt x="101617" y="9636"/>
                  <a:pt x="114584" y="5620"/>
                  <a:pt x="120332" y="9636"/>
                </a:cubicBezTo>
                <a:cubicBezTo>
                  <a:pt x="126080" y="13652"/>
                  <a:pt x="123741" y="26515"/>
                  <a:pt x="127952" y="32130"/>
                </a:cubicBezTo>
                <a:cubicBezTo>
                  <a:pt x="132163" y="37745"/>
                  <a:pt x="142390" y="37024"/>
                  <a:pt x="145598" y="43325"/>
                </a:cubicBezTo>
                <a:cubicBezTo>
                  <a:pt x="148807" y="49626"/>
                  <a:pt x="145545" y="61199"/>
                  <a:pt x="147203" y="69935"/>
                </a:cubicBezTo>
                <a:cubicBezTo>
                  <a:pt x="148861" y="78672"/>
                  <a:pt x="156895" y="88050"/>
                  <a:pt x="155545" y="95744"/>
                </a:cubicBezTo>
                <a:cubicBezTo>
                  <a:pt x="154195" y="103438"/>
                  <a:pt x="143166" y="109063"/>
                  <a:pt x="139102" y="116101"/>
                </a:cubicBezTo>
                <a:cubicBezTo>
                  <a:pt x="135038" y="123139"/>
                  <a:pt x="136763" y="134060"/>
                  <a:pt x="131161" y="137973"/>
                </a:cubicBezTo>
                <a:cubicBezTo>
                  <a:pt x="125560" y="141886"/>
                  <a:pt x="115386" y="136903"/>
                  <a:pt x="105493" y="139577"/>
                </a:cubicBezTo>
                <a:cubicBezTo>
                  <a:pt x="95600" y="142251"/>
                  <a:pt x="82433" y="154416"/>
                  <a:pt x="71805" y="154015"/>
                </a:cubicBezTo>
                <a:cubicBezTo>
                  <a:pt x="61177" y="153614"/>
                  <a:pt x="51886" y="141449"/>
                  <a:pt x="41726" y="137171"/>
                </a:cubicBezTo>
                <a:cubicBezTo>
                  <a:pt x="31566" y="132893"/>
                  <a:pt x="15872" y="135980"/>
                  <a:pt x="10845" y="128348"/>
                </a:cubicBezTo>
                <a:cubicBezTo>
                  <a:pt x="5819" y="120717"/>
                  <a:pt x="13372" y="102344"/>
                  <a:pt x="11567" y="91382"/>
                </a:cubicBezTo>
                <a:cubicBezTo>
                  <a:pt x="9762" y="80420"/>
                  <a:pt x="-465" y="70572"/>
                  <a:pt x="16" y="62575"/>
                </a:cubicBezTo>
                <a:cubicBezTo>
                  <a:pt x="497" y="54578"/>
                  <a:pt x="11380" y="51623"/>
                  <a:pt x="14455" y="43398"/>
                </a:cubicBezTo>
                <a:cubicBezTo>
                  <a:pt x="17530" y="35173"/>
                  <a:pt x="12650" y="18801"/>
                  <a:pt x="18465" y="13227"/>
                </a:cubicBezTo>
                <a:cubicBezTo>
                  <a:pt x="24280" y="7653"/>
                  <a:pt x="40523" y="12159"/>
                  <a:pt x="49346" y="9956"/>
                </a:cubicBezTo>
                <a:cubicBezTo>
                  <a:pt x="58169" y="7753"/>
                  <a:pt x="64051" y="332"/>
                  <a:pt x="71404" y="11"/>
                </a:cubicBezTo>
                <a:cubicBezTo>
                  <a:pt x="78757" y="-310"/>
                  <a:pt x="85307" y="6428"/>
                  <a:pt x="93462" y="8032"/>
                </a:cubicBezTo>
                <a:close/>
              </a:path>
            </a:pathLst>
          </a:custGeom>
          <a:solidFill>
            <a:srgbClr val="5D74FF">
              <a:alpha val="25000"/>
            </a:srgbClr>
          </a:solidFill>
          <a:ln>
            <a:noFill/>
          </a:ln>
        </p:spPr>
      </p:sp>
      <p:sp>
        <p:nvSpPr>
          <p:cNvPr id="1026" name="Google Shape;1026;p25"/>
          <p:cNvSpPr/>
          <p:nvPr/>
        </p:nvSpPr>
        <p:spPr>
          <a:xfrm>
            <a:off x="-819500" y="-433837"/>
            <a:ext cx="3967964" cy="4063565"/>
          </a:xfrm>
          <a:custGeom>
            <a:avLst/>
            <a:gdLst/>
            <a:ahLst/>
            <a:cxnLst/>
            <a:rect l="l" t="t" r="r" b="b"/>
            <a:pathLst>
              <a:path w="155698" h="154025" extrusionOk="0">
                <a:moveTo>
                  <a:pt x="93462" y="8032"/>
                </a:moveTo>
                <a:cubicBezTo>
                  <a:pt x="101617" y="9636"/>
                  <a:pt x="114584" y="5620"/>
                  <a:pt x="120332" y="9636"/>
                </a:cubicBezTo>
                <a:cubicBezTo>
                  <a:pt x="126080" y="13652"/>
                  <a:pt x="123741" y="26515"/>
                  <a:pt x="127952" y="32130"/>
                </a:cubicBezTo>
                <a:cubicBezTo>
                  <a:pt x="132163" y="37745"/>
                  <a:pt x="142390" y="37024"/>
                  <a:pt x="145598" y="43325"/>
                </a:cubicBezTo>
                <a:cubicBezTo>
                  <a:pt x="148807" y="49626"/>
                  <a:pt x="145545" y="61199"/>
                  <a:pt x="147203" y="69935"/>
                </a:cubicBezTo>
                <a:cubicBezTo>
                  <a:pt x="148861" y="78672"/>
                  <a:pt x="156895" y="88050"/>
                  <a:pt x="155545" y="95744"/>
                </a:cubicBezTo>
                <a:cubicBezTo>
                  <a:pt x="154195" y="103438"/>
                  <a:pt x="143166" y="109063"/>
                  <a:pt x="139102" y="116101"/>
                </a:cubicBezTo>
                <a:cubicBezTo>
                  <a:pt x="135038" y="123139"/>
                  <a:pt x="136763" y="134060"/>
                  <a:pt x="131161" y="137973"/>
                </a:cubicBezTo>
                <a:cubicBezTo>
                  <a:pt x="125560" y="141886"/>
                  <a:pt x="115386" y="136903"/>
                  <a:pt x="105493" y="139577"/>
                </a:cubicBezTo>
                <a:cubicBezTo>
                  <a:pt x="95600" y="142251"/>
                  <a:pt x="82433" y="154416"/>
                  <a:pt x="71805" y="154015"/>
                </a:cubicBezTo>
                <a:cubicBezTo>
                  <a:pt x="61177" y="153614"/>
                  <a:pt x="51886" y="141449"/>
                  <a:pt x="41726" y="137171"/>
                </a:cubicBezTo>
                <a:cubicBezTo>
                  <a:pt x="31566" y="132893"/>
                  <a:pt x="15872" y="135980"/>
                  <a:pt x="10845" y="128348"/>
                </a:cubicBezTo>
                <a:cubicBezTo>
                  <a:pt x="5819" y="120717"/>
                  <a:pt x="13372" y="102344"/>
                  <a:pt x="11567" y="91382"/>
                </a:cubicBezTo>
                <a:cubicBezTo>
                  <a:pt x="9762" y="80420"/>
                  <a:pt x="-465" y="70572"/>
                  <a:pt x="16" y="62575"/>
                </a:cubicBezTo>
                <a:cubicBezTo>
                  <a:pt x="497" y="54578"/>
                  <a:pt x="11380" y="51623"/>
                  <a:pt x="14455" y="43398"/>
                </a:cubicBezTo>
                <a:cubicBezTo>
                  <a:pt x="17530" y="35173"/>
                  <a:pt x="12650" y="18801"/>
                  <a:pt x="18465" y="13227"/>
                </a:cubicBezTo>
                <a:cubicBezTo>
                  <a:pt x="24280" y="7653"/>
                  <a:pt x="40523" y="12159"/>
                  <a:pt x="49346" y="9956"/>
                </a:cubicBezTo>
                <a:cubicBezTo>
                  <a:pt x="58169" y="7753"/>
                  <a:pt x="64051" y="332"/>
                  <a:pt x="71404" y="11"/>
                </a:cubicBezTo>
                <a:cubicBezTo>
                  <a:pt x="78757" y="-310"/>
                  <a:pt x="85307" y="6428"/>
                  <a:pt x="93462" y="8032"/>
                </a:cubicBezTo>
                <a:close/>
              </a:path>
            </a:pathLst>
          </a:custGeom>
          <a:solidFill>
            <a:srgbClr val="5D74FF">
              <a:alpha val="25000"/>
            </a:srgbClr>
          </a:solidFill>
          <a:ln>
            <a:noFill/>
          </a:ln>
        </p:spPr>
      </p:sp>
      <p:grpSp>
        <p:nvGrpSpPr>
          <p:cNvPr id="1027" name="Google Shape;1027;p25"/>
          <p:cNvGrpSpPr/>
          <p:nvPr/>
        </p:nvGrpSpPr>
        <p:grpSpPr>
          <a:xfrm>
            <a:off x="135625" y="3946"/>
            <a:ext cx="8944005" cy="5139556"/>
            <a:chOff x="135625" y="3946"/>
            <a:chExt cx="8944005" cy="5139556"/>
          </a:xfrm>
        </p:grpSpPr>
        <p:grpSp>
          <p:nvGrpSpPr>
            <p:cNvPr id="1028" name="Google Shape;1028;p25"/>
            <p:cNvGrpSpPr/>
            <p:nvPr/>
          </p:nvGrpSpPr>
          <p:grpSpPr>
            <a:xfrm rot="10800000">
              <a:off x="8756443" y="4862848"/>
              <a:ext cx="167400" cy="167400"/>
              <a:chOff x="3216925" y="225750"/>
              <a:chExt cx="167400" cy="167400"/>
            </a:xfrm>
          </p:grpSpPr>
          <p:cxnSp>
            <p:nvCxnSpPr>
              <p:cNvPr id="1029" name="Google Shape;1029;p25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0" name="Google Shape;1030;p25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31" name="Google Shape;1031;p25"/>
            <p:cNvGrpSpPr/>
            <p:nvPr/>
          </p:nvGrpSpPr>
          <p:grpSpPr>
            <a:xfrm rot="10800000">
              <a:off x="4484643" y="4872835"/>
              <a:ext cx="167400" cy="167400"/>
              <a:chOff x="3216925" y="225750"/>
              <a:chExt cx="167400" cy="167400"/>
            </a:xfrm>
          </p:grpSpPr>
          <p:cxnSp>
            <p:nvCxnSpPr>
              <p:cNvPr id="1032" name="Google Shape;1032;p25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3" name="Google Shape;1033;p25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34" name="Google Shape;1034;p25"/>
            <p:cNvGrpSpPr/>
            <p:nvPr/>
          </p:nvGrpSpPr>
          <p:grpSpPr>
            <a:xfrm rot="10800000">
              <a:off x="8833968" y="2496885"/>
              <a:ext cx="167400" cy="167400"/>
              <a:chOff x="3216925" y="225750"/>
              <a:chExt cx="167400" cy="167400"/>
            </a:xfrm>
          </p:grpSpPr>
          <p:cxnSp>
            <p:nvCxnSpPr>
              <p:cNvPr id="1035" name="Google Shape;1035;p25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6" name="Google Shape;1036;p25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037" name="Google Shape;1037;p25"/>
            <p:cNvSpPr/>
            <p:nvPr/>
          </p:nvSpPr>
          <p:spPr>
            <a:xfrm rot="10800000">
              <a:off x="8829343" y="43336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25"/>
            <p:cNvSpPr/>
            <p:nvPr/>
          </p:nvSpPr>
          <p:spPr>
            <a:xfrm rot="10800000">
              <a:off x="8829343" y="28858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25"/>
            <p:cNvSpPr/>
            <p:nvPr/>
          </p:nvSpPr>
          <p:spPr>
            <a:xfrm rot="10800000">
              <a:off x="8981743" y="18190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25"/>
            <p:cNvSpPr/>
            <p:nvPr/>
          </p:nvSpPr>
          <p:spPr>
            <a:xfrm rot="10800000">
              <a:off x="8829343" y="6760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25"/>
            <p:cNvSpPr/>
            <p:nvPr/>
          </p:nvSpPr>
          <p:spPr>
            <a:xfrm rot="10800000">
              <a:off x="6238543" y="49432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25"/>
            <p:cNvSpPr/>
            <p:nvPr/>
          </p:nvSpPr>
          <p:spPr>
            <a:xfrm rot="10800000">
              <a:off x="5019343" y="50194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25"/>
            <p:cNvSpPr/>
            <p:nvPr/>
          </p:nvSpPr>
          <p:spPr>
            <a:xfrm rot="10800000">
              <a:off x="3876343" y="48670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25"/>
            <p:cNvSpPr/>
            <p:nvPr/>
          </p:nvSpPr>
          <p:spPr>
            <a:xfrm rot="10800000">
              <a:off x="3114343" y="49432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45" name="Google Shape;1045;p25"/>
            <p:cNvGrpSpPr/>
            <p:nvPr/>
          </p:nvGrpSpPr>
          <p:grpSpPr>
            <a:xfrm rot="10800000">
              <a:off x="166131" y="4872823"/>
              <a:ext cx="167400" cy="167400"/>
              <a:chOff x="3216925" y="225750"/>
              <a:chExt cx="167400" cy="167400"/>
            </a:xfrm>
          </p:grpSpPr>
          <p:cxnSp>
            <p:nvCxnSpPr>
              <p:cNvPr id="1046" name="Google Shape;1046;p25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7" name="Google Shape;1047;p25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048" name="Google Shape;1048;p25"/>
            <p:cNvSpPr/>
            <p:nvPr/>
          </p:nvSpPr>
          <p:spPr>
            <a:xfrm rot="10800000">
              <a:off x="1209343" y="49432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25"/>
            <p:cNvSpPr/>
            <p:nvPr/>
          </p:nvSpPr>
          <p:spPr>
            <a:xfrm rot="10800000">
              <a:off x="218743" y="43336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50" name="Google Shape;1050;p25"/>
            <p:cNvGrpSpPr/>
            <p:nvPr/>
          </p:nvGrpSpPr>
          <p:grpSpPr>
            <a:xfrm rot="10800000">
              <a:off x="166131" y="2484760"/>
              <a:ext cx="167400" cy="167400"/>
              <a:chOff x="3216925" y="225750"/>
              <a:chExt cx="167400" cy="167400"/>
            </a:xfrm>
          </p:grpSpPr>
          <p:cxnSp>
            <p:nvCxnSpPr>
              <p:cNvPr id="1051" name="Google Shape;1051;p25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2" name="Google Shape;1052;p25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053" name="Google Shape;1053;p25"/>
            <p:cNvSpPr/>
            <p:nvPr/>
          </p:nvSpPr>
          <p:spPr>
            <a:xfrm rot="10800000">
              <a:off x="218743" y="12856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25"/>
            <p:cNvSpPr/>
            <p:nvPr/>
          </p:nvSpPr>
          <p:spPr>
            <a:xfrm rot="10800000">
              <a:off x="904543" y="2188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25"/>
            <p:cNvSpPr/>
            <p:nvPr/>
          </p:nvSpPr>
          <p:spPr>
            <a:xfrm rot="10800000">
              <a:off x="3190543" y="1426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25"/>
            <p:cNvSpPr/>
            <p:nvPr/>
          </p:nvSpPr>
          <p:spPr>
            <a:xfrm rot="10800000">
              <a:off x="4943143" y="1426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25"/>
            <p:cNvSpPr/>
            <p:nvPr/>
          </p:nvSpPr>
          <p:spPr>
            <a:xfrm rot="10800000">
              <a:off x="7152943" y="2188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25"/>
            <p:cNvSpPr/>
            <p:nvPr/>
          </p:nvSpPr>
          <p:spPr>
            <a:xfrm rot="10800000">
              <a:off x="6086143" y="142680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59" name="Google Shape;1059;p25"/>
            <p:cNvGrpSpPr/>
            <p:nvPr/>
          </p:nvGrpSpPr>
          <p:grpSpPr>
            <a:xfrm rot="10800000">
              <a:off x="8756443" y="110373"/>
              <a:ext cx="167400" cy="167400"/>
              <a:chOff x="3216925" y="225750"/>
              <a:chExt cx="167400" cy="167400"/>
            </a:xfrm>
          </p:grpSpPr>
          <p:cxnSp>
            <p:nvCxnSpPr>
              <p:cNvPr id="1060" name="Google Shape;1060;p25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1" name="Google Shape;1061;p25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62" name="Google Shape;1062;p25"/>
            <p:cNvGrpSpPr/>
            <p:nvPr/>
          </p:nvGrpSpPr>
          <p:grpSpPr>
            <a:xfrm rot="10800000">
              <a:off x="4484643" y="120360"/>
              <a:ext cx="167400" cy="167400"/>
              <a:chOff x="3216925" y="225750"/>
              <a:chExt cx="167400" cy="167400"/>
            </a:xfrm>
          </p:grpSpPr>
          <p:cxnSp>
            <p:nvCxnSpPr>
              <p:cNvPr id="1063" name="Google Shape;1063;p25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4" name="Google Shape;1064;p25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65" name="Google Shape;1065;p25"/>
            <p:cNvGrpSpPr/>
            <p:nvPr/>
          </p:nvGrpSpPr>
          <p:grpSpPr>
            <a:xfrm rot="10800000">
              <a:off x="166131" y="120348"/>
              <a:ext cx="167400" cy="167400"/>
              <a:chOff x="3216925" y="225750"/>
              <a:chExt cx="167400" cy="167400"/>
            </a:xfrm>
          </p:grpSpPr>
          <p:cxnSp>
            <p:nvCxnSpPr>
              <p:cNvPr id="1066" name="Google Shape;1066;p25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7" name="Google Shape;1067;p25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68" name="Google Shape;1068;p25"/>
            <p:cNvGrpSpPr/>
            <p:nvPr/>
          </p:nvGrpSpPr>
          <p:grpSpPr>
            <a:xfrm>
              <a:off x="135625" y="766950"/>
              <a:ext cx="236975" cy="250650"/>
              <a:chOff x="238125" y="3398475"/>
              <a:chExt cx="236975" cy="250650"/>
            </a:xfrm>
          </p:grpSpPr>
          <p:sp>
            <p:nvSpPr>
              <p:cNvPr id="1069" name="Google Shape;1069;p25"/>
              <p:cNvSpPr/>
              <p:nvPr/>
            </p:nvSpPr>
            <p:spPr>
              <a:xfrm>
                <a:off x="238125" y="3523250"/>
                <a:ext cx="131575" cy="125875"/>
              </a:xfrm>
              <a:custGeom>
                <a:avLst/>
                <a:gdLst/>
                <a:ahLst/>
                <a:cxnLst/>
                <a:rect l="l" t="t" r="r" b="b"/>
                <a:pathLst>
                  <a:path w="5263" h="5035" extrusionOk="0">
                    <a:moveTo>
                      <a:pt x="4310" y="1"/>
                    </a:moveTo>
                    <a:cubicBezTo>
                      <a:pt x="4291" y="6"/>
                      <a:pt x="4278" y="15"/>
                      <a:pt x="4263" y="20"/>
                    </a:cubicBezTo>
                    <a:cubicBezTo>
                      <a:pt x="2918" y="477"/>
                      <a:pt x="1957" y="1285"/>
                      <a:pt x="1289" y="2069"/>
                    </a:cubicBezTo>
                    <a:cubicBezTo>
                      <a:pt x="355" y="3158"/>
                      <a:pt x="0" y="4203"/>
                      <a:pt x="0" y="4203"/>
                    </a:cubicBezTo>
                    <a:lnTo>
                      <a:pt x="1569" y="5035"/>
                    </a:lnTo>
                    <a:cubicBezTo>
                      <a:pt x="1569" y="5035"/>
                      <a:pt x="1994" y="4203"/>
                      <a:pt x="2821" y="3060"/>
                    </a:cubicBezTo>
                    <a:cubicBezTo>
                      <a:pt x="2858" y="3009"/>
                      <a:pt x="2895" y="2962"/>
                      <a:pt x="2933" y="2914"/>
                    </a:cubicBezTo>
                    <a:cubicBezTo>
                      <a:pt x="3773" y="1878"/>
                      <a:pt x="5114" y="1491"/>
                      <a:pt x="5114" y="1491"/>
                    </a:cubicBezTo>
                    <a:cubicBezTo>
                      <a:pt x="5263" y="324"/>
                      <a:pt x="4310" y="1"/>
                      <a:pt x="43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5"/>
              <p:cNvSpPr/>
              <p:nvPr/>
            </p:nvSpPr>
            <p:spPr>
              <a:xfrm>
                <a:off x="238125" y="3574975"/>
                <a:ext cx="73325" cy="74150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2966" extrusionOk="0">
                    <a:moveTo>
                      <a:pt x="1289" y="0"/>
                    </a:moveTo>
                    <a:cubicBezTo>
                      <a:pt x="355" y="1089"/>
                      <a:pt x="0" y="2134"/>
                      <a:pt x="0" y="2134"/>
                    </a:cubicBezTo>
                    <a:lnTo>
                      <a:pt x="1569" y="2966"/>
                    </a:lnTo>
                    <a:cubicBezTo>
                      <a:pt x="1569" y="2966"/>
                      <a:pt x="1994" y="2134"/>
                      <a:pt x="2821" y="991"/>
                    </a:cubicBezTo>
                    <a:cubicBezTo>
                      <a:pt x="2858" y="940"/>
                      <a:pt x="2895" y="893"/>
                      <a:pt x="2933" y="845"/>
                    </a:cubicBezTo>
                    <a:cubicBezTo>
                      <a:pt x="2461" y="425"/>
                      <a:pt x="1901" y="173"/>
                      <a:pt x="12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5"/>
              <p:cNvSpPr/>
              <p:nvPr/>
            </p:nvSpPr>
            <p:spPr>
              <a:xfrm>
                <a:off x="344700" y="3523250"/>
                <a:ext cx="25000" cy="37300"/>
              </a:xfrm>
              <a:custGeom>
                <a:avLst/>
                <a:gdLst/>
                <a:ahLst/>
                <a:cxnLst/>
                <a:rect l="l" t="t" r="r" b="b"/>
                <a:pathLst>
                  <a:path w="1000" h="1492" extrusionOk="0">
                    <a:moveTo>
                      <a:pt x="47" y="1"/>
                    </a:moveTo>
                    <a:cubicBezTo>
                      <a:pt x="28" y="6"/>
                      <a:pt x="15" y="15"/>
                      <a:pt x="0" y="20"/>
                    </a:cubicBezTo>
                    <a:cubicBezTo>
                      <a:pt x="28" y="309"/>
                      <a:pt x="187" y="856"/>
                      <a:pt x="851" y="1491"/>
                    </a:cubicBezTo>
                    <a:cubicBezTo>
                      <a:pt x="1000" y="324"/>
                      <a:pt x="47" y="1"/>
                      <a:pt x="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25"/>
              <p:cNvSpPr/>
              <p:nvPr/>
            </p:nvSpPr>
            <p:spPr>
              <a:xfrm>
                <a:off x="362200" y="3398475"/>
                <a:ext cx="112900" cy="155500"/>
              </a:xfrm>
              <a:custGeom>
                <a:avLst/>
                <a:gdLst/>
                <a:ahLst/>
                <a:cxnLst/>
                <a:rect l="l" t="t" r="r" b="b"/>
                <a:pathLst>
                  <a:path w="4516" h="6220" extrusionOk="0">
                    <a:moveTo>
                      <a:pt x="2807" y="0"/>
                    </a:moveTo>
                    <a:lnTo>
                      <a:pt x="2807" y="0"/>
                    </a:lnTo>
                    <a:cubicBezTo>
                      <a:pt x="2761" y="5"/>
                      <a:pt x="2709" y="19"/>
                      <a:pt x="2662" y="33"/>
                    </a:cubicBezTo>
                    <a:cubicBezTo>
                      <a:pt x="2714" y="19"/>
                      <a:pt x="2761" y="10"/>
                      <a:pt x="2807" y="0"/>
                    </a:cubicBezTo>
                    <a:close/>
                    <a:moveTo>
                      <a:pt x="2662" y="33"/>
                    </a:moveTo>
                    <a:lnTo>
                      <a:pt x="2662" y="33"/>
                    </a:lnTo>
                    <a:cubicBezTo>
                      <a:pt x="2345" y="103"/>
                      <a:pt x="2032" y="196"/>
                      <a:pt x="1761" y="379"/>
                    </a:cubicBezTo>
                    <a:cubicBezTo>
                      <a:pt x="1383" y="631"/>
                      <a:pt x="1117" y="1041"/>
                      <a:pt x="1047" y="1485"/>
                    </a:cubicBezTo>
                    <a:cubicBezTo>
                      <a:pt x="977" y="1933"/>
                      <a:pt x="1098" y="2410"/>
                      <a:pt x="1378" y="2765"/>
                    </a:cubicBezTo>
                    <a:cubicBezTo>
                      <a:pt x="1584" y="3026"/>
                      <a:pt x="1869" y="3222"/>
                      <a:pt x="2069" y="3493"/>
                    </a:cubicBezTo>
                    <a:cubicBezTo>
                      <a:pt x="2265" y="3765"/>
                      <a:pt x="2358" y="4166"/>
                      <a:pt x="2144" y="4422"/>
                    </a:cubicBezTo>
                    <a:cubicBezTo>
                      <a:pt x="2000" y="4605"/>
                      <a:pt x="1748" y="4656"/>
                      <a:pt x="1513" y="4656"/>
                    </a:cubicBezTo>
                    <a:lnTo>
                      <a:pt x="1457" y="4656"/>
                    </a:lnTo>
                    <a:cubicBezTo>
                      <a:pt x="1271" y="4651"/>
                      <a:pt x="1089" y="4619"/>
                      <a:pt x="901" y="4619"/>
                    </a:cubicBezTo>
                    <a:cubicBezTo>
                      <a:pt x="836" y="4619"/>
                      <a:pt x="771" y="4623"/>
                      <a:pt x="705" y="4633"/>
                    </a:cubicBezTo>
                    <a:cubicBezTo>
                      <a:pt x="491" y="4670"/>
                      <a:pt x="285" y="4782"/>
                      <a:pt x="160" y="4959"/>
                    </a:cubicBezTo>
                    <a:cubicBezTo>
                      <a:pt x="33" y="5137"/>
                      <a:pt x="0" y="5380"/>
                      <a:pt x="95" y="5576"/>
                    </a:cubicBezTo>
                    <a:cubicBezTo>
                      <a:pt x="225" y="5403"/>
                      <a:pt x="463" y="5291"/>
                      <a:pt x="683" y="5291"/>
                    </a:cubicBezTo>
                    <a:cubicBezTo>
                      <a:pt x="771" y="5291"/>
                      <a:pt x="856" y="5310"/>
                      <a:pt x="929" y="5347"/>
                    </a:cubicBezTo>
                    <a:cubicBezTo>
                      <a:pt x="1201" y="5478"/>
                      <a:pt x="1411" y="5707"/>
                      <a:pt x="1658" y="5879"/>
                    </a:cubicBezTo>
                    <a:cubicBezTo>
                      <a:pt x="1972" y="6094"/>
                      <a:pt x="2349" y="6220"/>
                      <a:pt x="2733" y="6220"/>
                    </a:cubicBezTo>
                    <a:cubicBezTo>
                      <a:pt x="2826" y="6220"/>
                      <a:pt x="2919" y="6211"/>
                      <a:pt x="3013" y="6196"/>
                    </a:cubicBezTo>
                    <a:cubicBezTo>
                      <a:pt x="3485" y="6118"/>
                      <a:pt x="3918" y="5832"/>
                      <a:pt x="4161" y="5422"/>
                    </a:cubicBezTo>
                    <a:cubicBezTo>
                      <a:pt x="4516" y="4819"/>
                      <a:pt x="4409" y="4011"/>
                      <a:pt x="3998" y="3442"/>
                    </a:cubicBezTo>
                    <a:cubicBezTo>
                      <a:pt x="3787" y="3148"/>
                      <a:pt x="3498" y="2910"/>
                      <a:pt x="3171" y="2750"/>
                    </a:cubicBezTo>
                    <a:cubicBezTo>
                      <a:pt x="2891" y="2616"/>
                      <a:pt x="2582" y="2541"/>
                      <a:pt x="2321" y="2368"/>
                    </a:cubicBezTo>
                    <a:cubicBezTo>
                      <a:pt x="1888" y="2074"/>
                      <a:pt x="1658" y="1504"/>
                      <a:pt x="1770" y="995"/>
                    </a:cubicBezTo>
                    <a:cubicBezTo>
                      <a:pt x="1873" y="533"/>
                      <a:pt x="2214" y="159"/>
                      <a:pt x="2662" y="3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3" name="Google Shape;1073;p25"/>
            <p:cNvGrpSpPr/>
            <p:nvPr/>
          </p:nvGrpSpPr>
          <p:grpSpPr>
            <a:xfrm rot="2353736">
              <a:off x="3734624" y="50633"/>
              <a:ext cx="236967" cy="250642"/>
              <a:chOff x="238125" y="3398475"/>
              <a:chExt cx="236975" cy="250650"/>
            </a:xfrm>
          </p:grpSpPr>
          <p:sp>
            <p:nvSpPr>
              <p:cNvPr id="1074" name="Google Shape;1074;p25"/>
              <p:cNvSpPr/>
              <p:nvPr/>
            </p:nvSpPr>
            <p:spPr>
              <a:xfrm>
                <a:off x="238125" y="3523250"/>
                <a:ext cx="131575" cy="125875"/>
              </a:xfrm>
              <a:custGeom>
                <a:avLst/>
                <a:gdLst/>
                <a:ahLst/>
                <a:cxnLst/>
                <a:rect l="l" t="t" r="r" b="b"/>
                <a:pathLst>
                  <a:path w="5263" h="5035" extrusionOk="0">
                    <a:moveTo>
                      <a:pt x="4310" y="1"/>
                    </a:moveTo>
                    <a:cubicBezTo>
                      <a:pt x="4291" y="6"/>
                      <a:pt x="4278" y="15"/>
                      <a:pt x="4263" y="20"/>
                    </a:cubicBezTo>
                    <a:cubicBezTo>
                      <a:pt x="2918" y="477"/>
                      <a:pt x="1957" y="1285"/>
                      <a:pt x="1289" y="2069"/>
                    </a:cubicBezTo>
                    <a:cubicBezTo>
                      <a:pt x="355" y="3158"/>
                      <a:pt x="0" y="4203"/>
                      <a:pt x="0" y="4203"/>
                    </a:cubicBezTo>
                    <a:lnTo>
                      <a:pt x="1569" y="5035"/>
                    </a:lnTo>
                    <a:cubicBezTo>
                      <a:pt x="1569" y="5035"/>
                      <a:pt x="1994" y="4203"/>
                      <a:pt x="2821" y="3060"/>
                    </a:cubicBezTo>
                    <a:cubicBezTo>
                      <a:pt x="2858" y="3009"/>
                      <a:pt x="2895" y="2962"/>
                      <a:pt x="2933" y="2914"/>
                    </a:cubicBezTo>
                    <a:cubicBezTo>
                      <a:pt x="3773" y="1878"/>
                      <a:pt x="5114" y="1491"/>
                      <a:pt x="5114" y="1491"/>
                    </a:cubicBezTo>
                    <a:cubicBezTo>
                      <a:pt x="5263" y="324"/>
                      <a:pt x="4310" y="1"/>
                      <a:pt x="43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5"/>
              <p:cNvSpPr/>
              <p:nvPr/>
            </p:nvSpPr>
            <p:spPr>
              <a:xfrm>
                <a:off x="238125" y="3574975"/>
                <a:ext cx="73325" cy="74150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2966" extrusionOk="0">
                    <a:moveTo>
                      <a:pt x="1289" y="0"/>
                    </a:moveTo>
                    <a:cubicBezTo>
                      <a:pt x="355" y="1089"/>
                      <a:pt x="0" y="2134"/>
                      <a:pt x="0" y="2134"/>
                    </a:cubicBezTo>
                    <a:lnTo>
                      <a:pt x="1569" y="2966"/>
                    </a:lnTo>
                    <a:cubicBezTo>
                      <a:pt x="1569" y="2966"/>
                      <a:pt x="1994" y="2134"/>
                      <a:pt x="2821" y="991"/>
                    </a:cubicBezTo>
                    <a:cubicBezTo>
                      <a:pt x="2858" y="940"/>
                      <a:pt x="2895" y="893"/>
                      <a:pt x="2933" y="845"/>
                    </a:cubicBezTo>
                    <a:cubicBezTo>
                      <a:pt x="2461" y="425"/>
                      <a:pt x="1901" y="173"/>
                      <a:pt x="128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25"/>
              <p:cNvSpPr/>
              <p:nvPr/>
            </p:nvSpPr>
            <p:spPr>
              <a:xfrm>
                <a:off x="344700" y="3523250"/>
                <a:ext cx="25000" cy="37300"/>
              </a:xfrm>
              <a:custGeom>
                <a:avLst/>
                <a:gdLst/>
                <a:ahLst/>
                <a:cxnLst/>
                <a:rect l="l" t="t" r="r" b="b"/>
                <a:pathLst>
                  <a:path w="1000" h="1492" extrusionOk="0">
                    <a:moveTo>
                      <a:pt x="47" y="1"/>
                    </a:moveTo>
                    <a:cubicBezTo>
                      <a:pt x="28" y="6"/>
                      <a:pt x="15" y="15"/>
                      <a:pt x="0" y="20"/>
                    </a:cubicBezTo>
                    <a:cubicBezTo>
                      <a:pt x="28" y="309"/>
                      <a:pt x="187" y="856"/>
                      <a:pt x="851" y="1491"/>
                    </a:cubicBezTo>
                    <a:cubicBezTo>
                      <a:pt x="1000" y="324"/>
                      <a:pt x="47" y="1"/>
                      <a:pt x="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25"/>
              <p:cNvSpPr/>
              <p:nvPr/>
            </p:nvSpPr>
            <p:spPr>
              <a:xfrm>
                <a:off x="362200" y="3398475"/>
                <a:ext cx="112900" cy="155500"/>
              </a:xfrm>
              <a:custGeom>
                <a:avLst/>
                <a:gdLst/>
                <a:ahLst/>
                <a:cxnLst/>
                <a:rect l="l" t="t" r="r" b="b"/>
                <a:pathLst>
                  <a:path w="4516" h="6220" extrusionOk="0">
                    <a:moveTo>
                      <a:pt x="2807" y="0"/>
                    </a:moveTo>
                    <a:lnTo>
                      <a:pt x="2807" y="0"/>
                    </a:lnTo>
                    <a:cubicBezTo>
                      <a:pt x="2761" y="5"/>
                      <a:pt x="2709" y="19"/>
                      <a:pt x="2662" y="33"/>
                    </a:cubicBezTo>
                    <a:cubicBezTo>
                      <a:pt x="2714" y="19"/>
                      <a:pt x="2761" y="10"/>
                      <a:pt x="2807" y="0"/>
                    </a:cubicBezTo>
                    <a:close/>
                    <a:moveTo>
                      <a:pt x="2662" y="33"/>
                    </a:moveTo>
                    <a:lnTo>
                      <a:pt x="2662" y="33"/>
                    </a:lnTo>
                    <a:cubicBezTo>
                      <a:pt x="2345" y="103"/>
                      <a:pt x="2032" y="196"/>
                      <a:pt x="1761" y="379"/>
                    </a:cubicBezTo>
                    <a:cubicBezTo>
                      <a:pt x="1383" y="631"/>
                      <a:pt x="1117" y="1041"/>
                      <a:pt x="1047" y="1485"/>
                    </a:cubicBezTo>
                    <a:cubicBezTo>
                      <a:pt x="977" y="1933"/>
                      <a:pt x="1098" y="2410"/>
                      <a:pt x="1378" y="2765"/>
                    </a:cubicBezTo>
                    <a:cubicBezTo>
                      <a:pt x="1584" y="3026"/>
                      <a:pt x="1869" y="3222"/>
                      <a:pt x="2069" y="3493"/>
                    </a:cubicBezTo>
                    <a:cubicBezTo>
                      <a:pt x="2265" y="3765"/>
                      <a:pt x="2358" y="4166"/>
                      <a:pt x="2144" y="4422"/>
                    </a:cubicBezTo>
                    <a:cubicBezTo>
                      <a:pt x="2000" y="4605"/>
                      <a:pt x="1748" y="4656"/>
                      <a:pt x="1513" y="4656"/>
                    </a:cubicBezTo>
                    <a:lnTo>
                      <a:pt x="1457" y="4656"/>
                    </a:lnTo>
                    <a:cubicBezTo>
                      <a:pt x="1271" y="4651"/>
                      <a:pt x="1089" y="4619"/>
                      <a:pt x="901" y="4619"/>
                    </a:cubicBezTo>
                    <a:cubicBezTo>
                      <a:pt x="836" y="4619"/>
                      <a:pt x="771" y="4623"/>
                      <a:pt x="705" y="4633"/>
                    </a:cubicBezTo>
                    <a:cubicBezTo>
                      <a:pt x="491" y="4670"/>
                      <a:pt x="285" y="4782"/>
                      <a:pt x="160" y="4959"/>
                    </a:cubicBezTo>
                    <a:cubicBezTo>
                      <a:pt x="33" y="5137"/>
                      <a:pt x="0" y="5380"/>
                      <a:pt x="95" y="5576"/>
                    </a:cubicBezTo>
                    <a:cubicBezTo>
                      <a:pt x="225" y="5403"/>
                      <a:pt x="463" y="5291"/>
                      <a:pt x="683" y="5291"/>
                    </a:cubicBezTo>
                    <a:cubicBezTo>
                      <a:pt x="771" y="5291"/>
                      <a:pt x="856" y="5310"/>
                      <a:pt x="929" y="5347"/>
                    </a:cubicBezTo>
                    <a:cubicBezTo>
                      <a:pt x="1201" y="5478"/>
                      <a:pt x="1411" y="5707"/>
                      <a:pt x="1658" y="5879"/>
                    </a:cubicBezTo>
                    <a:cubicBezTo>
                      <a:pt x="1972" y="6094"/>
                      <a:pt x="2349" y="6220"/>
                      <a:pt x="2733" y="6220"/>
                    </a:cubicBezTo>
                    <a:cubicBezTo>
                      <a:pt x="2826" y="6220"/>
                      <a:pt x="2919" y="6211"/>
                      <a:pt x="3013" y="6196"/>
                    </a:cubicBezTo>
                    <a:cubicBezTo>
                      <a:pt x="3485" y="6118"/>
                      <a:pt x="3918" y="5832"/>
                      <a:pt x="4161" y="5422"/>
                    </a:cubicBezTo>
                    <a:cubicBezTo>
                      <a:pt x="4516" y="4819"/>
                      <a:pt x="4409" y="4011"/>
                      <a:pt x="3998" y="3442"/>
                    </a:cubicBezTo>
                    <a:cubicBezTo>
                      <a:pt x="3787" y="3148"/>
                      <a:pt x="3498" y="2910"/>
                      <a:pt x="3171" y="2750"/>
                    </a:cubicBezTo>
                    <a:cubicBezTo>
                      <a:pt x="2891" y="2616"/>
                      <a:pt x="2582" y="2541"/>
                      <a:pt x="2321" y="2368"/>
                    </a:cubicBezTo>
                    <a:cubicBezTo>
                      <a:pt x="1888" y="2074"/>
                      <a:pt x="1658" y="1504"/>
                      <a:pt x="1770" y="995"/>
                    </a:cubicBezTo>
                    <a:cubicBezTo>
                      <a:pt x="1873" y="533"/>
                      <a:pt x="2214" y="159"/>
                      <a:pt x="2662" y="3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8" name="Google Shape;1078;p25"/>
            <p:cNvGrpSpPr/>
            <p:nvPr/>
          </p:nvGrpSpPr>
          <p:grpSpPr>
            <a:xfrm rot="-4500040">
              <a:off x="8809430" y="3191093"/>
              <a:ext cx="236968" cy="250643"/>
              <a:chOff x="238125" y="3398475"/>
              <a:chExt cx="236975" cy="250650"/>
            </a:xfrm>
          </p:grpSpPr>
          <p:sp>
            <p:nvSpPr>
              <p:cNvPr id="1079" name="Google Shape;1079;p25"/>
              <p:cNvSpPr/>
              <p:nvPr/>
            </p:nvSpPr>
            <p:spPr>
              <a:xfrm>
                <a:off x="238125" y="3523250"/>
                <a:ext cx="131575" cy="125875"/>
              </a:xfrm>
              <a:custGeom>
                <a:avLst/>
                <a:gdLst/>
                <a:ahLst/>
                <a:cxnLst/>
                <a:rect l="l" t="t" r="r" b="b"/>
                <a:pathLst>
                  <a:path w="5263" h="5035" extrusionOk="0">
                    <a:moveTo>
                      <a:pt x="4310" y="1"/>
                    </a:moveTo>
                    <a:cubicBezTo>
                      <a:pt x="4291" y="6"/>
                      <a:pt x="4278" y="15"/>
                      <a:pt x="4263" y="20"/>
                    </a:cubicBezTo>
                    <a:cubicBezTo>
                      <a:pt x="2918" y="477"/>
                      <a:pt x="1957" y="1285"/>
                      <a:pt x="1289" y="2069"/>
                    </a:cubicBezTo>
                    <a:cubicBezTo>
                      <a:pt x="355" y="3158"/>
                      <a:pt x="0" y="4203"/>
                      <a:pt x="0" y="4203"/>
                    </a:cubicBezTo>
                    <a:lnTo>
                      <a:pt x="1569" y="5035"/>
                    </a:lnTo>
                    <a:cubicBezTo>
                      <a:pt x="1569" y="5035"/>
                      <a:pt x="1994" y="4203"/>
                      <a:pt x="2821" y="3060"/>
                    </a:cubicBezTo>
                    <a:cubicBezTo>
                      <a:pt x="2858" y="3009"/>
                      <a:pt x="2895" y="2962"/>
                      <a:pt x="2933" y="2914"/>
                    </a:cubicBezTo>
                    <a:cubicBezTo>
                      <a:pt x="3773" y="1878"/>
                      <a:pt x="5114" y="1491"/>
                      <a:pt x="5114" y="1491"/>
                    </a:cubicBezTo>
                    <a:cubicBezTo>
                      <a:pt x="5263" y="324"/>
                      <a:pt x="4310" y="1"/>
                      <a:pt x="43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5"/>
              <p:cNvSpPr/>
              <p:nvPr/>
            </p:nvSpPr>
            <p:spPr>
              <a:xfrm>
                <a:off x="238125" y="3574975"/>
                <a:ext cx="73325" cy="74150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2966" extrusionOk="0">
                    <a:moveTo>
                      <a:pt x="1289" y="0"/>
                    </a:moveTo>
                    <a:cubicBezTo>
                      <a:pt x="355" y="1089"/>
                      <a:pt x="0" y="2134"/>
                      <a:pt x="0" y="2134"/>
                    </a:cubicBezTo>
                    <a:lnTo>
                      <a:pt x="1569" y="2966"/>
                    </a:lnTo>
                    <a:cubicBezTo>
                      <a:pt x="1569" y="2966"/>
                      <a:pt x="1994" y="2134"/>
                      <a:pt x="2821" y="991"/>
                    </a:cubicBezTo>
                    <a:cubicBezTo>
                      <a:pt x="2858" y="940"/>
                      <a:pt x="2895" y="893"/>
                      <a:pt x="2933" y="845"/>
                    </a:cubicBezTo>
                    <a:cubicBezTo>
                      <a:pt x="2461" y="425"/>
                      <a:pt x="1901" y="173"/>
                      <a:pt x="128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5"/>
              <p:cNvSpPr/>
              <p:nvPr/>
            </p:nvSpPr>
            <p:spPr>
              <a:xfrm>
                <a:off x="344700" y="3523250"/>
                <a:ext cx="25000" cy="37300"/>
              </a:xfrm>
              <a:custGeom>
                <a:avLst/>
                <a:gdLst/>
                <a:ahLst/>
                <a:cxnLst/>
                <a:rect l="l" t="t" r="r" b="b"/>
                <a:pathLst>
                  <a:path w="1000" h="1492" extrusionOk="0">
                    <a:moveTo>
                      <a:pt x="47" y="1"/>
                    </a:moveTo>
                    <a:cubicBezTo>
                      <a:pt x="28" y="6"/>
                      <a:pt x="15" y="15"/>
                      <a:pt x="0" y="20"/>
                    </a:cubicBezTo>
                    <a:cubicBezTo>
                      <a:pt x="28" y="309"/>
                      <a:pt x="187" y="856"/>
                      <a:pt x="851" y="1491"/>
                    </a:cubicBezTo>
                    <a:cubicBezTo>
                      <a:pt x="1000" y="324"/>
                      <a:pt x="47" y="1"/>
                      <a:pt x="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5"/>
              <p:cNvSpPr/>
              <p:nvPr/>
            </p:nvSpPr>
            <p:spPr>
              <a:xfrm>
                <a:off x="362200" y="3398475"/>
                <a:ext cx="112900" cy="155500"/>
              </a:xfrm>
              <a:custGeom>
                <a:avLst/>
                <a:gdLst/>
                <a:ahLst/>
                <a:cxnLst/>
                <a:rect l="l" t="t" r="r" b="b"/>
                <a:pathLst>
                  <a:path w="4516" h="6220" extrusionOk="0">
                    <a:moveTo>
                      <a:pt x="2807" y="0"/>
                    </a:moveTo>
                    <a:lnTo>
                      <a:pt x="2807" y="0"/>
                    </a:lnTo>
                    <a:cubicBezTo>
                      <a:pt x="2761" y="5"/>
                      <a:pt x="2709" y="19"/>
                      <a:pt x="2662" y="33"/>
                    </a:cubicBezTo>
                    <a:cubicBezTo>
                      <a:pt x="2714" y="19"/>
                      <a:pt x="2761" y="10"/>
                      <a:pt x="2807" y="0"/>
                    </a:cubicBezTo>
                    <a:close/>
                    <a:moveTo>
                      <a:pt x="2662" y="33"/>
                    </a:moveTo>
                    <a:lnTo>
                      <a:pt x="2662" y="33"/>
                    </a:lnTo>
                    <a:cubicBezTo>
                      <a:pt x="2345" y="103"/>
                      <a:pt x="2032" y="196"/>
                      <a:pt x="1761" y="379"/>
                    </a:cubicBezTo>
                    <a:cubicBezTo>
                      <a:pt x="1383" y="631"/>
                      <a:pt x="1117" y="1041"/>
                      <a:pt x="1047" y="1485"/>
                    </a:cubicBezTo>
                    <a:cubicBezTo>
                      <a:pt x="977" y="1933"/>
                      <a:pt x="1098" y="2410"/>
                      <a:pt x="1378" y="2765"/>
                    </a:cubicBezTo>
                    <a:cubicBezTo>
                      <a:pt x="1584" y="3026"/>
                      <a:pt x="1869" y="3222"/>
                      <a:pt x="2069" y="3493"/>
                    </a:cubicBezTo>
                    <a:cubicBezTo>
                      <a:pt x="2265" y="3765"/>
                      <a:pt x="2358" y="4166"/>
                      <a:pt x="2144" y="4422"/>
                    </a:cubicBezTo>
                    <a:cubicBezTo>
                      <a:pt x="2000" y="4605"/>
                      <a:pt x="1748" y="4656"/>
                      <a:pt x="1513" y="4656"/>
                    </a:cubicBezTo>
                    <a:lnTo>
                      <a:pt x="1457" y="4656"/>
                    </a:lnTo>
                    <a:cubicBezTo>
                      <a:pt x="1271" y="4651"/>
                      <a:pt x="1089" y="4619"/>
                      <a:pt x="901" y="4619"/>
                    </a:cubicBezTo>
                    <a:cubicBezTo>
                      <a:pt x="836" y="4619"/>
                      <a:pt x="771" y="4623"/>
                      <a:pt x="705" y="4633"/>
                    </a:cubicBezTo>
                    <a:cubicBezTo>
                      <a:pt x="491" y="4670"/>
                      <a:pt x="285" y="4782"/>
                      <a:pt x="160" y="4959"/>
                    </a:cubicBezTo>
                    <a:cubicBezTo>
                      <a:pt x="33" y="5137"/>
                      <a:pt x="0" y="5380"/>
                      <a:pt x="95" y="5576"/>
                    </a:cubicBezTo>
                    <a:cubicBezTo>
                      <a:pt x="225" y="5403"/>
                      <a:pt x="463" y="5291"/>
                      <a:pt x="683" y="5291"/>
                    </a:cubicBezTo>
                    <a:cubicBezTo>
                      <a:pt x="771" y="5291"/>
                      <a:pt x="856" y="5310"/>
                      <a:pt x="929" y="5347"/>
                    </a:cubicBezTo>
                    <a:cubicBezTo>
                      <a:pt x="1201" y="5478"/>
                      <a:pt x="1411" y="5707"/>
                      <a:pt x="1658" y="5879"/>
                    </a:cubicBezTo>
                    <a:cubicBezTo>
                      <a:pt x="1972" y="6094"/>
                      <a:pt x="2349" y="6220"/>
                      <a:pt x="2733" y="6220"/>
                    </a:cubicBezTo>
                    <a:cubicBezTo>
                      <a:pt x="2826" y="6220"/>
                      <a:pt x="2919" y="6211"/>
                      <a:pt x="3013" y="6196"/>
                    </a:cubicBezTo>
                    <a:cubicBezTo>
                      <a:pt x="3485" y="6118"/>
                      <a:pt x="3918" y="5832"/>
                      <a:pt x="4161" y="5422"/>
                    </a:cubicBezTo>
                    <a:cubicBezTo>
                      <a:pt x="4516" y="4819"/>
                      <a:pt x="4409" y="4011"/>
                      <a:pt x="3998" y="3442"/>
                    </a:cubicBezTo>
                    <a:cubicBezTo>
                      <a:pt x="3787" y="3148"/>
                      <a:pt x="3498" y="2910"/>
                      <a:pt x="3171" y="2750"/>
                    </a:cubicBezTo>
                    <a:cubicBezTo>
                      <a:pt x="2891" y="2616"/>
                      <a:pt x="2582" y="2541"/>
                      <a:pt x="2321" y="2368"/>
                    </a:cubicBezTo>
                    <a:cubicBezTo>
                      <a:pt x="1888" y="2074"/>
                      <a:pt x="1658" y="1504"/>
                      <a:pt x="1770" y="995"/>
                    </a:cubicBezTo>
                    <a:cubicBezTo>
                      <a:pt x="1873" y="533"/>
                      <a:pt x="2214" y="159"/>
                      <a:pt x="2662" y="3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83" name="Google Shape;1083;p25"/>
            <p:cNvGrpSpPr/>
            <p:nvPr/>
          </p:nvGrpSpPr>
          <p:grpSpPr>
            <a:xfrm rot="-8100000">
              <a:off x="5484782" y="4845778"/>
              <a:ext cx="236973" cy="250648"/>
              <a:chOff x="238125" y="3398475"/>
              <a:chExt cx="236975" cy="250650"/>
            </a:xfrm>
          </p:grpSpPr>
          <p:sp>
            <p:nvSpPr>
              <p:cNvPr id="1084" name="Google Shape;1084;p25"/>
              <p:cNvSpPr/>
              <p:nvPr/>
            </p:nvSpPr>
            <p:spPr>
              <a:xfrm>
                <a:off x="238125" y="3523250"/>
                <a:ext cx="131575" cy="125875"/>
              </a:xfrm>
              <a:custGeom>
                <a:avLst/>
                <a:gdLst/>
                <a:ahLst/>
                <a:cxnLst/>
                <a:rect l="l" t="t" r="r" b="b"/>
                <a:pathLst>
                  <a:path w="5263" h="5035" extrusionOk="0">
                    <a:moveTo>
                      <a:pt x="4310" y="1"/>
                    </a:moveTo>
                    <a:cubicBezTo>
                      <a:pt x="4291" y="6"/>
                      <a:pt x="4278" y="15"/>
                      <a:pt x="4263" y="20"/>
                    </a:cubicBezTo>
                    <a:cubicBezTo>
                      <a:pt x="2918" y="477"/>
                      <a:pt x="1957" y="1285"/>
                      <a:pt x="1289" y="2069"/>
                    </a:cubicBezTo>
                    <a:cubicBezTo>
                      <a:pt x="355" y="3158"/>
                      <a:pt x="0" y="4203"/>
                      <a:pt x="0" y="4203"/>
                    </a:cubicBezTo>
                    <a:lnTo>
                      <a:pt x="1569" y="5035"/>
                    </a:lnTo>
                    <a:cubicBezTo>
                      <a:pt x="1569" y="5035"/>
                      <a:pt x="1994" y="4203"/>
                      <a:pt x="2821" y="3060"/>
                    </a:cubicBezTo>
                    <a:cubicBezTo>
                      <a:pt x="2858" y="3009"/>
                      <a:pt x="2895" y="2962"/>
                      <a:pt x="2933" y="2914"/>
                    </a:cubicBezTo>
                    <a:cubicBezTo>
                      <a:pt x="3773" y="1878"/>
                      <a:pt x="5114" y="1491"/>
                      <a:pt x="5114" y="1491"/>
                    </a:cubicBezTo>
                    <a:cubicBezTo>
                      <a:pt x="5263" y="324"/>
                      <a:pt x="4310" y="1"/>
                      <a:pt x="43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25"/>
              <p:cNvSpPr/>
              <p:nvPr/>
            </p:nvSpPr>
            <p:spPr>
              <a:xfrm>
                <a:off x="238125" y="3574975"/>
                <a:ext cx="73325" cy="74150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2966" extrusionOk="0">
                    <a:moveTo>
                      <a:pt x="1289" y="0"/>
                    </a:moveTo>
                    <a:cubicBezTo>
                      <a:pt x="355" y="1089"/>
                      <a:pt x="0" y="2134"/>
                      <a:pt x="0" y="2134"/>
                    </a:cubicBezTo>
                    <a:lnTo>
                      <a:pt x="1569" y="2966"/>
                    </a:lnTo>
                    <a:cubicBezTo>
                      <a:pt x="1569" y="2966"/>
                      <a:pt x="1994" y="2134"/>
                      <a:pt x="2821" y="991"/>
                    </a:cubicBezTo>
                    <a:cubicBezTo>
                      <a:pt x="2858" y="940"/>
                      <a:pt x="2895" y="893"/>
                      <a:pt x="2933" y="845"/>
                    </a:cubicBezTo>
                    <a:cubicBezTo>
                      <a:pt x="2461" y="425"/>
                      <a:pt x="1901" y="173"/>
                      <a:pt x="128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25"/>
              <p:cNvSpPr/>
              <p:nvPr/>
            </p:nvSpPr>
            <p:spPr>
              <a:xfrm>
                <a:off x="344700" y="3523250"/>
                <a:ext cx="25000" cy="37300"/>
              </a:xfrm>
              <a:custGeom>
                <a:avLst/>
                <a:gdLst/>
                <a:ahLst/>
                <a:cxnLst/>
                <a:rect l="l" t="t" r="r" b="b"/>
                <a:pathLst>
                  <a:path w="1000" h="1492" extrusionOk="0">
                    <a:moveTo>
                      <a:pt x="47" y="1"/>
                    </a:moveTo>
                    <a:cubicBezTo>
                      <a:pt x="28" y="6"/>
                      <a:pt x="15" y="15"/>
                      <a:pt x="0" y="20"/>
                    </a:cubicBezTo>
                    <a:cubicBezTo>
                      <a:pt x="28" y="309"/>
                      <a:pt x="187" y="856"/>
                      <a:pt x="851" y="1491"/>
                    </a:cubicBezTo>
                    <a:cubicBezTo>
                      <a:pt x="1000" y="324"/>
                      <a:pt x="47" y="1"/>
                      <a:pt x="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25"/>
              <p:cNvSpPr/>
              <p:nvPr/>
            </p:nvSpPr>
            <p:spPr>
              <a:xfrm>
                <a:off x="362200" y="3398475"/>
                <a:ext cx="112900" cy="155500"/>
              </a:xfrm>
              <a:custGeom>
                <a:avLst/>
                <a:gdLst/>
                <a:ahLst/>
                <a:cxnLst/>
                <a:rect l="l" t="t" r="r" b="b"/>
                <a:pathLst>
                  <a:path w="4516" h="6220" extrusionOk="0">
                    <a:moveTo>
                      <a:pt x="2807" y="0"/>
                    </a:moveTo>
                    <a:lnTo>
                      <a:pt x="2807" y="0"/>
                    </a:lnTo>
                    <a:cubicBezTo>
                      <a:pt x="2761" y="5"/>
                      <a:pt x="2709" y="19"/>
                      <a:pt x="2662" y="33"/>
                    </a:cubicBezTo>
                    <a:cubicBezTo>
                      <a:pt x="2714" y="19"/>
                      <a:pt x="2761" y="10"/>
                      <a:pt x="2807" y="0"/>
                    </a:cubicBezTo>
                    <a:close/>
                    <a:moveTo>
                      <a:pt x="2662" y="33"/>
                    </a:moveTo>
                    <a:lnTo>
                      <a:pt x="2662" y="33"/>
                    </a:lnTo>
                    <a:cubicBezTo>
                      <a:pt x="2345" y="103"/>
                      <a:pt x="2032" y="196"/>
                      <a:pt x="1761" y="379"/>
                    </a:cubicBezTo>
                    <a:cubicBezTo>
                      <a:pt x="1383" y="631"/>
                      <a:pt x="1117" y="1041"/>
                      <a:pt x="1047" y="1485"/>
                    </a:cubicBezTo>
                    <a:cubicBezTo>
                      <a:pt x="977" y="1933"/>
                      <a:pt x="1098" y="2410"/>
                      <a:pt x="1378" y="2765"/>
                    </a:cubicBezTo>
                    <a:cubicBezTo>
                      <a:pt x="1584" y="3026"/>
                      <a:pt x="1869" y="3222"/>
                      <a:pt x="2069" y="3493"/>
                    </a:cubicBezTo>
                    <a:cubicBezTo>
                      <a:pt x="2265" y="3765"/>
                      <a:pt x="2358" y="4166"/>
                      <a:pt x="2144" y="4422"/>
                    </a:cubicBezTo>
                    <a:cubicBezTo>
                      <a:pt x="2000" y="4605"/>
                      <a:pt x="1748" y="4656"/>
                      <a:pt x="1513" y="4656"/>
                    </a:cubicBezTo>
                    <a:lnTo>
                      <a:pt x="1457" y="4656"/>
                    </a:lnTo>
                    <a:cubicBezTo>
                      <a:pt x="1271" y="4651"/>
                      <a:pt x="1089" y="4619"/>
                      <a:pt x="901" y="4619"/>
                    </a:cubicBezTo>
                    <a:cubicBezTo>
                      <a:pt x="836" y="4619"/>
                      <a:pt x="771" y="4623"/>
                      <a:pt x="705" y="4633"/>
                    </a:cubicBezTo>
                    <a:cubicBezTo>
                      <a:pt x="491" y="4670"/>
                      <a:pt x="285" y="4782"/>
                      <a:pt x="160" y="4959"/>
                    </a:cubicBezTo>
                    <a:cubicBezTo>
                      <a:pt x="33" y="5137"/>
                      <a:pt x="0" y="5380"/>
                      <a:pt x="95" y="5576"/>
                    </a:cubicBezTo>
                    <a:cubicBezTo>
                      <a:pt x="225" y="5403"/>
                      <a:pt x="463" y="5291"/>
                      <a:pt x="683" y="5291"/>
                    </a:cubicBezTo>
                    <a:cubicBezTo>
                      <a:pt x="771" y="5291"/>
                      <a:pt x="856" y="5310"/>
                      <a:pt x="929" y="5347"/>
                    </a:cubicBezTo>
                    <a:cubicBezTo>
                      <a:pt x="1201" y="5478"/>
                      <a:pt x="1411" y="5707"/>
                      <a:pt x="1658" y="5879"/>
                    </a:cubicBezTo>
                    <a:cubicBezTo>
                      <a:pt x="1972" y="6094"/>
                      <a:pt x="2349" y="6220"/>
                      <a:pt x="2733" y="6220"/>
                    </a:cubicBezTo>
                    <a:cubicBezTo>
                      <a:pt x="2826" y="6220"/>
                      <a:pt x="2919" y="6211"/>
                      <a:pt x="3013" y="6196"/>
                    </a:cubicBezTo>
                    <a:cubicBezTo>
                      <a:pt x="3485" y="6118"/>
                      <a:pt x="3918" y="5832"/>
                      <a:pt x="4161" y="5422"/>
                    </a:cubicBezTo>
                    <a:cubicBezTo>
                      <a:pt x="4516" y="4819"/>
                      <a:pt x="4409" y="4011"/>
                      <a:pt x="3998" y="3442"/>
                    </a:cubicBezTo>
                    <a:cubicBezTo>
                      <a:pt x="3787" y="3148"/>
                      <a:pt x="3498" y="2910"/>
                      <a:pt x="3171" y="2750"/>
                    </a:cubicBezTo>
                    <a:cubicBezTo>
                      <a:pt x="2891" y="2616"/>
                      <a:pt x="2582" y="2541"/>
                      <a:pt x="2321" y="2368"/>
                    </a:cubicBezTo>
                    <a:cubicBezTo>
                      <a:pt x="1888" y="2074"/>
                      <a:pt x="1658" y="1504"/>
                      <a:pt x="1770" y="995"/>
                    </a:cubicBezTo>
                    <a:cubicBezTo>
                      <a:pt x="1873" y="533"/>
                      <a:pt x="2214" y="159"/>
                      <a:pt x="2662" y="3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88" name="Google Shape;1088;p25"/>
          <p:cNvSpPr/>
          <p:nvPr/>
        </p:nvSpPr>
        <p:spPr>
          <a:xfrm>
            <a:off x="439325" y="355925"/>
            <a:ext cx="8289300" cy="4403100"/>
          </a:xfrm>
          <a:prstGeom prst="roundRect">
            <a:avLst>
              <a:gd name="adj" fmla="val 66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9" name="Google Shape;1089;p2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08699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solidFill>
          <a:schemeClr val="dk1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"/>
          <p:cNvSpPr/>
          <p:nvPr/>
        </p:nvSpPr>
        <p:spPr>
          <a:xfrm>
            <a:off x="4760650" y="-444000"/>
            <a:ext cx="3967964" cy="4063565"/>
          </a:xfrm>
          <a:custGeom>
            <a:avLst/>
            <a:gdLst/>
            <a:ahLst/>
            <a:cxnLst/>
            <a:rect l="l" t="t" r="r" b="b"/>
            <a:pathLst>
              <a:path w="155698" h="154025" extrusionOk="0">
                <a:moveTo>
                  <a:pt x="93462" y="8032"/>
                </a:moveTo>
                <a:cubicBezTo>
                  <a:pt x="101617" y="9636"/>
                  <a:pt x="114584" y="5620"/>
                  <a:pt x="120332" y="9636"/>
                </a:cubicBezTo>
                <a:cubicBezTo>
                  <a:pt x="126080" y="13652"/>
                  <a:pt x="123741" y="26515"/>
                  <a:pt x="127952" y="32130"/>
                </a:cubicBezTo>
                <a:cubicBezTo>
                  <a:pt x="132163" y="37745"/>
                  <a:pt x="142390" y="37024"/>
                  <a:pt x="145598" y="43325"/>
                </a:cubicBezTo>
                <a:cubicBezTo>
                  <a:pt x="148807" y="49626"/>
                  <a:pt x="145545" y="61199"/>
                  <a:pt x="147203" y="69935"/>
                </a:cubicBezTo>
                <a:cubicBezTo>
                  <a:pt x="148861" y="78672"/>
                  <a:pt x="156895" y="88050"/>
                  <a:pt x="155545" y="95744"/>
                </a:cubicBezTo>
                <a:cubicBezTo>
                  <a:pt x="154195" y="103438"/>
                  <a:pt x="143166" y="109063"/>
                  <a:pt x="139102" y="116101"/>
                </a:cubicBezTo>
                <a:cubicBezTo>
                  <a:pt x="135038" y="123139"/>
                  <a:pt x="136763" y="134060"/>
                  <a:pt x="131161" y="137973"/>
                </a:cubicBezTo>
                <a:cubicBezTo>
                  <a:pt x="125560" y="141886"/>
                  <a:pt x="115386" y="136903"/>
                  <a:pt x="105493" y="139577"/>
                </a:cubicBezTo>
                <a:cubicBezTo>
                  <a:pt x="95600" y="142251"/>
                  <a:pt x="82433" y="154416"/>
                  <a:pt x="71805" y="154015"/>
                </a:cubicBezTo>
                <a:cubicBezTo>
                  <a:pt x="61177" y="153614"/>
                  <a:pt x="51886" y="141449"/>
                  <a:pt x="41726" y="137171"/>
                </a:cubicBezTo>
                <a:cubicBezTo>
                  <a:pt x="31566" y="132893"/>
                  <a:pt x="15872" y="135980"/>
                  <a:pt x="10845" y="128348"/>
                </a:cubicBezTo>
                <a:cubicBezTo>
                  <a:pt x="5819" y="120717"/>
                  <a:pt x="13372" y="102344"/>
                  <a:pt x="11567" y="91382"/>
                </a:cubicBezTo>
                <a:cubicBezTo>
                  <a:pt x="9762" y="80420"/>
                  <a:pt x="-465" y="70572"/>
                  <a:pt x="16" y="62575"/>
                </a:cubicBezTo>
                <a:cubicBezTo>
                  <a:pt x="497" y="54578"/>
                  <a:pt x="11380" y="51623"/>
                  <a:pt x="14455" y="43398"/>
                </a:cubicBezTo>
                <a:cubicBezTo>
                  <a:pt x="17530" y="35173"/>
                  <a:pt x="12650" y="18801"/>
                  <a:pt x="18465" y="13227"/>
                </a:cubicBezTo>
                <a:cubicBezTo>
                  <a:pt x="24280" y="7653"/>
                  <a:pt x="40523" y="12159"/>
                  <a:pt x="49346" y="9956"/>
                </a:cubicBezTo>
                <a:cubicBezTo>
                  <a:pt x="58169" y="7753"/>
                  <a:pt x="64051" y="332"/>
                  <a:pt x="71404" y="11"/>
                </a:cubicBezTo>
                <a:cubicBezTo>
                  <a:pt x="78757" y="-310"/>
                  <a:pt x="85307" y="6428"/>
                  <a:pt x="93462" y="8032"/>
                </a:cubicBezTo>
                <a:close/>
              </a:path>
            </a:pathLst>
          </a:custGeom>
          <a:solidFill>
            <a:srgbClr val="5D74FF">
              <a:alpha val="25000"/>
            </a:srgbClr>
          </a:solidFill>
          <a:ln>
            <a:noFill/>
          </a:ln>
        </p:spPr>
      </p:sp>
      <p:sp>
        <p:nvSpPr>
          <p:cNvPr id="224" name="Google Shape;224;p6"/>
          <p:cNvSpPr/>
          <p:nvPr/>
        </p:nvSpPr>
        <p:spPr>
          <a:xfrm>
            <a:off x="439325" y="1880300"/>
            <a:ext cx="3967964" cy="4063565"/>
          </a:xfrm>
          <a:custGeom>
            <a:avLst/>
            <a:gdLst/>
            <a:ahLst/>
            <a:cxnLst/>
            <a:rect l="l" t="t" r="r" b="b"/>
            <a:pathLst>
              <a:path w="155698" h="154025" extrusionOk="0">
                <a:moveTo>
                  <a:pt x="93462" y="8032"/>
                </a:moveTo>
                <a:cubicBezTo>
                  <a:pt x="101617" y="9636"/>
                  <a:pt x="114584" y="5620"/>
                  <a:pt x="120332" y="9636"/>
                </a:cubicBezTo>
                <a:cubicBezTo>
                  <a:pt x="126080" y="13652"/>
                  <a:pt x="123741" y="26515"/>
                  <a:pt x="127952" y="32130"/>
                </a:cubicBezTo>
                <a:cubicBezTo>
                  <a:pt x="132163" y="37745"/>
                  <a:pt x="142390" y="37024"/>
                  <a:pt x="145598" y="43325"/>
                </a:cubicBezTo>
                <a:cubicBezTo>
                  <a:pt x="148807" y="49626"/>
                  <a:pt x="145545" y="61199"/>
                  <a:pt x="147203" y="69935"/>
                </a:cubicBezTo>
                <a:cubicBezTo>
                  <a:pt x="148861" y="78672"/>
                  <a:pt x="156895" y="88050"/>
                  <a:pt x="155545" y="95744"/>
                </a:cubicBezTo>
                <a:cubicBezTo>
                  <a:pt x="154195" y="103438"/>
                  <a:pt x="143166" y="109063"/>
                  <a:pt x="139102" y="116101"/>
                </a:cubicBezTo>
                <a:cubicBezTo>
                  <a:pt x="135038" y="123139"/>
                  <a:pt x="136763" y="134060"/>
                  <a:pt x="131161" y="137973"/>
                </a:cubicBezTo>
                <a:cubicBezTo>
                  <a:pt x="125560" y="141886"/>
                  <a:pt x="115386" y="136903"/>
                  <a:pt x="105493" y="139577"/>
                </a:cubicBezTo>
                <a:cubicBezTo>
                  <a:pt x="95600" y="142251"/>
                  <a:pt x="82433" y="154416"/>
                  <a:pt x="71805" y="154015"/>
                </a:cubicBezTo>
                <a:cubicBezTo>
                  <a:pt x="61177" y="153614"/>
                  <a:pt x="51886" y="141449"/>
                  <a:pt x="41726" y="137171"/>
                </a:cubicBezTo>
                <a:cubicBezTo>
                  <a:pt x="31566" y="132893"/>
                  <a:pt x="15872" y="135980"/>
                  <a:pt x="10845" y="128348"/>
                </a:cubicBezTo>
                <a:cubicBezTo>
                  <a:pt x="5819" y="120717"/>
                  <a:pt x="13372" y="102344"/>
                  <a:pt x="11567" y="91382"/>
                </a:cubicBezTo>
                <a:cubicBezTo>
                  <a:pt x="9762" y="80420"/>
                  <a:pt x="-465" y="70572"/>
                  <a:pt x="16" y="62575"/>
                </a:cubicBezTo>
                <a:cubicBezTo>
                  <a:pt x="497" y="54578"/>
                  <a:pt x="11380" y="51623"/>
                  <a:pt x="14455" y="43398"/>
                </a:cubicBezTo>
                <a:cubicBezTo>
                  <a:pt x="17530" y="35173"/>
                  <a:pt x="12650" y="18801"/>
                  <a:pt x="18465" y="13227"/>
                </a:cubicBezTo>
                <a:cubicBezTo>
                  <a:pt x="24280" y="7653"/>
                  <a:pt x="40523" y="12159"/>
                  <a:pt x="49346" y="9956"/>
                </a:cubicBezTo>
                <a:cubicBezTo>
                  <a:pt x="58169" y="7753"/>
                  <a:pt x="64051" y="332"/>
                  <a:pt x="71404" y="11"/>
                </a:cubicBezTo>
                <a:cubicBezTo>
                  <a:pt x="78757" y="-310"/>
                  <a:pt x="85307" y="6428"/>
                  <a:pt x="93462" y="8032"/>
                </a:cubicBezTo>
                <a:close/>
              </a:path>
            </a:pathLst>
          </a:custGeom>
          <a:solidFill>
            <a:srgbClr val="5D74FF">
              <a:alpha val="25000"/>
            </a:srgbClr>
          </a:solidFill>
          <a:ln>
            <a:noFill/>
          </a:ln>
        </p:spPr>
      </p:sp>
      <p:sp>
        <p:nvSpPr>
          <p:cNvPr id="225" name="Google Shape;225;p6"/>
          <p:cNvSpPr/>
          <p:nvPr/>
        </p:nvSpPr>
        <p:spPr>
          <a:xfrm>
            <a:off x="439325" y="355925"/>
            <a:ext cx="8289300" cy="4403100"/>
          </a:xfrm>
          <a:prstGeom prst="roundRect">
            <a:avLst>
              <a:gd name="adj" fmla="val 66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44937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227" name="Google Shape;227;p6"/>
          <p:cNvGrpSpPr/>
          <p:nvPr/>
        </p:nvGrpSpPr>
        <p:grpSpPr>
          <a:xfrm rot="10800000">
            <a:off x="108839" y="99118"/>
            <a:ext cx="8880405" cy="4930707"/>
            <a:chOff x="137000" y="99118"/>
            <a:chExt cx="8880405" cy="4930707"/>
          </a:xfrm>
        </p:grpSpPr>
        <p:grpSp>
          <p:nvGrpSpPr>
            <p:cNvPr id="228" name="Google Shape;228;p6"/>
            <p:cNvGrpSpPr/>
            <p:nvPr/>
          </p:nvGrpSpPr>
          <p:grpSpPr>
            <a:xfrm rot="6300016">
              <a:off x="1102154" y="131504"/>
              <a:ext cx="94725" cy="124297"/>
              <a:chOff x="754200" y="3419250"/>
              <a:chExt cx="59900" cy="78600"/>
            </a:xfrm>
          </p:grpSpPr>
          <p:sp>
            <p:nvSpPr>
              <p:cNvPr id="229" name="Google Shape;229;p6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6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1" name="Google Shape;231;p6"/>
            <p:cNvGrpSpPr/>
            <p:nvPr/>
          </p:nvGrpSpPr>
          <p:grpSpPr>
            <a:xfrm>
              <a:off x="216500" y="109950"/>
              <a:ext cx="167400" cy="167400"/>
              <a:chOff x="3216925" y="225750"/>
              <a:chExt cx="167400" cy="167400"/>
            </a:xfrm>
          </p:grpSpPr>
          <p:cxnSp>
            <p:nvCxnSpPr>
              <p:cNvPr id="232" name="Google Shape;232;p6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6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34" name="Google Shape;234;p6"/>
            <p:cNvGrpSpPr/>
            <p:nvPr/>
          </p:nvGrpSpPr>
          <p:grpSpPr>
            <a:xfrm>
              <a:off x="4488300" y="99963"/>
              <a:ext cx="167400" cy="167400"/>
              <a:chOff x="3216925" y="225750"/>
              <a:chExt cx="167400" cy="167400"/>
            </a:xfrm>
          </p:grpSpPr>
          <p:cxnSp>
            <p:nvCxnSpPr>
              <p:cNvPr id="235" name="Google Shape;235;p6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6" name="Google Shape;236;p6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37" name="Google Shape;237;p6"/>
            <p:cNvGrpSpPr/>
            <p:nvPr/>
          </p:nvGrpSpPr>
          <p:grpSpPr>
            <a:xfrm>
              <a:off x="138975" y="2475913"/>
              <a:ext cx="167400" cy="167400"/>
              <a:chOff x="3216925" y="225750"/>
              <a:chExt cx="167400" cy="167400"/>
            </a:xfrm>
          </p:grpSpPr>
          <p:cxnSp>
            <p:nvCxnSpPr>
              <p:cNvPr id="238" name="Google Shape;238;p6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9" name="Google Shape;239;p6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40" name="Google Shape;240;p6"/>
            <p:cNvSpPr/>
            <p:nvPr/>
          </p:nvSpPr>
          <p:spPr>
            <a:xfrm>
              <a:off x="289400" y="784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6"/>
            <p:cNvSpPr/>
            <p:nvPr/>
          </p:nvSpPr>
          <p:spPr>
            <a:xfrm>
              <a:off x="289400" y="22327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6"/>
            <p:cNvSpPr/>
            <p:nvPr/>
          </p:nvSpPr>
          <p:spPr>
            <a:xfrm>
              <a:off x="137000" y="32995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289400" y="44425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4" name="Google Shape;244;p6"/>
            <p:cNvGrpSpPr/>
            <p:nvPr/>
          </p:nvGrpSpPr>
          <p:grpSpPr>
            <a:xfrm>
              <a:off x="825029" y="4885065"/>
              <a:ext cx="94726" cy="124298"/>
              <a:chOff x="850570" y="3419250"/>
              <a:chExt cx="59900" cy="78600"/>
            </a:xfrm>
          </p:grpSpPr>
          <p:sp>
            <p:nvSpPr>
              <p:cNvPr id="245" name="Google Shape;245;p6"/>
              <p:cNvSpPr/>
              <p:nvPr/>
            </p:nvSpPr>
            <p:spPr>
              <a:xfrm>
                <a:off x="85057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6"/>
              <p:cNvSpPr/>
              <p:nvPr/>
            </p:nvSpPr>
            <p:spPr>
              <a:xfrm>
                <a:off x="85057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7" name="Google Shape;247;p6"/>
            <p:cNvSpPr/>
            <p:nvPr/>
          </p:nvSpPr>
          <p:spPr>
            <a:xfrm>
              <a:off x="2880200" y="1753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6"/>
            <p:cNvSpPr/>
            <p:nvPr/>
          </p:nvSpPr>
          <p:spPr>
            <a:xfrm>
              <a:off x="4099400" y="991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6"/>
            <p:cNvSpPr/>
            <p:nvPr/>
          </p:nvSpPr>
          <p:spPr>
            <a:xfrm>
              <a:off x="5242400" y="2515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6"/>
            <p:cNvSpPr/>
            <p:nvPr/>
          </p:nvSpPr>
          <p:spPr>
            <a:xfrm>
              <a:off x="6004400" y="1753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1" name="Google Shape;251;p6"/>
            <p:cNvGrpSpPr/>
            <p:nvPr/>
          </p:nvGrpSpPr>
          <p:grpSpPr>
            <a:xfrm rot="-3599965">
              <a:off x="7375742" y="131504"/>
              <a:ext cx="94724" cy="124296"/>
              <a:chOff x="754200" y="3419250"/>
              <a:chExt cx="59900" cy="78600"/>
            </a:xfrm>
          </p:grpSpPr>
          <p:sp>
            <p:nvSpPr>
              <p:cNvPr id="252" name="Google Shape;252;p6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6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6"/>
            <p:cNvGrpSpPr/>
            <p:nvPr/>
          </p:nvGrpSpPr>
          <p:grpSpPr>
            <a:xfrm>
              <a:off x="8806813" y="99975"/>
              <a:ext cx="167400" cy="167400"/>
              <a:chOff x="3216925" y="225750"/>
              <a:chExt cx="167400" cy="167400"/>
            </a:xfrm>
          </p:grpSpPr>
          <p:cxnSp>
            <p:nvCxnSpPr>
              <p:cNvPr id="255" name="Google Shape;255;p6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6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57" name="Google Shape;257;p6"/>
            <p:cNvSpPr/>
            <p:nvPr/>
          </p:nvSpPr>
          <p:spPr>
            <a:xfrm>
              <a:off x="7909400" y="1753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6"/>
            <p:cNvSpPr/>
            <p:nvPr/>
          </p:nvSpPr>
          <p:spPr>
            <a:xfrm>
              <a:off x="8900000" y="784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9" name="Google Shape;259;p6"/>
            <p:cNvGrpSpPr/>
            <p:nvPr/>
          </p:nvGrpSpPr>
          <p:grpSpPr>
            <a:xfrm>
              <a:off x="8806813" y="2488038"/>
              <a:ext cx="167400" cy="167400"/>
              <a:chOff x="3216925" y="225750"/>
              <a:chExt cx="167400" cy="167400"/>
            </a:xfrm>
          </p:grpSpPr>
          <p:cxnSp>
            <p:nvCxnSpPr>
              <p:cNvPr id="260" name="Google Shape;260;p6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6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2" name="Google Shape;262;p6"/>
            <p:cNvGrpSpPr/>
            <p:nvPr/>
          </p:nvGrpSpPr>
          <p:grpSpPr>
            <a:xfrm rot="6300016">
              <a:off x="8897754" y="3251741"/>
              <a:ext cx="94725" cy="124297"/>
              <a:chOff x="754200" y="3419250"/>
              <a:chExt cx="59900" cy="78600"/>
            </a:xfrm>
          </p:grpSpPr>
          <p:sp>
            <p:nvSpPr>
              <p:cNvPr id="263" name="Google Shape;263;p6"/>
              <p:cNvSpPr/>
              <p:nvPr/>
            </p:nvSpPr>
            <p:spPr>
              <a:xfrm>
                <a:off x="754200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6"/>
              <p:cNvSpPr/>
              <p:nvPr/>
            </p:nvSpPr>
            <p:spPr>
              <a:xfrm>
                <a:off x="754200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5" name="Google Shape;265;p6"/>
            <p:cNvSpPr/>
            <p:nvPr/>
          </p:nvSpPr>
          <p:spPr>
            <a:xfrm>
              <a:off x="8900000" y="3832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6"/>
            <p:cNvSpPr/>
            <p:nvPr/>
          </p:nvSpPr>
          <p:spPr>
            <a:xfrm>
              <a:off x="8214200" y="48997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7" name="Google Shape;267;p6"/>
            <p:cNvGrpSpPr/>
            <p:nvPr/>
          </p:nvGrpSpPr>
          <p:grpSpPr>
            <a:xfrm>
              <a:off x="7256729" y="4845940"/>
              <a:ext cx="94726" cy="124298"/>
              <a:chOff x="1043311" y="3419250"/>
              <a:chExt cx="59900" cy="78600"/>
            </a:xfrm>
          </p:grpSpPr>
          <p:sp>
            <p:nvSpPr>
              <p:cNvPr id="268" name="Google Shape;268;p6"/>
              <p:cNvSpPr/>
              <p:nvPr/>
            </p:nvSpPr>
            <p:spPr>
              <a:xfrm>
                <a:off x="1043311" y="3419250"/>
                <a:ext cx="59900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144" extrusionOk="0">
                    <a:moveTo>
                      <a:pt x="361" y="1733"/>
                    </a:moveTo>
                    <a:cubicBezTo>
                      <a:pt x="318" y="1807"/>
                      <a:pt x="216" y="1971"/>
                      <a:pt x="164" y="2107"/>
                    </a:cubicBezTo>
                    <a:cubicBezTo>
                      <a:pt x="1" y="2508"/>
                      <a:pt x="10" y="3092"/>
                      <a:pt x="566" y="3130"/>
                    </a:cubicBezTo>
                    <a:cubicBezTo>
                      <a:pt x="766" y="3143"/>
                      <a:pt x="1023" y="3012"/>
                      <a:pt x="1186" y="2859"/>
                    </a:cubicBezTo>
                    <a:cubicBezTo>
                      <a:pt x="1406" y="2643"/>
                      <a:pt x="1691" y="2223"/>
                      <a:pt x="1906" y="1835"/>
                    </a:cubicBezTo>
                    <a:cubicBezTo>
                      <a:pt x="2126" y="1439"/>
                      <a:pt x="2396" y="925"/>
                      <a:pt x="2387" y="631"/>
                    </a:cubicBezTo>
                    <a:cubicBezTo>
                      <a:pt x="2378" y="328"/>
                      <a:pt x="2139" y="1"/>
                      <a:pt x="1733" y="14"/>
                    </a:cubicBezTo>
                    <a:cubicBezTo>
                      <a:pt x="1369" y="29"/>
                      <a:pt x="1141" y="421"/>
                      <a:pt x="878" y="832"/>
                    </a:cubicBezTo>
                    <a:cubicBezTo>
                      <a:pt x="687" y="1130"/>
                      <a:pt x="533" y="1421"/>
                      <a:pt x="361" y="17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1043311" y="3450550"/>
                <a:ext cx="45675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879" extrusionOk="0">
                    <a:moveTo>
                      <a:pt x="626" y="1"/>
                    </a:moveTo>
                    <a:cubicBezTo>
                      <a:pt x="538" y="159"/>
                      <a:pt x="449" y="318"/>
                      <a:pt x="361" y="481"/>
                    </a:cubicBezTo>
                    <a:cubicBezTo>
                      <a:pt x="318" y="555"/>
                      <a:pt x="216" y="719"/>
                      <a:pt x="164" y="855"/>
                    </a:cubicBezTo>
                    <a:cubicBezTo>
                      <a:pt x="1" y="1256"/>
                      <a:pt x="10" y="1840"/>
                      <a:pt x="566" y="1878"/>
                    </a:cubicBezTo>
                    <a:cubicBezTo>
                      <a:pt x="575" y="1878"/>
                      <a:pt x="585" y="1879"/>
                      <a:pt x="595" y="1879"/>
                    </a:cubicBezTo>
                    <a:cubicBezTo>
                      <a:pt x="790" y="1879"/>
                      <a:pt x="1031" y="1753"/>
                      <a:pt x="1186" y="1607"/>
                    </a:cubicBezTo>
                    <a:cubicBezTo>
                      <a:pt x="1383" y="1415"/>
                      <a:pt x="1626" y="1065"/>
                      <a:pt x="1826" y="719"/>
                    </a:cubicBezTo>
                    <a:lnTo>
                      <a:pt x="1826" y="719"/>
                    </a:lnTo>
                    <a:cubicBezTo>
                      <a:pt x="1732" y="740"/>
                      <a:pt x="1645" y="749"/>
                      <a:pt x="1563" y="749"/>
                    </a:cubicBezTo>
                    <a:cubicBezTo>
                      <a:pt x="1038" y="749"/>
                      <a:pt x="764" y="352"/>
                      <a:pt x="62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0" name="Google Shape;270;p6"/>
            <p:cNvSpPr/>
            <p:nvPr/>
          </p:nvSpPr>
          <p:spPr>
            <a:xfrm>
              <a:off x="5928200" y="4975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6"/>
            <p:cNvSpPr/>
            <p:nvPr/>
          </p:nvSpPr>
          <p:spPr>
            <a:xfrm>
              <a:off x="4175600" y="4975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6"/>
            <p:cNvSpPr/>
            <p:nvPr/>
          </p:nvSpPr>
          <p:spPr>
            <a:xfrm>
              <a:off x="1965800" y="48997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6"/>
            <p:cNvSpPr/>
            <p:nvPr/>
          </p:nvSpPr>
          <p:spPr>
            <a:xfrm>
              <a:off x="3032600" y="4975918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4" name="Google Shape;274;p6"/>
            <p:cNvGrpSpPr/>
            <p:nvPr/>
          </p:nvGrpSpPr>
          <p:grpSpPr>
            <a:xfrm>
              <a:off x="216500" y="4862425"/>
              <a:ext cx="167400" cy="167400"/>
              <a:chOff x="3216925" y="225750"/>
              <a:chExt cx="167400" cy="167400"/>
            </a:xfrm>
          </p:grpSpPr>
          <p:cxnSp>
            <p:nvCxnSpPr>
              <p:cNvPr id="275" name="Google Shape;275;p6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6" name="Google Shape;276;p6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77" name="Google Shape;277;p6"/>
            <p:cNvGrpSpPr/>
            <p:nvPr/>
          </p:nvGrpSpPr>
          <p:grpSpPr>
            <a:xfrm>
              <a:off x="4488300" y="4852438"/>
              <a:ext cx="167400" cy="167400"/>
              <a:chOff x="3216925" y="225750"/>
              <a:chExt cx="167400" cy="167400"/>
            </a:xfrm>
          </p:grpSpPr>
          <p:cxnSp>
            <p:nvCxnSpPr>
              <p:cNvPr id="278" name="Google Shape;278;p6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9" name="Google Shape;279;p6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80" name="Google Shape;280;p6"/>
            <p:cNvGrpSpPr/>
            <p:nvPr/>
          </p:nvGrpSpPr>
          <p:grpSpPr>
            <a:xfrm>
              <a:off x="8806813" y="4852450"/>
              <a:ext cx="167400" cy="167400"/>
              <a:chOff x="3216925" y="225750"/>
              <a:chExt cx="167400" cy="167400"/>
            </a:xfrm>
          </p:grpSpPr>
          <p:cxnSp>
            <p:nvCxnSpPr>
              <p:cNvPr id="281" name="Google Shape;281;p6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2" name="Google Shape;282;p6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21427900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0">
  <p:cSld name="Title only 10">
    <p:spTree>
      <p:nvGrpSpPr>
        <p:cNvPr id="1" name="Shape 2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8" name="Google Shape;2588;p52"/>
          <p:cNvSpPr/>
          <p:nvPr/>
        </p:nvSpPr>
        <p:spPr>
          <a:xfrm>
            <a:off x="7448675" y="3214338"/>
            <a:ext cx="3967964" cy="4063565"/>
          </a:xfrm>
          <a:custGeom>
            <a:avLst/>
            <a:gdLst/>
            <a:ahLst/>
            <a:cxnLst/>
            <a:rect l="l" t="t" r="r" b="b"/>
            <a:pathLst>
              <a:path w="155698" h="154025" extrusionOk="0">
                <a:moveTo>
                  <a:pt x="93462" y="8032"/>
                </a:moveTo>
                <a:cubicBezTo>
                  <a:pt x="101617" y="9636"/>
                  <a:pt x="114584" y="5620"/>
                  <a:pt x="120332" y="9636"/>
                </a:cubicBezTo>
                <a:cubicBezTo>
                  <a:pt x="126080" y="13652"/>
                  <a:pt x="123741" y="26515"/>
                  <a:pt x="127952" y="32130"/>
                </a:cubicBezTo>
                <a:cubicBezTo>
                  <a:pt x="132163" y="37745"/>
                  <a:pt x="142390" y="37024"/>
                  <a:pt x="145598" y="43325"/>
                </a:cubicBezTo>
                <a:cubicBezTo>
                  <a:pt x="148807" y="49626"/>
                  <a:pt x="145545" y="61199"/>
                  <a:pt x="147203" y="69935"/>
                </a:cubicBezTo>
                <a:cubicBezTo>
                  <a:pt x="148861" y="78672"/>
                  <a:pt x="156895" y="88050"/>
                  <a:pt x="155545" y="95744"/>
                </a:cubicBezTo>
                <a:cubicBezTo>
                  <a:pt x="154195" y="103438"/>
                  <a:pt x="143166" y="109063"/>
                  <a:pt x="139102" y="116101"/>
                </a:cubicBezTo>
                <a:cubicBezTo>
                  <a:pt x="135038" y="123139"/>
                  <a:pt x="136763" y="134060"/>
                  <a:pt x="131161" y="137973"/>
                </a:cubicBezTo>
                <a:cubicBezTo>
                  <a:pt x="125560" y="141886"/>
                  <a:pt x="115386" y="136903"/>
                  <a:pt x="105493" y="139577"/>
                </a:cubicBezTo>
                <a:cubicBezTo>
                  <a:pt x="95600" y="142251"/>
                  <a:pt x="82433" y="154416"/>
                  <a:pt x="71805" y="154015"/>
                </a:cubicBezTo>
                <a:cubicBezTo>
                  <a:pt x="61177" y="153614"/>
                  <a:pt x="51886" y="141449"/>
                  <a:pt x="41726" y="137171"/>
                </a:cubicBezTo>
                <a:cubicBezTo>
                  <a:pt x="31566" y="132893"/>
                  <a:pt x="15872" y="135980"/>
                  <a:pt x="10845" y="128348"/>
                </a:cubicBezTo>
                <a:cubicBezTo>
                  <a:pt x="5819" y="120717"/>
                  <a:pt x="13372" y="102344"/>
                  <a:pt x="11567" y="91382"/>
                </a:cubicBezTo>
                <a:cubicBezTo>
                  <a:pt x="9762" y="80420"/>
                  <a:pt x="-465" y="70572"/>
                  <a:pt x="16" y="62575"/>
                </a:cubicBezTo>
                <a:cubicBezTo>
                  <a:pt x="497" y="54578"/>
                  <a:pt x="11380" y="51623"/>
                  <a:pt x="14455" y="43398"/>
                </a:cubicBezTo>
                <a:cubicBezTo>
                  <a:pt x="17530" y="35173"/>
                  <a:pt x="12650" y="18801"/>
                  <a:pt x="18465" y="13227"/>
                </a:cubicBezTo>
                <a:cubicBezTo>
                  <a:pt x="24280" y="7653"/>
                  <a:pt x="40523" y="12159"/>
                  <a:pt x="49346" y="9956"/>
                </a:cubicBezTo>
                <a:cubicBezTo>
                  <a:pt x="58169" y="7753"/>
                  <a:pt x="64051" y="332"/>
                  <a:pt x="71404" y="11"/>
                </a:cubicBezTo>
                <a:cubicBezTo>
                  <a:pt x="78757" y="-310"/>
                  <a:pt x="85307" y="6428"/>
                  <a:pt x="93462" y="8032"/>
                </a:cubicBezTo>
                <a:close/>
              </a:path>
            </a:pathLst>
          </a:custGeom>
          <a:solidFill>
            <a:srgbClr val="5D74FF">
              <a:alpha val="25000"/>
            </a:srgbClr>
          </a:solidFill>
          <a:ln>
            <a:noFill/>
          </a:ln>
        </p:spPr>
      </p:sp>
      <p:pic>
        <p:nvPicPr>
          <p:cNvPr id="2589" name="Google Shape;2589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07962" y="3677937"/>
            <a:ext cx="2143799" cy="2146949"/>
          </a:xfrm>
          <a:prstGeom prst="rect">
            <a:avLst/>
          </a:prstGeom>
          <a:noFill/>
          <a:ln>
            <a:noFill/>
          </a:ln>
        </p:spPr>
      </p:pic>
      <p:sp>
        <p:nvSpPr>
          <p:cNvPr id="2590" name="Google Shape;2590;p52"/>
          <p:cNvSpPr/>
          <p:nvPr/>
        </p:nvSpPr>
        <p:spPr>
          <a:xfrm>
            <a:off x="439325" y="355925"/>
            <a:ext cx="8289300" cy="4403100"/>
          </a:xfrm>
          <a:prstGeom prst="roundRect">
            <a:avLst>
              <a:gd name="adj" fmla="val 661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1" name="Google Shape;2591;p5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592" name="Google Shape;2592;p52"/>
          <p:cNvGrpSpPr/>
          <p:nvPr/>
        </p:nvGrpSpPr>
        <p:grpSpPr>
          <a:xfrm flipH="1">
            <a:off x="197839" y="3946"/>
            <a:ext cx="8867718" cy="5139556"/>
            <a:chOff x="211912" y="3946"/>
            <a:chExt cx="8867718" cy="5139556"/>
          </a:xfrm>
        </p:grpSpPr>
        <p:grpSp>
          <p:nvGrpSpPr>
            <p:cNvPr id="2593" name="Google Shape;2593;p52"/>
            <p:cNvGrpSpPr/>
            <p:nvPr/>
          </p:nvGrpSpPr>
          <p:grpSpPr>
            <a:xfrm>
              <a:off x="291412" y="117200"/>
              <a:ext cx="167400" cy="167400"/>
              <a:chOff x="3216925" y="225750"/>
              <a:chExt cx="167400" cy="167400"/>
            </a:xfrm>
          </p:grpSpPr>
          <p:cxnSp>
            <p:nvCxnSpPr>
              <p:cNvPr id="2594" name="Google Shape;2594;p52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5" name="Google Shape;2595;p52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596" name="Google Shape;2596;p52"/>
            <p:cNvGrpSpPr/>
            <p:nvPr/>
          </p:nvGrpSpPr>
          <p:grpSpPr>
            <a:xfrm>
              <a:off x="4563212" y="107212"/>
              <a:ext cx="167400" cy="167400"/>
              <a:chOff x="3216925" y="225750"/>
              <a:chExt cx="167400" cy="167400"/>
            </a:xfrm>
          </p:grpSpPr>
          <p:cxnSp>
            <p:nvCxnSpPr>
              <p:cNvPr id="2597" name="Google Shape;2597;p52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8" name="Google Shape;2598;p52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599" name="Google Shape;2599;p52"/>
            <p:cNvSpPr/>
            <p:nvPr/>
          </p:nvSpPr>
          <p:spPr>
            <a:xfrm>
              <a:off x="364312" y="792167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52"/>
            <p:cNvSpPr/>
            <p:nvPr/>
          </p:nvSpPr>
          <p:spPr>
            <a:xfrm>
              <a:off x="211912" y="3306767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52"/>
            <p:cNvSpPr/>
            <p:nvPr/>
          </p:nvSpPr>
          <p:spPr>
            <a:xfrm>
              <a:off x="364312" y="4449767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52"/>
            <p:cNvSpPr/>
            <p:nvPr/>
          </p:nvSpPr>
          <p:spPr>
            <a:xfrm>
              <a:off x="2955112" y="182567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52"/>
            <p:cNvSpPr/>
            <p:nvPr/>
          </p:nvSpPr>
          <p:spPr>
            <a:xfrm>
              <a:off x="4174312" y="106367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52"/>
            <p:cNvSpPr/>
            <p:nvPr/>
          </p:nvSpPr>
          <p:spPr>
            <a:xfrm>
              <a:off x="5317312" y="258767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52"/>
            <p:cNvSpPr/>
            <p:nvPr/>
          </p:nvSpPr>
          <p:spPr>
            <a:xfrm>
              <a:off x="6079312" y="182567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06" name="Google Shape;2606;p52"/>
            <p:cNvGrpSpPr/>
            <p:nvPr/>
          </p:nvGrpSpPr>
          <p:grpSpPr>
            <a:xfrm>
              <a:off x="8881724" y="107225"/>
              <a:ext cx="167400" cy="167400"/>
              <a:chOff x="3216925" y="225750"/>
              <a:chExt cx="167400" cy="167400"/>
            </a:xfrm>
          </p:grpSpPr>
          <p:cxnSp>
            <p:nvCxnSpPr>
              <p:cNvPr id="2607" name="Google Shape;2607;p52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8" name="Google Shape;2608;p52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609" name="Google Shape;2609;p52"/>
            <p:cNvSpPr/>
            <p:nvPr/>
          </p:nvSpPr>
          <p:spPr>
            <a:xfrm>
              <a:off x="7984312" y="182567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52"/>
            <p:cNvSpPr/>
            <p:nvPr/>
          </p:nvSpPr>
          <p:spPr>
            <a:xfrm>
              <a:off x="8974912" y="792167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52"/>
            <p:cNvSpPr/>
            <p:nvPr/>
          </p:nvSpPr>
          <p:spPr>
            <a:xfrm>
              <a:off x="8898712" y="3992567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52"/>
            <p:cNvSpPr/>
            <p:nvPr/>
          </p:nvSpPr>
          <p:spPr>
            <a:xfrm>
              <a:off x="8289112" y="4906967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52"/>
            <p:cNvSpPr/>
            <p:nvPr/>
          </p:nvSpPr>
          <p:spPr>
            <a:xfrm>
              <a:off x="6003112" y="4983167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52"/>
            <p:cNvSpPr/>
            <p:nvPr/>
          </p:nvSpPr>
          <p:spPr>
            <a:xfrm>
              <a:off x="4250512" y="4983167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52"/>
            <p:cNvSpPr/>
            <p:nvPr/>
          </p:nvSpPr>
          <p:spPr>
            <a:xfrm>
              <a:off x="2040712" y="4906967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52"/>
            <p:cNvSpPr/>
            <p:nvPr/>
          </p:nvSpPr>
          <p:spPr>
            <a:xfrm>
              <a:off x="7103512" y="4983167"/>
              <a:ext cx="21600" cy="21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17" name="Google Shape;2617;p52"/>
            <p:cNvGrpSpPr/>
            <p:nvPr/>
          </p:nvGrpSpPr>
          <p:grpSpPr>
            <a:xfrm>
              <a:off x="291412" y="4869675"/>
              <a:ext cx="167400" cy="167400"/>
              <a:chOff x="3216925" y="225750"/>
              <a:chExt cx="167400" cy="167400"/>
            </a:xfrm>
          </p:grpSpPr>
          <p:cxnSp>
            <p:nvCxnSpPr>
              <p:cNvPr id="2618" name="Google Shape;2618;p52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9" name="Google Shape;2619;p52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20" name="Google Shape;2620;p52"/>
            <p:cNvGrpSpPr/>
            <p:nvPr/>
          </p:nvGrpSpPr>
          <p:grpSpPr>
            <a:xfrm>
              <a:off x="4563212" y="4859687"/>
              <a:ext cx="167400" cy="167400"/>
              <a:chOff x="3216925" y="225750"/>
              <a:chExt cx="167400" cy="167400"/>
            </a:xfrm>
          </p:grpSpPr>
          <p:cxnSp>
            <p:nvCxnSpPr>
              <p:cNvPr id="2621" name="Google Shape;2621;p52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2" name="Google Shape;2622;p52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23" name="Google Shape;2623;p52"/>
            <p:cNvGrpSpPr/>
            <p:nvPr/>
          </p:nvGrpSpPr>
          <p:grpSpPr>
            <a:xfrm>
              <a:off x="8881724" y="4859700"/>
              <a:ext cx="167400" cy="167400"/>
              <a:chOff x="3216925" y="225750"/>
              <a:chExt cx="167400" cy="167400"/>
            </a:xfrm>
          </p:grpSpPr>
          <p:cxnSp>
            <p:nvCxnSpPr>
              <p:cNvPr id="2624" name="Google Shape;2624;p52"/>
              <p:cNvCxnSpPr/>
              <p:nvPr/>
            </p:nvCxnSpPr>
            <p:spPr>
              <a:xfrm>
                <a:off x="3300613" y="225750"/>
                <a:ext cx="0" cy="167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5" name="Google Shape;2625;p52"/>
              <p:cNvCxnSpPr/>
              <p:nvPr/>
            </p:nvCxnSpPr>
            <p:spPr>
              <a:xfrm rot="10800000">
                <a:off x="3216925" y="309377"/>
                <a:ext cx="167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26" name="Google Shape;2626;p52"/>
            <p:cNvGrpSpPr/>
            <p:nvPr/>
          </p:nvGrpSpPr>
          <p:grpSpPr>
            <a:xfrm rot="10800000">
              <a:off x="8842655" y="4358448"/>
              <a:ext cx="236975" cy="250650"/>
              <a:chOff x="238125" y="3398475"/>
              <a:chExt cx="236975" cy="250650"/>
            </a:xfrm>
          </p:grpSpPr>
          <p:sp>
            <p:nvSpPr>
              <p:cNvPr id="2627" name="Google Shape;2627;p52"/>
              <p:cNvSpPr/>
              <p:nvPr/>
            </p:nvSpPr>
            <p:spPr>
              <a:xfrm>
                <a:off x="238125" y="3523250"/>
                <a:ext cx="131575" cy="125875"/>
              </a:xfrm>
              <a:custGeom>
                <a:avLst/>
                <a:gdLst/>
                <a:ahLst/>
                <a:cxnLst/>
                <a:rect l="l" t="t" r="r" b="b"/>
                <a:pathLst>
                  <a:path w="5263" h="5035" extrusionOk="0">
                    <a:moveTo>
                      <a:pt x="4310" y="1"/>
                    </a:moveTo>
                    <a:cubicBezTo>
                      <a:pt x="4291" y="6"/>
                      <a:pt x="4278" y="15"/>
                      <a:pt x="4263" y="20"/>
                    </a:cubicBezTo>
                    <a:cubicBezTo>
                      <a:pt x="2918" y="477"/>
                      <a:pt x="1957" y="1285"/>
                      <a:pt x="1289" y="2069"/>
                    </a:cubicBezTo>
                    <a:cubicBezTo>
                      <a:pt x="355" y="3158"/>
                      <a:pt x="0" y="4203"/>
                      <a:pt x="0" y="4203"/>
                    </a:cubicBezTo>
                    <a:lnTo>
                      <a:pt x="1569" y="5035"/>
                    </a:lnTo>
                    <a:cubicBezTo>
                      <a:pt x="1569" y="5035"/>
                      <a:pt x="1994" y="4203"/>
                      <a:pt x="2821" y="3060"/>
                    </a:cubicBezTo>
                    <a:cubicBezTo>
                      <a:pt x="2858" y="3009"/>
                      <a:pt x="2895" y="2962"/>
                      <a:pt x="2933" y="2914"/>
                    </a:cubicBezTo>
                    <a:cubicBezTo>
                      <a:pt x="3773" y="1878"/>
                      <a:pt x="5114" y="1491"/>
                      <a:pt x="5114" y="1491"/>
                    </a:cubicBezTo>
                    <a:cubicBezTo>
                      <a:pt x="5263" y="324"/>
                      <a:pt x="4310" y="1"/>
                      <a:pt x="43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Google Shape;2628;p52"/>
              <p:cNvSpPr/>
              <p:nvPr/>
            </p:nvSpPr>
            <p:spPr>
              <a:xfrm>
                <a:off x="238125" y="3574975"/>
                <a:ext cx="73325" cy="74150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2966" extrusionOk="0">
                    <a:moveTo>
                      <a:pt x="1289" y="0"/>
                    </a:moveTo>
                    <a:cubicBezTo>
                      <a:pt x="355" y="1089"/>
                      <a:pt x="0" y="2134"/>
                      <a:pt x="0" y="2134"/>
                    </a:cubicBezTo>
                    <a:lnTo>
                      <a:pt x="1569" y="2966"/>
                    </a:lnTo>
                    <a:cubicBezTo>
                      <a:pt x="1569" y="2966"/>
                      <a:pt x="1994" y="2134"/>
                      <a:pt x="2821" y="991"/>
                    </a:cubicBezTo>
                    <a:cubicBezTo>
                      <a:pt x="2858" y="940"/>
                      <a:pt x="2895" y="893"/>
                      <a:pt x="2933" y="845"/>
                    </a:cubicBezTo>
                    <a:cubicBezTo>
                      <a:pt x="2461" y="425"/>
                      <a:pt x="1901" y="173"/>
                      <a:pt x="12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Google Shape;2629;p52"/>
              <p:cNvSpPr/>
              <p:nvPr/>
            </p:nvSpPr>
            <p:spPr>
              <a:xfrm>
                <a:off x="344700" y="3523250"/>
                <a:ext cx="25000" cy="37300"/>
              </a:xfrm>
              <a:custGeom>
                <a:avLst/>
                <a:gdLst/>
                <a:ahLst/>
                <a:cxnLst/>
                <a:rect l="l" t="t" r="r" b="b"/>
                <a:pathLst>
                  <a:path w="1000" h="1492" extrusionOk="0">
                    <a:moveTo>
                      <a:pt x="47" y="1"/>
                    </a:moveTo>
                    <a:cubicBezTo>
                      <a:pt x="28" y="6"/>
                      <a:pt x="15" y="15"/>
                      <a:pt x="0" y="20"/>
                    </a:cubicBezTo>
                    <a:cubicBezTo>
                      <a:pt x="28" y="309"/>
                      <a:pt x="187" y="856"/>
                      <a:pt x="851" y="1491"/>
                    </a:cubicBezTo>
                    <a:cubicBezTo>
                      <a:pt x="1000" y="324"/>
                      <a:pt x="47" y="1"/>
                      <a:pt x="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Google Shape;2630;p52"/>
              <p:cNvSpPr/>
              <p:nvPr/>
            </p:nvSpPr>
            <p:spPr>
              <a:xfrm>
                <a:off x="362200" y="3398475"/>
                <a:ext cx="112900" cy="155500"/>
              </a:xfrm>
              <a:custGeom>
                <a:avLst/>
                <a:gdLst/>
                <a:ahLst/>
                <a:cxnLst/>
                <a:rect l="l" t="t" r="r" b="b"/>
                <a:pathLst>
                  <a:path w="4516" h="6220" extrusionOk="0">
                    <a:moveTo>
                      <a:pt x="2807" y="0"/>
                    </a:moveTo>
                    <a:lnTo>
                      <a:pt x="2807" y="0"/>
                    </a:lnTo>
                    <a:cubicBezTo>
                      <a:pt x="2761" y="5"/>
                      <a:pt x="2709" y="19"/>
                      <a:pt x="2662" y="33"/>
                    </a:cubicBezTo>
                    <a:cubicBezTo>
                      <a:pt x="2714" y="19"/>
                      <a:pt x="2761" y="10"/>
                      <a:pt x="2807" y="0"/>
                    </a:cubicBezTo>
                    <a:close/>
                    <a:moveTo>
                      <a:pt x="2662" y="33"/>
                    </a:moveTo>
                    <a:lnTo>
                      <a:pt x="2662" y="33"/>
                    </a:lnTo>
                    <a:cubicBezTo>
                      <a:pt x="2345" y="103"/>
                      <a:pt x="2032" y="196"/>
                      <a:pt x="1761" y="379"/>
                    </a:cubicBezTo>
                    <a:cubicBezTo>
                      <a:pt x="1383" y="631"/>
                      <a:pt x="1117" y="1041"/>
                      <a:pt x="1047" y="1485"/>
                    </a:cubicBezTo>
                    <a:cubicBezTo>
                      <a:pt x="977" y="1933"/>
                      <a:pt x="1098" y="2410"/>
                      <a:pt x="1378" y="2765"/>
                    </a:cubicBezTo>
                    <a:cubicBezTo>
                      <a:pt x="1584" y="3026"/>
                      <a:pt x="1869" y="3222"/>
                      <a:pt x="2069" y="3493"/>
                    </a:cubicBezTo>
                    <a:cubicBezTo>
                      <a:pt x="2265" y="3765"/>
                      <a:pt x="2358" y="4166"/>
                      <a:pt x="2144" y="4422"/>
                    </a:cubicBezTo>
                    <a:cubicBezTo>
                      <a:pt x="2000" y="4605"/>
                      <a:pt x="1748" y="4656"/>
                      <a:pt x="1513" y="4656"/>
                    </a:cubicBezTo>
                    <a:lnTo>
                      <a:pt x="1457" y="4656"/>
                    </a:lnTo>
                    <a:cubicBezTo>
                      <a:pt x="1271" y="4651"/>
                      <a:pt x="1089" y="4619"/>
                      <a:pt x="901" y="4619"/>
                    </a:cubicBezTo>
                    <a:cubicBezTo>
                      <a:pt x="836" y="4619"/>
                      <a:pt x="771" y="4623"/>
                      <a:pt x="705" y="4633"/>
                    </a:cubicBezTo>
                    <a:cubicBezTo>
                      <a:pt x="491" y="4670"/>
                      <a:pt x="285" y="4782"/>
                      <a:pt x="160" y="4959"/>
                    </a:cubicBezTo>
                    <a:cubicBezTo>
                      <a:pt x="33" y="5137"/>
                      <a:pt x="0" y="5380"/>
                      <a:pt x="95" y="5576"/>
                    </a:cubicBezTo>
                    <a:cubicBezTo>
                      <a:pt x="225" y="5403"/>
                      <a:pt x="463" y="5291"/>
                      <a:pt x="683" y="5291"/>
                    </a:cubicBezTo>
                    <a:cubicBezTo>
                      <a:pt x="771" y="5291"/>
                      <a:pt x="856" y="5310"/>
                      <a:pt x="929" y="5347"/>
                    </a:cubicBezTo>
                    <a:cubicBezTo>
                      <a:pt x="1201" y="5478"/>
                      <a:pt x="1411" y="5707"/>
                      <a:pt x="1658" y="5879"/>
                    </a:cubicBezTo>
                    <a:cubicBezTo>
                      <a:pt x="1972" y="6094"/>
                      <a:pt x="2349" y="6220"/>
                      <a:pt x="2733" y="6220"/>
                    </a:cubicBezTo>
                    <a:cubicBezTo>
                      <a:pt x="2826" y="6220"/>
                      <a:pt x="2919" y="6211"/>
                      <a:pt x="3013" y="6196"/>
                    </a:cubicBezTo>
                    <a:cubicBezTo>
                      <a:pt x="3485" y="6118"/>
                      <a:pt x="3918" y="5832"/>
                      <a:pt x="4161" y="5422"/>
                    </a:cubicBezTo>
                    <a:cubicBezTo>
                      <a:pt x="4516" y="4819"/>
                      <a:pt x="4409" y="4011"/>
                      <a:pt x="3998" y="3442"/>
                    </a:cubicBezTo>
                    <a:cubicBezTo>
                      <a:pt x="3787" y="3148"/>
                      <a:pt x="3498" y="2910"/>
                      <a:pt x="3171" y="2750"/>
                    </a:cubicBezTo>
                    <a:cubicBezTo>
                      <a:pt x="2891" y="2616"/>
                      <a:pt x="2582" y="2541"/>
                      <a:pt x="2321" y="2368"/>
                    </a:cubicBezTo>
                    <a:cubicBezTo>
                      <a:pt x="1888" y="2074"/>
                      <a:pt x="1658" y="1504"/>
                      <a:pt x="1770" y="995"/>
                    </a:cubicBezTo>
                    <a:cubicBezTo>
                      <a:pt x="1873" y="533"/>
                      <a:pt x="2214" y="159"/>
                      <a:pt x="2662" y="3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1" name="Google Shape;2631;p52"/>
            <p:cNvGrpSpPr/>
            <p:nvPr/>
          </p:nvGrpSpPr>
          <p:grpSpPr>
            <a:xfrm rot="-8446264">
              <a:off x="3307327" y="4846172"/>
              <a:ext cx="236967" cy="250642"/>
              <a:chOff x="238125" y="3398475"/>
              <a:chExt cx="236975" cy="250650"/>
            </a:xfrm>
          </p:grpSpPr>
          <p:sp>
            <p:nvSpPr>
              <p:cNvPr id="2632" name="Google Shape;2632;p52"/>
              <p:cNvSpPr/>
              <p:nvPr/>
            </p:nvSpPr>
            <p:spPr>
              <a:xfrm>
                <a:off x="238125" y="3523250"/>
                <a:ext cx="131575" cy="125875"/>
              </a:xfrm>
              <a:custGeom>
                <a:avLst/>
                <a:gdLst/>
                <a:ahLst/>
                <a:cxnLst/>
                <a:rect l="l" t="t" r="r" b="b"/>
                <a:pathLst>
                  <a:path w="5263" h="5035" extrusionOk="0">
                    <a:moveTo>
                      <a:pt x="4310" y="1"/>
                    </a:moveTo>
                    <a:cubicBezTo>
                      <a:pt x="4291" y="6"/>
                      <a:pt x="4278" y="15"/>
                      <a:pt x="4263" y="20"/>
                    </a:cubicBezTo>
                    <a:cubicBezTo>
                      <a:pt x="2918" y="477"/>
                      <a:pt x="1957" y="1285"/>
                      <a:pt x="1289" y="2069"/>
                    </a:cubicBezTo>
                    <a:cubicBezTo>
                      <a:pt x="355" y="3158"/>
                      <a:pt x="0" y="4203"/>
                      <a:pt x="0" y="4203"/>
                    </a:cubicBezTo>
                    <a:lnTo>
                      <a:pt x="1569" y="5035"/>
                    </a:lnTo>
                    <a:cubicBezTo>
                      <a:pt x="1569" y="5035"/>
                      <a:pt x="1994" y="4203"/>
                      <a:pt x="2821" y="3060"/>
                    </a:cubicBezTo>
                    <a:cubicBezTo>
                      <a:pt x="2858" y="3009"/>
                      <a:pt x="2895" y="2962"/>
                      <a:pt x="2933" y="2914"/>
                    </a:cubicBezTo>
                    <a:cubicBezTo>
                      <a:pt x="3773" y="1878"/>
                      <a:pt x="5114" y="1491"/>
                      <a:pt x="5114" y="1491"/>
                    </a:cubicBezTo>
                    <a:cubicBezTo>
                      <a:pt x="5263" y="324"/>
                      <a:pt x="4310" y="1"/>
                      <a:pt x="43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Google Shape;2633;p52"/>
              <p:cNvSpPr/>
              <p:nvPr/>
            </p:nvSpPr>
            <p:spPr>
              <a:xfrm>
                <a:off x="238125" y="3574975"/>
                <a:ext cx="73325" cy="74150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2966" extrusionOk="0">
                    <a:moveTo>
                      <a:pt x="1289" y="0"/>
                    </a:moveTo>
                    <a:cubicBezTo>
                      <a:pt x="355" y="1089"/>
                      <a:pt x="0" y="2134"/>
                      <a:pt x="0" y="2134"/>
                    </a:cubicBezTo>
                    <a:lnTo>
                      <a:pt x="1569" y="2966"/>
                    </a:lnTo>
                    <a:cubicBezTo>
                      <a:pt x="1569" y="2966"/>
                      <a:pt x="1994" y="2134"/>
                      <a:pt x="2821" y="991"/>
                    </a:cubicBezTo>
                    <a:cubicBezTo>
                      <a:pt x="2858" y="940"/>
                      <a:pt x="2895" y="893"/>
                      <a:pt x="2933" y="845"/>
                    </a:cubicBezTo>
                    <a:cubicBezTo>
                      <a:pt x="2461" y="425"/>
                      <a:pt x="1901" y="173"/>
                      <a:pt x="128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Google Shape;2634;p52"/>
              <p:cNvSpPr/>
              <p:nvPr/>
            </p:nvSpPr>
            <p:spPr>
              <a:xfrm>
                <a:off x="344700" y="3523250"/>
                <a:ext cx="25000" cy="37300"/>
              </a:xfrm>
              <a:custGeom>
                <a:avLst/>
                <a:gdLst/>
                <a:ahLst/>
                <a:cxnLst/>
                <a:rect l="l" t="t" r="r" b="b"/>
                <a:pathLst>
                  <a:path w="1000" h="1492" extrusionOk="0">
                    <a:moveTo>
                      <a:pt x="47" y="1"/>
                    </a:moveTo>
                    <a:cubicBezTo>
                      <a:pt x="28" y="6"/>
                      <a:pt x="15" y="15"/>
                      <a:pt x="0" y="20"/>
                    </a:cubicBezTo>
                    <a:cubicBezTo>
                      <a:pt x="28" y="309"/>
                      <a:pt x="187" y="856"/>
                      <a:pt x="851" y="1491"/>
                    </a:cubicBezTo>
                    <a:cubicBezTo>
                      <a:pt x="1000" y="324"/>
                      <a:pt x="47" y="1"/>
                      <a:pt x="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Google Shape;2635;p52"/>
              <p:cNvSpPr/>
              <p:nvPr/>
            </p:nvSpPr>
            <p:spPr>
              <a:xfrm>
                <a:off x="362200" y="3398475"/>
                <a:ext cx="112900" cy="155500"/>
              </a:xfrm>
              <a:custGeom>
                <a:avLst/>
                <a:gdLst/>
                <a:ahLst/>
                <a:cxnLst/>
                <a:rect l="l" t="t" r="r" b="b"/>
                <a:pathLst>
                  <a:path w="4516" h="6220" extrusionOk="0">
                    <a:moveTo>
                      <a:pt x="2807" y="0"/>
                    </a:moveTo>
                    <a:lnTo>
                      <a:pt x="2807" y="0"/>
                    </a:lnTo>
                    <a:cubicBezTo>
                      <a:pt x="2761" y="5"/>
                      <a:pt x="2709" y="19"/>
                      <a:pt x="2662" y="33"/>
                    </a:cubicBezTo>
                    <a:cubicBezTo>
                      <a:pt x="2714" y="19"/>
                      <a:pt x="2761" y="10"/>
                      <a:pt x="2807" y="0"/>
                    </a:cubicBezTo>
                    <a:close/>
                    <a:moveTo>
                      <a:pt x="2662" y="33"/>
                    </a:moveTo>
                    <a:lnTo>
                      <a:pt x="2662" y="33"/>
                    </a:lnTo>
                    <a:cubicBezTo>
                      <a:pt x="2345" y="103"/>
                      <a:pt x="2032" y="196"/>
                      <a:pt x="1761" y="379"/>
                    </a:cubicBezTo>
                    <a:cubicBezTo>
                      <a:pt x="1383" y="631"/>
                      <a:pt x="1117" y="1041"/>
                      <a:pt x="1047" y="1485"/>
                    </a:cubicBezTo>
                    <a:cubicBezTo>
                      <a:pt x="977" y="1933"/>
                      <a:pt x="1098" y="2410"/>
                      <a:pt x="1378" y="2765"/>
                    </a:cubicBezTo>
                    <a:cubicBezTo>
                      <a:pt x="1584" y="3026"/>
                      <a:pt x="1869" y="3222"/>
                      <a:pt x="2069" y="3493"/>
                    </a:cubicBezTo>
                    <a:cubicBezTo>
                      <a:pt x="2265" y="3765"/>
                      <a:pt x="2358" y="4166"/>
                      <a:pt x="2144" y="4422"/>
                    </a:cubicBezTo>
                    <a:cubicBezTo>
                      <a:pt x="2000" y="4605"/>
                      <a:pt x="1748" y="4656"/>
                      <a:pt x="1513" y="4656"/>
                    </a:cubicBezTo>
                    <a:lnTo>
                      <a:pt x="1457" y="4656"/>
                    </a:lnTo>
                    <a:cubicBezTo>
                      <a:pt x="1271" y="4651"/>
                      <a:pt x="1089" y="4619"/>
                      <a:pt x="901" y="4619"/>
                    </a:cubicBezTo>
                    <a:cubicBezTo>
                      <a:pt x="836" y="4619"/>
                      <a:pt x="771" y="4623"/>
                      <a:pt x="705" y="4633"/>
                    </a:cubicBezTo>
                    <a:cubicBezTo>
                      <a:pt x="491" y="4670"/>
                      <a:pt x="285" y="4782"/>
                      <a:pt x="160" y="4959"/>
                    </a:cubicBezTo>
                    <a:cubicBezTo>
                      <a:pt x="33" y="5137"/>
                      <a:pt x="0" y="5380"/>
                      <a:pt x="95" y="5576"/>
                    </a:cubicBezTo>
                    <a:cubicBezTo>
                      <a:pt x="225" y="5403"/>
                      <a:pt x="463" y="5291"/>
                      <a:pt x="683" y="5291"/>
                    </a:cubicBezTo>
                    <a:cubicBezTo>
                      <a:pt x="771" y="5291"/>
                      <a:pt x="856" y="5310"/>
                      <a:pt x="929" y="5347"/>
                    </a:cubicBezTo>
                    <a:cubicBezTo>
                      <a:pt x="1201" y="5478"/>
                      <a:pt x="1411" y="5707"/>
                      <a:pt x="1658" y="5879"/>
                    </a:cubicBezTo>
                    <a:cubicBezTo>
                      <a:pt x="1972" y="6094"/>
                      <a:pt x="2349" y="6220"/>
                      <a:pt x="2733" y="6220"/>
                    </a:cubicBezTo>
                    <a:cubicBezTo>
                      <a:pt x="2826" y="6220"/>
                      <a:pt x="2919" y="6211"/>
                      <a:pt x="3013" y="6196"/>
                    </a:cubicBezTo>
                    <a:cubicBezTo>
                      <a:pt x="3485" y="6118"/>
                      <a:pt x="3918" y="5832"/>
                      <a:pt x="4161" y="5422"/>
                    </a:cubicBezTo>
                    <a:cubicBezTo>
                      <a:pt x="4516" y="4819"/>
                      <a:pt x="4409" y="4011"/>
                      <a:pt x="3998" y="3442"/>
                    </a:cubicBezTo>
                    <a:cubicBezTo>
                      <a:pt x="3787" y="3148"/>
                      <a:pt x="3498" y="2910"/>
                      <a:pt x="3171" y="2750"/>
                    </a:cubicBezTo>
                    <a:cubicBezTo>
                      <a:pt x="2891" y="2616"/>
                      <a:pt x="2582" y="2541"/>
                      <a:pt x="2321" y="2368"/>
                    </a:cubicBezTo>
                    <a:cubicBezTo>
                      <a:pt x="1888" y="2074"/>
                      <a:pt x="1658" y="1504"/>
                      <a:pt x="1770" y="995"/>
                    </a:cubicBezTo>
                    <a:cubicBezTo>
                      <a:pt x="1873" y="533"/>
                      <a:pt x="2214" y="159"/>
                      <a:pt x="2662" y="3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6" name="Google Shape;2636;p52"/>
            <p:cNvGrpSpPr/>
            <p:nvPr/>
          </p:nvGrpSpPr>
          <p:grpSpPr>
            <a:xfrm rot="4307710">
              <a:off x="1152857" y="67888"/>
              <a:ext cx="236964" cy="250638"/>
              <a:chOff x="238125" y="3398475"/>
              <a:chExt cx="236975" cy="250650"/>
            </a:xfrm>
          </p:grpSpPr>
          <p:sp>
            <p:nvSpPr>
              <p:cNvPr id="2637" name="Google Shape;2637;p52"/>
              <p:cNvSpPr/>
              <p:nvPr/>
            </p:nvSpPr>
            <p:spPr>
              <a:xfrm>
                <a:off x="238125" y="3523250"/>
                <a:ext cx="131575" cy="125875"/>
              </a:xfrm>
              <a:custGeom>
                <a:avLst/>
                <a:gdLst/>
                <a:ahLst/>
                <a:cxnLst/>
                <a:rect l="l" t="t" r="r" b="b"/>
                <a:pathLst>
                  <a:path w="5263" h="5035" extrusionOk="0">
                    <a:moveTo>
                      <a:pt x="4310" y="1"/>
                    </a:moveTo>
                    <a:cubicBezTo>
                      <a:pt x="4291" y="6"/>
                      <a:pt x="4278" y="15"/>
                      <a:pt x="4263" y="20"/>
                    </a:cubicBezTo>
                    <a:cubicBezTo>
                      <a:pt x="2918" y="477"/>
                      <a:pt x="1957" y="1285"/>
                      <a:pt x="1289" y="2069"/>
                    </a:cubicBezTo>
                    <a:cubicBezTo>
                      <a:pt x="355" y="3158"/>
                      <a:pt x="0" y="4203"/>
                      <a:pt x="0" y="4203"/>
                    </a:cubicBezTo>
                    <a:lnTo>
                      <a:pt x="1569" y="5035"/>
                    </a:lnTo>
                    <a:cubicBezTo>
                      <a:pt x="1569" y="5035"/>
                      <a:pt x="1994" y="4203"/>
                      <a:pt x="2821" y="3060"/>
                    </a:cubicBezTo>
                    <a:cubicBezTo>
                      <a:pt x="2858" y="3009"/>
                      <a:pt x="2895" y="2962"/>
                      <a:pt x="2933" y="2914"/>
                    </a:cubicBezTo>
                    <a:cubicBezTo>
                      <a:pt x="3773" y="1878"/>
                      <a:pt x="5114" y="1491"/>
                      <a:pt x="5114" y="1491"/>
                    </a:cubicBezTo>
                    <a:cubicBezTo>
                      <a:pt x="5263" y="324"/>
                      <a:pt x="4310" y="1"/>
                      <a:pt x="43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Google Shape;2638;p52"/>
              <p:cNvSpPr/>
              <p:nvPr/>
            </p:nvSpPr>
            <p:spPr>
              <a:xfrm>
                <a:off x="238125" y="3574975"/>
                <a:ext cx="73325" cy="74150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2966" extrusionOk="0">
                    <a:moveTo>
                      <a:pt x="1289" y="0"/>
                    </a:moveTo>
                    <a:cubicBezTo>
                      <a:pt x="355" y="1089"/>
                      <a:pt x="0" y="2134"/>
                      <a:pt x="0" y="2134"/>
                    </a:cubicBezTo>
                    <a:lnTo>
                      <a:pt x="1569" y="2966"/>
                    </a:lnTo>
                    <a:cubicBezTo>
                      <a:pt x="1569" y="2966"/>
                      <a:pt x="1994" y="2134"/>
                      <a:pt x="2821" y="991"/>
                    </a:cubicBezTo>
                    <a:cubicBezTo>
                      <a:pt x="2858" y="940"/>
                      <a:pt x="2895" y="893"/>
                      <a:pt x="2933" y="845"/>
                    </a:cubicBezTo>
                    <a:cubicBezTo>
                      <a:pt x="2461" y="425"/>
                      <a:pt x="1901" y="173"/>
                      <a:pt x="128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Google Shape;2639;p52"/>
              <p:cNvSpPr/>
              <p:nvPr/>
            </p:nvSpPr>
            <p:spPr>
              <a:xfrm>
                <a:off x="344700" y="3523250"/>
                <a:ext cx="25000" cy="37300"/>
              </a:xfrm>
              <a:custGeom>
                <a:avLst/>
                <a:gdLst/>
                <a:ahLst/>
                <a:cxnLst/>
                <a:rect l="l" t="t" r="r" b="b"/>
                <a:pathLst>
                  <a:path w="1000" h="1492" extrusionOk="0">
                    <a:moveTo>
                      <a:pt x="47" y="1"/>
                    </a:moveTo>
                    <a:cubicBezTo>
                      <a:pt x="28" y="6"/>
                      <a:pt x="15" y="15"/>
                      <a:pt x="0" y="20"/>
                    </a:cubicBezTo>
                    <a:cubicBezTo>
                      <a:pt x="28" y="309"/>
                      <a:pt x="187" y="856"/>
                      <a:pt x="851" y="1491"/>
                    </a:cubicBezTo>
                    <a:cubicBezTo>
                      <a:pt x="1000" y="324"/>
                      <a:pt x="47" y="1"/>
                      <a:pt x="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Google Shape;2640;p52"/>
              <p:cNvSpPr/>
              <p:nvPr/>
            </p:nvSpPr>
            <p:spPr>
              <a:xfrm>
                <a:off x="362200" y="3398475"/>
                <a:ext cx="112900" cy="155500"/>
              </a:xfrm>
              <a:custGeom>
                <a:avLst/>
                <a:gdLst/>
                <a:ahLst/>
                <a:cxnLst/>
                <a:rect l="l" t="t" r="r" b="b"/>
                <a:pathLst>
                  <a:path w="4516" h="6220" extrusionOk="0">
                    <a:moveTo>
                      <a:pt x="2807" y="0"/>
                    </a:moveTo>
                    <a:lnTo>
                      <a:pt x="2807" y="0"/>
                    </a:lnTo>
                    <a:cubicBezTo>
                      <a:pt x="2761" y="5"/>
                      <a:pt x="2709" y="19"/>
                      <a:pt x="2662" y="33"/>
                    </a:cubicBezTo>
                    <a:cubicBezTo>
                      <a:pt x="2714" y="19"/>
                      <a:pt x="2761" y="10"/>
                      <a:pt x="2807" y="0"/>
                    </a:cubicBezTo>
                    <a:close/>
                    <a:moveTo>
                      <a:pt x="2662" y="33"/>
                    </a:moveTo>
                    <a:lnTo>
                      <a:pt x="2662" y="33"/>
                    </a:lnTo>
                    <a:cubicBezTo>
                      <a:pt x="2345" y="103"/>
                      <a:pt x="2032" y="196"/>
                      <a:pt x="1761" y="379"/>
                    </a:cubicBezTo>
                    <a:cubicBezTo>
                      <a:pt x="1383" y="631"/>
                      <a:pt x="1117" y="1041"/>
                      <a:pt x="1047" y="1485"/>
                    </a:cubicBezTo>
                    <a:cubicBezTo>
                      <a:pt x="977" y="1933"/>
                      <a:pt x="1098" y="2410"/>
                      <a:pt x="1378" y="2765"/>
                    </a:cubicBezTo>
                    <a:cubicBezTo>
                      <a:pt x="1584" y="3026"/>
                      <a:pt x="1869" y="3222"/>
                      <a:pt x="2069" y="3493"/>
                    </a:cubicBezTo>
                    <a:cubicBezTo>
                      <a:pt x="2265" y="3765"/>
                      <a:pt x="2358" y="4166"/>
                      <a:pt x="2144" y="4422"/>
                    </a:cubicBezTo>
                    <a:cubicBezTo>
                      <a:pt x="2000" y="4605"/>
                      <a:pt x="1748" y="4656"/>
                      <a:pt x="1513" y="4656"/>
                    </a:cubicBezTo>
                    <a:lnTo>
                      <a:pt x="1457" y="4656"/>
                    </a:lnTo>
                    <a:cubicBezTo>
                      <a:pt x="1271" y="4651"/>
                      <a:pt x="1089" y="4619"/>
                      <a:pt x="901" y="4619"/>
                    </a:cubicBezTo>
                    <a:cubicBezTo>
                      <a:pt x="836" y="4619"/>
                      <a:pt x="771" y="4623"/>
                      <a:pt x="705" y="4633"/>
                    </a:cubicBezTo>
                    <a:cubicBezTo>
                      <a:pt x="491" y="4670"/>
                      <a:pt x="285" y="4782"/>
                      <a:pt x="160" y="4959"/>
                    </a:cubicBezTo>
                    <a:cubicBezTo>
                      <a:pt x="33" y="5137"/>
                      <a:pt x="0" y="5380"/>
                      <a:pt x="95" y="5576"/>
                    </a:cubicBezTo>
                    <a:cubicBezTo>
                      <a:pt x="225" y="5403"/>
                      <a:pt x="463" y="5291"/>
                      <a:pt x="683" y="5291"/>
                    </a:cubicBezTo>
                    <a:cubicBezTo>
                      <a:pt x="771" y="5291"/>
                      <a:pt x="856" y="5310"/>
                      <a:pt x="929" y="5347"/>
                    </a:cubicBezTo>
                    <a:cubicBezTo>
                      <a:pt x="1201" y="5478"/>
                      <a:pt x="1411" y="5707"/>
                      <a:pt x="1658" y="5879"/>
                    </a:cubicBezTo>
                    <a:cubicBezTo>
                      <a:pt x="1972" y="6094"/>
                      <a:pt x="2349" y="6220"/>
                      <a:pt x="2733" y="6220"/>
                    </a:cubicBezTo>
                    <a:cubicBezTo>
                      <a:pt x="2826" y="6220"/>
                      <a:pt x="2919" y="6211"/>
                      <a:pt x="3013" y="6196"/>
                    </a:cubicBezTo>
                    <a:cubicBezTo>
                      <a:pt x="3485" y="6118"/>
                      <a:pt x="3918" y="5832"/>
                      <a:pt x="4161" y="5422"/>
                    </a:cubicBezTo>
                    <a:cubicBezTo>
                      <a:pt x="4516" y="4819"/>
                      <a:pt x="4409" y="4011"/>
                      <a:pt x="3998" y="3442"/>
                    </a:cubicBezTo>
                    <a:cubicBezTo>
                      <a:pt x="3787" y="3148"/>
                      <a:pt x="3498" y="2910"/>
                      <a:pt x="3171" y="2750"/>
                    </a:cubicBezTo>
                    <a:cubicBezTo>
                      <a:pt x="2891" y="2616"/>
                      <a:pt x="2582" y="2541"/>
                      <a:pt x="2321" y="2368"/>
                    </a:cubicBezTo>
                    <a:cubicBezTo>
                      <a:pt x="1888" y="2074"/>
                      <a:pt x="1658" y="1504"/>
                      <a:pt x="1770" y="995"/>
                    </a:cubicBezTo>
                    <a:cubicBezTo>
                      <a:pt x="1873" y="533"/>
                      <a:pt x="2214" y="159"/>
                      <a:pt x="2662" y="3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41" name="Google Shape;2641;p52"/>
            <p:cNvGrpSpPr/>
            <p:nvPr/>
          </p:nvGrpSpPr>
          <p:grpSpPr>
            <a:xfrm rot="2700000">
              <a:off x="6924125" y="51022"/>
              <a:ext cx="236973" cy="250648"/>
              <a:chOff x="238125" y="3398475"/>
              <a:chExt cx="236975" cy="250650"/>
            </a:xfrm>
          </p:grpSpPr>
          <p:sp>
            <p:nvSpPr>
              <p:cNvPr id="2642" name="Google Shape;2642;p52"/>
              <p:cNvSpPr/>
              <p:nvPr/>
            </p:nvSpPr>
            <p:spPr>
              <a:xfrm>
                <a:off x="238125" y="3523250"/>
                <a:ext cx="131575" cy="125875"/>
              </a:xfrm>
              <a:custGeom>
                <a:avLst/>
                <a:gdLst/>
                <a:ahLst/>
                <a:cxnLst/>
                <a:rect l="l" t="t" r="r" b="b"/>
                <a:pathLst>
                  <a:path w="5263" h="5035" extrusionOk="0">
                    <a:moveTo>
                      <a:pt x="4310" y="1"/>
                    </a:moveTo>
                    <a:cubicBezTo>
                      <a:pt x="4291" y="6"/>
                      <a:pt x="4278" y="15"/>
                      <a:pt x="4263" y="20"/>
                    </a:cubicBezTo>
                    <a:cubicBezTo>
                      <a:pt x="2918" y="477"/>
                      <a:pt x="1957" y="1285"/>
                      <a:pt x="1289" y="2069"/>
                    </a:cubicBezTo>
                    <a:cubicBezTo>
                      <a:pt x="355" y="3158"/>
                      <a:pt x="0" y="4203"/>
                      <a:pt x="0" y="4203"/>
                    </a:cubicBezTo>
                    <a:lnTo>
                      <a:pt x="1569" y="5035"/>
                    </a:lnTo>
                    <a:cubicBezTo>
                      <a:pt x="1569" y="5035"/>
                      <a:pt x="1994" y="4203"/>
                      <a:pt x="2821" y="3060"/>
                    </a:cubicBezTo>
                    <a:cubicBezTo>
                      <a:pt x="2858" y="3009"/>
                      <a:pt x="2895" y="2962"/>
                      <a:pt x="2933" y="2914"/>
                    </a:cubicBezTo>
                    <a:cubicBezTo>
                      <a:pt x="3773" y="1878"/>
                      <a:pt x="5114" y="1491"/>
                      <a:pt x="5114" y="1491"/>
                    </a:cubicBezTo>
                    <a:cubicBezTo>
                      <a:pt x="5263" y="324"/>
                      <a:pt x="4310" y="1"/>
                      <a:pt x="43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Google Shape;2643;p52"/>
              <p:cNvSpPr/>
              <p:nvPr/>
            </p:nvSpPr>
            <p:spPr>
              <a:xfrm>
                <a:off x="238125" y="3574975"/>
                <a:ext cx="73325" cy="74150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2966" extrusionOk="0">
                    <a:moveTo>
                      <a:pt x="1289" y="0"/>
                    </a:moveTo>
                    <a:cubicBezTo>
                      <a:pt x="355" y="1089"/>
                      <a:pt x="0" y="2134"/>
                      <a:pt x="0" y="2134"/>
                    </a:cubicBezTo>
                    <a:lnTo>
                      <a:pt x="1569" y="2966"/>
                    </a:lnTo>
                    <a:cubicBezTo>
                      <a:pt x="1569" y="2966"/>
                      <a:pt x="1994" y="2134"/>
                      <a:pt x="2821" y="991"/>
                    </a:cubicBezTo>
                    <a:cubicBezTo>
                      <a:pt x="2858" y="940"/>
                      <a:pt x="2895" y="893"/>
                      <a:pt x="2933" y="845"/>
                    </a:cubicBezTo>
                    <a:cubicBezTo>
                      <a:pt x="2461" y="425"/>
                      <a:pt x="1901" y="173"/>
                      <a:pt x="128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Google Shape;2644;p52"/>
              <p:cNvSpPr/>
              <p:nvPr/>
            </p:nvSpPr>
            <p:spPr>
              <a:xfrm>
                <a:off x="344700" y="3523250"/>
                <a:ext cx="25000" cy="37300"/>
              </a:xfrm>
              <a:custGeom>
                <a:avLst/>
                <a:gdLst/>
                <a:ahLst/>
                <a:cxnLst/>
                <a:rect l="l" t="t" r="r" b="b"/>
                <a:pathLst>
                  <a:path w="1000" h="1492" extrusionOk="0">
                    <a:moveTo>
                      <a:pt x="47" y="1"/>
                    </a:moveTo>
                    <a:cubicBezTo>
                      <a:pt x="28" y="6"/>
                      <a:pt x="15" y="15"/>
                      <a:pt x="0" y="20"/>
                    </a:cubicBezTo>
                    <a:cubicBezTo>
                      <a:pt x="28" y="309"/>
                      <a:pt x="187" y="856"/>
                      <a:pt x="851" y="1491"/>
                    </a:cubicBezTo>
                    <a:cubicBezTo>
                      <a:pt x="1000" y="324"/>
                      <a:pt x="47" y="1"/>
                      <a:pt x="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Google Shape;2645;p52"/>
              <p:cNvSpPr/>
              <p:nvPr/>
            </p:nvSpPr>
            <p:spPr>
              <a:xfrm>
                <a:off x="362200" y="3398475"/>
                <a:ext cx="112900" cy="155500"/>
              </a:xfrm>
              <a:custGeom>
                <a:avLst/>
                <a:gdLst/>
                <a:ahLst/>
                <a:cxnLst/>
                <a:rect l="l" t="t" r="r" b="b"/>
                <a:pathLst>
                  <a:path w="4516" h="6220" extrusionOk="0">
                    <a:moveTo>
                      <a:pt x="2807" y="0"/>
                    </a:moveTo>
                    <a:lnTo>
                      <a:pt x="2807" y="0"/>
                    </a:lnTo>
                    <a:cubicBezTo>
                      <a:pt x="2761" y="5"/>
                      <a:pt x="2709" y="19"/>
                      <a:pt x="2662" y="33"/>
                    </a:cubicBezTo>
                    <a:cubicBezTo>
                      <a:pt x="2714" y="19"/>
                      <a:pt x="2761" y="10"/>
                      <a:pt x="2807" y="0"/>
                    </a:cubicBezTo>
                    <a:close/>
                    <a:moveTo>
                      <a:pt x="2662" y="33"/>
                    </a:moveTo>
                    <a:lnTo>
                      <a:pt x="2662" y="33"/>
                    </a:lnTo>
                    <a:cubicBezTo>
                      <a:pt x="2345" y="103"/>
                      <a:pt x="2032" y="196"/>
                      <a:pt x="1761" y="379"/>
                    </a:cubicBezTo>
                    <a:cubicBezTo>
                      <a:pt x="1383" y="631"/>
                      <a:pt x="1117" y="1041"/>
                      <a:pt x="1047" y="1485"/>
                    </a:cubicBezTo>
                    <a:cubicBezTo>
                      <a:pt x="977" y="1933"/>
                      <a:pt x="1098" y="2410"/>
                      <a:pt x="1378" y="2765"/>
                    </a:cubicBezTo>
                    <a:cubicBezTo>
                      <a:pt x="1584" y="3026"/>
                      <a:pt x="1869" y="3222"/>
                      <a:pt x="2069" y="3493"/>
                    </a:cubicBezTo>
                    <a:cubicBezTo>
                      <a:pt x="2265" y="3765"/>
                      <a:pt x="2358" y="4166"/>
                      <a:pt x="2144" y="4422"/>
                    </a:cubicBezTo>
                    <a:cubicBezTo>
                      <a:pt x="2000" y="4605"/>
                      <a:pt x="1748" y="4656"/>
                      <a:pt x="1513" y="4656"/>
                    </a:cubicBezTo>
                    <a:lnTo>
                      <a:pt x="1457" y="4656"/>
                    </a:lnTo>
                    <a:cubicBezTo>
                      <a:pt x="1271" y="4651"/>
                      <a:pt x="1089" y="4619"/>
                      <a:pt x="901" y="4619"/>
                    </a:cubicBezTo>
                    <a:cubicBezTo>
                      <a:pt x="836" y="4619"/>
                      <a:pt x="771" y="4623"/>
                      <a:pt x="705" y="4633"/>
                    </a:cubicBezTo>
                    <a:cubicBezTo>
                      <a:pt x="491" y="4670"/>
                      <a:pt x="285" y="4782"/>
                      <a:pt x="160" y="4959"/>
                    </a:cubicBezTo>
                    <a:cubicBezTo>
                      <a:pt x="33" y="5137"/>
                      <a:pt x="0" y="5380"/>
                      <a:pt x="95" y="5576"/>
                    </a:cubicBezTo>
                    <a:cubicBezTo>
                      <a:pt x="225" y="5403"/>
                      <a:pt x="463" y="5291"/>
                      <a:pt x="683" y="5291"/>
                    </a:cubicBezTo>
                    <a:cubicBezTo>
                      <a:pt x="771" y="5291"/>
                      <a:pt x="856" y="5310"/>
                      <a:pt x="929" y="5347"/>
                    </a:cubicBezTo>
                    <a:cubicBezTo>
                      <a:pt x="1201" y="5478"/>
                      <a:pt x="1411" y="5707"/>
                      <a:pt x="1658" y="5879"/>
                    </a:cubicBezTo>
                    <a:cubicBezTo>
                      <a:pt x="1972" y="6094"/>
                      <a:pt x="2349" y="6220"/>
                      <a:pt x="2733" y="6220"/>
                    </a:cubicBezTo>
                    <a:cubicBezTo>
                      <a:pt x="2826" y="6220"/>
                      <a:pt x="2919" y="6211"/>
                      <a:pt x="3013" y="6196"/>
                    </a:cubicBezTo>
                    <a:cubicBezTo>
                      <a:pt x="3485" y="6118"/>
                      <a:pt x="3918" y="5832"/>
                      <a:pt x="4161" y="5422"/>
                    </a:cubicBezTo>
                    <a:cubicBezTo>
                      <a:pt x="4516" y="4819"/>
                      <a:pt x="4409" y="4011"/>
                      <a:pt x="3998" y="3442"/>
                    </a:cubicBezTo>
                    <a:cubicBezTo>
                      <a:pt x="3787" y="3148"/>
                      <a:pt x="3498" y="2910"/>
                      <a:pt x="3171" y="2750"/>
                    </a:cubicBezTo>
                    <a:cubicBezTo>
                      <a:pt x="2891" y="2616"/>
                      <a:pt x="2582" y="2541"/>
                      <a:pt x="2321" y="2368"/>
                    </a:cubicBezTo>
                    <a:cubicBezTo>
                      <a:pt x="1888" y="2074"/>
                      <a:pt x="1658" y="1504"/>
                      <a:pt x="1770" y="995"/>
                    </a:cubicBezTo>
                    <a:cubicBezTo>
                      <a:pt x="1873" y="533"/>
                      <a:pt x="2214" y="159"/>
                      <a:pt x="2662" y="3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7555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35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35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35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35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35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35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35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35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35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8" r:id="rId4"/>
    <p:sldLayoutId id="2147483659" r:id="rId5"/>
    <p:sldLayoutId id="2147483668" r:id="rId6"/>
    <p:sldLayoutId id="2147483676" r:id="rId7"/>
    <p:sldLayoutId id="2147483679" r:id="rId8"/>
    <p:sldLayoutId id="2147483684" r:id="rId9"/>
    <p:sldLayoutId id="2147483693" r:id="rId10"/>
    <p:sldLayoutId id="2147483694" r:id="rId11"/>
    <p:sldLayoutId id="2147483697" r:id="rId12"/>
    <p:sldLayoutId id="2147483700" r:id="rId13"/>
    <p:sldLayoutId id="2147483701" r:id="rId14"/>
    <p:sldLayoutId id="2147483702" r:id="rId15"/>
    <p:sldLayoutId id="2147483703" r:id="rId16"/>
    <p:sldLayoutId id="2147483708" r:id="rId17"/>
    <p:sldLayoutId id="2147483709" r:id="rId18"/>
    <p:sldLayoutId id="2147483710" r:id="rId19"/>
    <p:sldLayoutId id="2147483711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EA4335"/>
          </p15:clr>
        </p15:guide>
        <p15:guide id="2" orient="horz" pos="1620">
          <p15:clr>
            <a:srgbClr val="EA4335"/>
          </p15:clr>
        </p15:guide>
        <p15:guide id="3" pos="454">
          <p15:clr>
            <a:srgbClr val="EA4335"/>
          </p15:clr>
        </p15:guide>
        <p15:guide id="4" pos="5306">
          <p15:clr>
            <a:srgbClr val="EA4335"/>
          </p15:clr>
        </p15:guide>
        <p15:guide id="5" orient="horz" pos="2900">
          <p15:clr>
            <a:srgbClr val="EA4335"/>
          </p15:clr>
        </p15:guide>
        <p15:guide id="6" orient="horz" pos="34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9" name="Google Shape;294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650" y="821200"/>
            <a:ext cx="2143799" cy="21469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50" name="Google Shape;2950;p63"/>
          <p:cNvGrpSpPr/>
          <p:nvPr/>
        </p:nvGrpSpPr>
        <p:grpSpPr>
          <a:xfrm>
            <a:off x="720003" y="1349752"/>
            <a:ext cx="2639320" cy="2415425"/>
            <a:chOff x="720003" y="1349752"/>
            <a:chExt cx="2639320" cy="2415425"/>
          </a:xfrm>
        </p:grpSpPr>
        <p:sp>
          <p:nvSpPr>
            <p:cNvPr id="2951" name="Google Shape;2951;p63"/>
            <p:cNvSpPr/>
            <p:nvPr/>
          </p:nvSpPr>
          <p:spPr>
            <a:xfrm>
              <a:off x="1530718" y="3735282"/>
              <a:ext cx="2638" cy="400"/>
            </a:xfrm>
            <a:custGeom>
              <a:avLst/>
              <a:gdLst/>
              <a:ahLst/>
              <a:cxnLst/>
              <a:rect l="l" t="t" r="r" b="b"/>
              <a:pathLst>
                <a:path w="33" h="5" extrusionOk="0">
                  <a:moveTo>
                    <a:pt x="5" y="0"/>
                  </a:moveTo>
                  <a:lnTo>
                    <a:pt x="0" y="5"/>
                  </a:lnTo>
                  <a:lnTo>
                    <a:pt x="5" y="0"/>
                  </a:lnTo>
                  <a:close/>
                  <a:moveTo>
                    <a:pt x="9" y="0"/>
                  </a:moveTo>
                  <a:lnTo>
                    <a:pt x="9" y="0"/>
                  </a:lnTo>
                  <a:lnTo>
                    <a:pt x="9" y="0"/>
                  </a:lnTo>
                  <a:close/>
                  <a:moveTo>
                    <a:pt x="24" y="0"/>
                  </a:moveTo>
                  <a:lnTo>
                    <a:pt x="18" y="0"/>
                  </a:lnTo>
                  <a:lnTo>
                    <a:pt x="24" y="0"/>
                  </a:lnTo>
                  <a:close/>
                  <a:moveTo>
                    <a:pt x="33" y="0"/>
                  </a:moveTo>
                  <a:lnTo>
                    <a:pt x="33" y="0"/>
                  </a:lnTo>
                  <a:close/>
                </a:path>
              </a:pathLst>
            </a:custGeom>
            <a:solidFill>
              <a:srgbClr val="F870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63"/>
            <p:cNvSpPr/>
            <p:nvPr/>
          </p:nvSpPr>
          <p:spPr>
            <a:xfrm>
              <a:off x="1854300" y="2487001"/>
              <a:ext cx="80" cy="349156"/>
            </a:xfrm>
            <a:custGeom>
              <a:avLst/>
              <a:gdLst/>
              <a:ahLst/>
              <a:cxnLst/>
              <a:rect l="l" t="t" r="r" b="b"/>
              <a:pathLst>
                <a:path w="1" h="4368" extrusionOk="0">
                  <a:moveTo>
                    <a:pt x="0" y="1"/>
                  </a:moveTo>
                  <a:lnTo>
                    <a:pt x="0" y="1"/>
                  </a:lnTo>
                  <a:lnTo>
                    <a:pt x="0" y="4367"/>
                  </a:lnTo>
                  <a:lnTo>
                    <a:pt x="0" y="436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63"/>
            <p:cNvSpPr/>
            <p:nvPr/>
          </p:nvSpPr>
          <p:spPr>
            <a:xfrm>
              <a:off x="1849104" y="2487001"/>
              <a:ext cx="5276" cy="349156"/>
            </a:xfrm>
            <a:custGeom>
              <a:avLst/>
              <a:gdLst/>
              <a:ahLst/>
              <a:cxnLst/>
              <a:rect l="l" t="t" r="r" b="b"/>
              <a:pathLst>
                <a:path w="66" h="4368" extrusionOk="0">
                  <a:moveTo>
                    <a:pt x="65" y="1"/>
                  </a:moveTo>
                  <a:cubicBezTo>
                    <a:pt x="56" y="5"/>
                    <a:pt x="42" y="5"/>
                    <a:pt x="28" y="5"/>
                  </a:cubicBezTo>
                  <a:cubicBezTo>
                    <a:pt x="24" y="5"/>
                    <a:pt x="14" y="5"/>
                    <a:pt x="0" y="11"/>
                  </a:cubicBezTo>
                  <a:lnTo>
                    <a:pt x="0" y="4348"/>
                  </a:lnTo>
                  <a:cubicBezTo>
                    <a:pt x="24" y="4354"/>
                    <a:pt x="47" y="4358"/>
                    <a:pt x="65" y="4367"/>
                  </a:cubicBezTo>
                  <a:lnTo>
                    <a:pt x="65" y="1"/>
                  </a:lnTo>
                  <a:close/>
                </a:path>
              </a:pathLst>
            </a:custGeom>
            <a:solidFill>
              <a:srgbClr val="FF90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63"/>
            <p:cNvSpPr/>
            <p:nvPr/>
          </p:nvSpPr>
          <p:spPr>
            <a:xfrm>
              <a:off x="1854300" y="2867017"/>
              <a:ext cx="80" cy="327094"/>
            </a:xfrm>
            <a:custGeom>
              <a:avLst/>
              <a:gdLst/>
              <a:ahLst/>
              <a:cxnLst/>
              <a:rect l="l" t="t" r="r" b="b"/>
              <a:pathLst>
                <a:path w="1" h="4092" extrusionOk="0">
                  <a:moveTo>
                    <a:pt x="0" y="1"/>
                  </a:moveTo>
                  <a:lnTo>
                    <a:pt x="0" y="1"/>
                  </a:lnTo>
                  <a:lnTo>
                    <a:pt x="0" y="4091"/>
                  </a:lnTo>
                  <a:lnTo>
                    <a:pt x="0" y="401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63"/>
            <p:cNvSpPr/>
            <p:nvPr/>
          </p:nvSpPr>
          <p:spPr>
            <a:xfrm>
              <a:off x="868525" y="2867017"/>
              <a:ext cx="985839" cy="648433"/>
            </a:xfrm>
            <a:custGeom>
              <a:avLst/>
              <a:gdLst/>
              <a:ahLst/>
              <a:cxnLst/>
              <a:rect l="l" t="t" r="r" b="b"/>
              <a:pathLst>
                <a:path w="12333" h="8112" extrusionOk="0">
                  <a:moveTo>
                    <a:pt x="89" y="1074"/>
                  </a:moveTo>
                  <a:cubicBezTo>
                    <a:pt x="24" y="1803"/>
                    <a:pt x="0" y="2536"/>
                    <a:pt x="5" y="3270"/>
                  </a:cubicBezTo>
                  <a:cubicBezTo>
                    <a:pt x="15" y="2541"/>
                    <a:pt x="65" y="1813"/>
                    <a:pt x="155" y="1089"/>
                  </a:cubicBezTo>
                  <a:cubicBezTo>
                    <a:pt x="132" y="1084"/>
                    <a:pt x="108" y="1079"/>
                    <a:pt x="89" y="1074"/>
                  </a:cubicBezTo>
                  <a:close/>
                  <a:moveTo>
                    <a:pt x="12332" y="1"/>
                  </a:moveTo>
                  <a:cubicBezTo>
                    <a:pt x="12314" y="14"/>
                    <a:pt x="12295" y="29"/>
                    <a:pt x="12267" y="48"/>
                  </a:cubicBezTo>
                  <a:lnTo>
                    <a:pt x="12267" y="4380"/>
                  </a:lnTo>
                  <a:cubicBezTo>
                    <a:pt x="12272" y="4576"/>
                    <a:pt x="12253" y="4773"/>
                    <a:pt x="12220" y="4960"/>
                  </a:cubicBezTo>
                  <a:cubicBezTo>
                    <a:pt x="12291" y="4684"/>
                    <a:pt x="12328" y="4390"/>
                    <a:pt x="12332" y="4091"/>
                  </a:cubicBezTo>
                  <a:lnTo>
                    <a:pt x="12332" y="1"/>
                  </a:lnTo>
                  <a:close/>
                  <a:moveTo>
                    <a:pt x="3946" y="8098"/>
                  </a:moveTo>
                  <a:lnTo>
                    <a:pt x="3834" y="8102"/>
                  </a:lnTo>
                  <a:cubicBezTo>
                    <a:pt x="3759" y="8107"/>
                    <a:pt x="3690" y="8111"/>
                    <a:pt x="3615" y="8111"/>
                  </a:cubicBezTo>
                  <a:lnTo>
                    <a:pt x="3619" y="8111"/>
                  </a:lnTo>
                  <a:cubicBezTo>
                    <a:pt x="3699" y="8111"/>
                    <a:pt x="3778" y="8107"/>
                    <a:pt x="3858" y="8102"/>
                  </a:cubicBezTo>
                  <a:lnTo>
                    <a:pt x="3946" y="8098"/>
                  </a:lnTo>
                  <a:close/>
                </a:path>
              </a:pathLst>
            </a:custGeom>
            <a:solidFill>
              <a:srgbClr val="FF90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63"/>
            <p:cNvSpPr/>
            <p:nvPr/>
          </p:nvSpPr>
          <p:spPr>
            <a:xfrm>
              <a:off x="1029756" y="2239999"/>
              <a:ext cx="28457" cy="34692"/>
            </a:xfrm>
            <a:custGeom>
              <a:avLst/>
              <a:gdLst/>
              <a:ahLst/>
              <a:cxnLst/>
              <a:rect l="l" t="t" r="r" b="b"/>
              <a:pathLst>
                <a:path w="356" h="434" extrusionOk="0">
                  <a:moveTo>
                    <a:pt x="239" y="0"/>
                  </a:moveTo>
                  <a:cubicBezTo>
                    <a:pt x="173" y="0"/>
                    <a:pt x="113" y="28"/>
                    <a:pt x="71" y="84"/>
                  </a:cubicBezTo>
                  <a:cubicBezTo>
                    <a:pt x="1" y="173"/>
                    <a:pt x="20" y="308"/>
                    <a:pt x="108" y="378"/>
                  </a:cubicBezTo>
                  <a:cubicBezTo>
                    <a:pt x="136" y="397"/>
                    <a:pt x="160" y="416"/>
                    <a:pt x="183" y="434"/>
                  </a:cubicBezTo>
                  <a:cubicBezTo>
                    <a:pt x="239" y="299"/>
                    <a:pt x="295" y="168"/>
                    <a:pt x="356" y="37"/>
                  </a:cubicBezTo>
                  <a:cubicBezTo>
                    <a:pt x="318" y="14"/>
                    <a:pt x="276" y="0"/>
                    <a:pt x="239" y="0"/>
                  </a:cubicBezTo>
                  <a:close/>
                </a:path>
              </a:pathLst>
            </a:custGeom>
            <a:solidFill>
              <a:srgbClr val="FF78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63"/>
            <p:cNvSpPr/>
            <p:nvPr/>
          </p:nvSpPr>
          <p:spPr>
            <a:xfrm>
              <a:off x="1854300" y="2454627"/>
              <a:ext cx="13509" cy="32454"/>
            </a:xfrm>
            <a:custGeom>
              <a:avLst/>
              <a:gdLst/>
              <a:ahLst/>
              <a:cxnLst/>
              <a:rect l="l" t="t" r="r" b="b"/>
              <a:pathLst>
                <a:path w="169" h="406" extrusionOk="0">
                  <a:moveTo>
                    <a:pt x="0" y="0"/>
                  </a:moveTo>
                  <a:lnTo>
                    <a:pt x="0" y="406"/>
                  </a:lnTo>
                  <a:cubicBezTo>
                    <a:pt x="99" y="388"/>
                    <a:pt x="168" y="298"/>
                    <a:pt x="164" y="192"/>
                  </a:cubicBezTo>
                  <a:cubicBezTo>
                    <a:pt x="159" y="98"/>
                    <a:pt x="89" y="18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63"/>
            <p:cNvSpPr/>
            <p:nvPr/>
          </p:nvSpPr>
          <p:spPr>
            <a:xfrm>
              <a:off x="1854300" y="2454627"/>
              <a:ext cx="80" cy="32454"/>
            </a:xfrm>
            <a:custGeom>
              <a:avLst/>
              <a:gdLst/>
              <a:ahLst/>
              <a:cxnLst/>
              <a:rect l="l" t="t" r="r" b="b"/>
              <a:pathLst>
                <a:path w="1" h="406" extrusionOk="0">
                  <a:moveTo>
                    <a:pt x="0" y="0"/>
                  </a:moveTo>
                  <a:lnTo>
                    <a:pt x="0" y="406"/>
                  </a:lnTo>
                  <a:lnTo>
                    <a:pt x="0" y="4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4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63"/>
            <p:cNvSpPr/>
            <p:nvPr/>
          </p:nvSpPr>
          <p:spPr>
            <a:xfrm>
              <a:off x="1849104" y="2453828"/>
              <a:ext cx="5276" cy="34132"/>
            </a:xfrm>
            <a:custGeom>
              <a:avLst/>
              <a:gdLst/>
              <a:ahLst/>
              <a:cxnLst/>
              <a:rect l="l" t="t" r="r" b="b"/>
              <a:pathLst>
                <a:path w="66" h="427" extrusionOk="0">
                  <a:moveTo>
                    <a:pt x="0" y="0"/>
                  </a:moveTo>
                  <a:lnTo>
                    <a:pt x="0" y="426"/>
                  </a:lnTo>
                  <a:cubicBezTo>
                    <a:pt x="14" y="420"/>
                    <a:pt x="24" y="420"/>
                    <a:pt x="28" y="420"/>
                  </a:cubicBezTo>
                  <a:cubicBezTo>
                    <a:pt x="42" y="420"/>
                    <a:pt x="56" y="420"/>
                    <a:pt x="65" y="416"/>
                  </a:cubicBezTo>
                  <a:lnTo>
                    <a:pt x="65" y="10"/>
                  </a:lnTo>
                  <a:cubicBezTo>
                    <a:pt x="52" y="6"/>
                    <a:pt x="37" y="0"/>
                    <a:pt x="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63"/>
            <p:cNvSpPr/>
            <p:nvPr/>
          </p:nvSpPr>
          <p:spPr>
            <a:xfrm>
              <a:off x="1854300" y="2836082"/>
              <a:ext cx="11591" cy="31015"/>
            </a:xfrm>
            <a:custGeom>
              <a:avLst/>
              <a:gdLst/>
              <a:ahLst/>
              <a:cxnLst/>
              <a:rect l="l" t="t" r="r" b="b"/>
              <a:pathLst>
                <a:path w="145" h="388" extrusionOk="0">
                  <a:moveTo>
                    <a:pt x="0" y="0"/>
                  </a:moveTo>
                  <a:lnTo>
                    <a:pt x="0" y="388"/>
                  </a:lnTo>
                  <a:cubicBezTo>
                    <a:pt x="24" y="369"/>
                    <a:pt x="38" y="355"/>
                    <a:pt x="47" y="351"/>
                  </a:cubicBezTo>
                  <a:cubicBezTo>
                    <a:pt x="136" y="276"/>
                    <a:pt x="145" y="145"/>
                    <a:pt x="71" y="56"/>
                  </a:cubicBezTo>
                  <a:cubicBezTo>
                    <a:pt x="52" y="33"/>
                    <a:pt x="28" y="15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63"/>
            <p:cNvSpPr/>
            <p:nvPr/>
          </p:nvSpPr>
          <p:spPr>
            <a:xfrm>
              <a:off x="1854300" y="2836082"/>
              <a:ext cx="80" cy="31015"/>
            </a:xfrm>
            <a:custGeom>
              <a:avLst/>
              <a:gdLst/>
              <a:ahLst/>
              <a:cxnLst/>
              <a:rect l="l" t="t" r="r" b="b"/>
              <a:pathLst>
                <a:path w="1" h="388" extrusionOk="0">
                  <a:moveTo>
                    <a:pt x="0" y="0"/>
                  </a:moveTo>
                  <a:lnTo>
                    <a:pt x="0" y="388"/>
                  </a:lnTo>
                  <a:lnTo>
                    <a:pt x="0" y="3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4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63"/>
            <p:cNvSpPr/>
            <p:nvPr/>
          </p:nvSpPr>
          <p:spPr>
            <a:xfrm>
              <a:off x="875559" y="2834563"/>
              <a:ext cx="978804" cy="119503"/>
            </a:xfrm>
            <a:custGeom>
              <a:avLst/>
              <a:gdLst/>
              <a:ahLst/>
              <a:cxnLst/>
              <a:rect l="l" t="t" r="r" b="b"/>
              <a:pathLst>
                <a:path w="12245" h="1495" extrusionOk="0">
                  <a:moveTo>
                    <a:pt x="12179" y="0"/>
                  </a:moveTo>
                  <a:lnTo>
                    <a:pt x="12179" y="454"/>
                  </a:lnTo>
                  <a:cubicBezTo>
                    <a:pt x="12207" y="435"/>
                    <a:pt x="12226" y="420"/>
                    <a:pt x="12244" y="407"/>
                  </a:cubicBezTo>
                  <a:lnTo>
                    <a:pt x="12244" y="19"/>
                  </a:lnTo>
                  <a:cubicBezTo>
                    <a:pt x="12226" y="10"/>
                    <a:pt x="12203" y="6"/>
                    <a:pt x="12179" y="0"/>
                  </a:cubicBezTo>
                  <a:close/>
                  <a:moveTo>
                    <a:pt x="39" y="1065"/>
                  </a:moveTo>
                  <a:cubicBezTo>
                    <a:pt x="24" y="1200"/>
                    <a:pt x="11" y="1340"/>
                    <a:pt x="1" y="1480"/>
                  </a:cubicBezTo>
                  <a:cubicBezTo>
                    <a:pt x="20" y="1485"/>
                    <a:pt x="44" y="1490"/>
                    <a:pt x="67" y="1495"/>
                  </a:cubicBezTo>
                  <a:cubicBezTo>
                    <a:pt x="81" y="1355"/>
                    <a:pt x="100" y="1215"/>
                    <a:pt x="123" y="1079"/>
                  </a:cubicBezTo>
                  <a:cubicBezTo>
                    <a:pt x="100" y="1075"/>
                    <a:pt x="76" y="1070"/>
                    <a:pt x="52" y="106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63"/>
            <p:cNvSpPr/>
            <p:nvPr/>
          </p:nvSpPr>
          <p:spPr>
            <a:xfrm>
              <a:off x="2548148" y="3735282"/>
              <a:ext cx="480" cy="400"/>
            </a:xfrm>
            <a:custGeom>
              <a:avLst/>
              <a:gdLst/>
              <a:ahLst/>
              <a:cxnLst/>
              <a:rect l="l" t="t" r="r" b="b"/>
              <a:pathLst>
                <a:path w="6" h="5" extrusionOk="0">
                  <a:moveTo>
                    <a:pt x="1" y="0"/>
                  </a:moveTo>
                  <a:cubicBezTo>
                    <a:pt x="1" y="5"/>
                    <a:pt x="1" y="5"/>
                    <a:pt x="5" y="5"/>
                  </a:cubicBezTo>
                  <a:cubicBezTo>
                    <a:pt x="5" y="5"/>
                    <a:pt x="1" y="5"/>
                    <a:pt x="1" y="0"/>
                  </a:cubicBezTo>
                  <a:close/>
                </a:path>
              </a:pathLst>
            </a:custGeom>
            <a:solidFill>
              <a:srgbClr val="F870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63"/>
            <p:cNvSpPr/>
            <p:nvPr/>
          </p:nvSpPr>
          <p:spPr>
            <a:xfrm>
              <a:off x="2211536" y="2454627"/>
              <a:ext cx="13509" cy="32454"/>
            </a:xfrm>
            <a:custGeom>
              <a:avLst/>
              <a:gdLst/>
              <a:ahLst/>
              <a:cxnLst/>
              <a:rect l="l" t="t" r="r" b="b"/>
              <a:pathLst>
                <a:path w="169" h="406" extrusionOk="0">
                  <a:moveTo>
                    <a:pt x="169" y="0"/>
                  </a:moveTo>
                  <a:cubicBezTo>
                    <a:pt x="74" y="18"/>
                    <a:pt x="9" y="98"/>
                    <a:pt x="5" y="192"/>
                  </a:cubicBezTo>
                  <a:cubicBezTo>
                    <a:pt x="0" y="298"/>
                    <a:pt x="70" y="388"/>
                    <a:pt x="169" y="406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63"/>
            <p:cNvSpPr/>
            <p:nvPr/>
          </p:nvSpPr>
          <p:spPr>
            <a:xfrm>
              <a:off x="3021051" y="2239999"/>
              <a:ext cx="28537" cy="34692"/>
            </a:xfrm>
            <a:custGeom>
              <a:avLst/>
              <a:gdLst/>
              <a:ahLst/>
              <a:cxnLst/>
              <a:rect l="l" t="t" r="r" b="b"/>
              <a:pathLst>
                <a:path w="357" h="434" extrusionOk="0">
                  <a:moveTo>
                    <a:pt x="117" y="0"/>
                  </a:moveTo>
                  <a:cubicBezTo>
                    <a:pt x="76" y="0"/>
                    <a:pt x="39" y="14"/>
                    <a:pt x="1" y="37"/>
                  </a:cubicBezTo>
                  <a:cubicBezTo>
                    <a:pt x="61" y="168"/>
                    <a:pt x="117" y="299"/>
                    <a:pt x="174" y="434"/>
                  </a:cubicBezTo>
                  <a:cubicBezTo>
                    <a:pt x="197" y="416"/>
                    <a:pt x="221" y="397"/>
                    <a:pt x="244" y="378"/>
                  </a:cubicBezTo>
                  <a:cubicBezTo>
                    <a:pt x="337" y="308"/>
                    <a:pt x="356" y="173"/>
                    <a:pt x="286" y="84"/>
                  </a:cubicBezTo>
                  <a:cubicBezTo>
                    <a:pt x="244" y="28"/>
                    <a:pt x="179" y="0"/>
                    <a:pt x="117" y="0"/>
                  </a:cubicBezTo>
                  <a:close/>
                </a:path>
              </a:pathLst>
            </a:custGeom>
            <a:solidFill>
              <a:srgbClr val="FF78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63"/>
            <p:cNvSpPr/>
            <p:nvPr/>
          </p:nvSpPr>
          <p:spPr>
            <a:xfrm>
              <a:off x="2224965" y="2454627"/>
              <a:ext cx="80" cy="32454"/>
            </a:xfrm>
            <a:custGeom>
              <a:avLst/>
              <a:gdLst/>
              <a:ahLst/>
              <a:cxnLst/>
              <a:rect l="l" t="t" r="r" b="b"/>
              <a:pathLst>
                <a:path w="1" h="406" extrusionOk="0">
                  <a:moveTo>
                    <a:pt x="1" y="0"/>
                  </a:moveTo>
                  <a:lnTo>
                    <a:pt x="1" y="0"/>
                  </a:lnTo>
                  <a:lnTo>
                    <a:pt x="1" y="406"/>
                  </a:lnTo>
                  <a:lnTo>
                    <a:pt x="1" y="406"/>
                  </a:lnTo>
                  <a:close/>
                </a:path>
              </a:pathLst>
            </a:custGeom>
            <a:solidFill>
              <a:srgbClr val="FFA4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63"/>
            <p:cNvSpPr/>
            <p:nvPr/>
          </p:nvSpPr>
          <p:spPr>
            <a:xfrm>
              <a:off x="2212974" y="2836082"/>
              <a:ext cx="12070" cy="31015"/>
            </a:xfrm>
            <a:custGeom>
              <a:avLst/>
              <a:gdLst/>
              <a:ahLst/>
              <a:cxnLst/>
              <a:rect l="l" t="t" r="r" b="b"/>
              <a:pathLst>
                <a:path w="151" h="388" extrusionOk="0">
                  <a:moveTo>
                    <a:pt x="151" y="0"/>
                  </a:moveTo>
                  <a:cubicBezTo>
                    <a:pt x="123" y="15"/>
                    <a:pt x="99" y="33"/>
                    <a:pt x="75" y="56"/>
                  </a:cubicBezTo>
                  <a:cubicBezTo>
                    <a:pt x="0" y="145"/>
                    <a:pt x="15" y="276"/>
                    <a:pt x="103" y="351"/>
                  </a:cubicBezTo>
                  <a:cubicBezTo>
                    <a:pt x="108" y="355"/>
                    <a:pt x="127" y="369"/>
                    <a:pt x="151" y="388"/>
                  </a:cubicBezTo>
                  <a:lnTo>
                    <a:pt x="1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63"/>
            <p:cNvSpPr/>
            <p:nvPr/>
          </p:nvSpPr>
          <p:spPr>
            <a:xfrm>
              <a:off x="3200588" y="2919295"/>
              <a:ext cx="19904" cy="33653"/>
            </a:xfrm>
            <a:custGeom>
              <a:avLst/>
              <a:gdLst/>
              <a:ahLst/>
              <a:cxnLst/>
              <a:rect l="l" t="t" r="r" b="b"/>
              <a:pathLst>
                <a:path w="249" h="421" extrusionOk="0">
                  <a:moveTo>
                    <a:pt x="24" y="0"/>
                  </a:moveTo>
                  <a:cubicBezTo>
                    <a:pt x="15" y="0"/>
                    <a:pt x="11" y="0"/>
                    <a:pt x="1" y="5"/>
                  </a:cubicBezTo>
                  <a:cubicBezTo>
                    <a:pt x="15" y="140"/>
                    <a:pt x="29" y="280"/>
                    <a:pt x="39" y="420"/>
                  </a:cubicBezTo>
                  <a:lnTo>
                    <a:pt x="57" y="420"/>
                  </a:lnTo>
                  <a:cubicBezTo>
                    <a:pt x="174" y="397"/>
                    <a:pt x="248" y="290"/>
                    <a:pt x="230" y="178"/>
                  </a:cubicBezTo>
                  <a:cubicBezTo>
                    <a:pt x="211" y="75"/>
                    <a:pt x="123" y="0"/>
                    <a:pt x="24" y="0"/>
                  </a:cubicBezTo>
                  <a:close/>
                </a:path>
              </a:pathLst>
            </a:custGeom>
            <a:solidFill>
              <a:srgbClr val="FF78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63"/>
            <p:cNvSpPr/>
            <p:nvPr/>
          </p:nvSpPr>
          <p:spPr>
            <a:xfrm>
              <a:off x="2224965" y="2836082"/>
              <a:ext cx="80" cy="31015"/>
            </a:xfrm>
            <a:custGeom>
              <a:avLst/>
              <a:gdLst/>
              <a:ahLst/>
              <a:cxnLst/>
              <a:rect l="l" t="t" r="r" b="b"/>
              <a:pathLst>
                <a:path w="1" h="388" extrusionOk="0">
                  <a:moveTo>
                    <a:pt x="1" y="0"/>
                  </a:moveTo>
                  <a:lnTo>
                    <a:pt x="1" y="0"/>
                  </a:lnTo>
                  <a:lnTo>
                    <a:pt x="1" y="388"/>
                  </a:lnTo>
                  <a:lnTo>
                    <a:pt x="1" y="388"/>
                  </a:lnTo>
                  <a:close/>
                </a:path>
              </a:pathLst>
            </a:custGeom>
            <a:solidFill>
              <a:srgbClr val="FFA4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63"/>
            <p:cNvSpPr/>
            <p:nvPr/>
          </p:nvSpPr>
          <p:spPr>
            <a:xfrm>
              <a:off x="2224965" y="2834563"/>
              <a:ext cx="978724" cy="119503"/>
            </a:xfrm>
            <a:custGeom>
              <a:avLst/>
              <a:gdLst/>
              <a:ahLst/>
              <a:cxnLst/>
              <a:rect l="l" t="t" r="r" b="b"/>
              <a:pathLst>
                <a:path w="12244" h="1495" extrusionOk="0">
                  <a:moveTo>
                    <a:pt x="66" y="0"/>
                  </a:moveTo>
                  <a:cubicBezTo>
                    <a:pt x="42" y="0"/>
                    <a:pt x="18" y="10"/>
                    <a:pt x="1" y="19"/>
                  </a:cubicBezTo>
                  <a:lnTo>
                    <a:pt x="1" y="407"/>
                  </a:lnTo>
                  <a:cubicBezTo>
                    <a:pt x="14" y="420"/>
                    <a:pt x="38" y="435"/>
                    <a:pt x="66" y="454"/>
                  </a:cubicBezTo>
                  <a:lnTo>
                    <a:pt x="66" y="0"/>
                  </a:lnTo>
                  <a:close/>
                  <a:moveTo>
                    <a:pt x="12192" y="1065"/>
                  </a:moveTo>
                  <a:cubicBezTo>
                    <a:pt x="12169" y="1070"/>
                    <a:pt x="12145" y="1075"/>
                    <a:pt x="12122" y="1079"/>
                  </a:cubicBezTo>
                  <a:cubicBezTo>
                    <a:pt x="12141" y="1215"/>
                    <a:pt x="12160" y="1355"/>
                    <a:pt x="12178" y="1495"/>
                  </a:cubicBezTo>
                  <a:cubicBezTo>
                    <a:pt x="12201" y="1490"/>
                    <a:pt x="12225" y="1485"/>
                    <a:pt x="12244" y="1480"/>
                  </a:cubicBezTo>
                  <a:cubicBezTo>
                    <a:pt x="12234" y="1340"/>
                    <a:pt x="12220" y="1200"/>
                    <a:pt x="12206" y="106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71" name="Google Shape;2971;p63"/>
            <p:cNvGrpSpPr/>
            <p:nvPr/>
          </p:nvGrpSpPr>
          <p:grpSpPr>
            <a:xfrm>
              <a:off x="720003" y="1690759"/>
              <a:ext cx="2639320" cy="2074418"/>
              <a:chOff x="720003" y="1690759"/>
              <a:chExt cx="2639320" cy="2074418"/>
            </a:xfrm>
          </p:grpSpPr>
          <p:sp>
            <p:nvSpPr>
              <p:cNvPr id="2972" name="Google Shape;2972;p63"/>
              <p:cNvSpPr/>
              <p:nvPr/>
            </p:nvSpPr>
            <p:spPr>
              <a:xfrm>
                <a:off x="720003" y="1690759"/>
                <a:ext cx="1136196" cy="2074394"/>
              </a:xfrm>
              <a:custGeom>
                <a:avLst/>
                <a:gdLst/>
                <a:ahLst/>
                <a:cxnLst/>
                <a:rect l="l" t="t" r="r" b="b"/>
                <a:pathLst>
                  <a:path w="14214" h="25951" extrusionOk="0">
                    <a:moveTo>
                      <a:pt x="11109" y="0"/>
                    </a:moveTo>
                    <a:cubicBezTo>
                      <a:pt x="10753" y="0"/>
                      <a:pt x="10387" y="62"/>
                      <a:pt x="10026" y="194"/>
                    </a:cubicBezTo>
                    <a:cubicBezTo>
                      <a:pt x="6238" y="2160"/>
                      <a:pt x="3399" y="5522"/>
                      <a:pt x="2139" y="9537"/>
                    </a:cubicBezTo>
                    <a:lnTo>
                      <a:pt x="1285" y="12246"/>
                    </a:lnTo>
                    <a:cubicBezTo>
                      <a:pt x="411" y="15028"/>
                      <a:pt x="0" y="17933"/>
                      <a:pt x="74" y="20847"/>
                    </a:cubicBezTo>
                    <a:lnTo>
                      <a:pt x="102" y="22019"/>
                    </a:lnTo>
                    <a:cubicBezTo>
                      <a:pt x="162" y="24217"/>
                      <a:pt x="1995" y="25950"/>
                      <a:pt x="4207" y="25950"/>
                    </a:cubicBezTo>
                    <a:cubicBezTo>
                      <a:pt x="4297" y="25950"/>
                      <a:pt x="4387" y="25947"/>
                      <a:pt x="4479" y="25941"/>
                    </a:cubicBezTo>
                    <a:lnTo>
                      <a:pt x="10132" y="25582"/>
                    </a:lnTo>
                    <a:cubicBezTo>
                      <a:pt x="12435" y="25432"/>
                      <a:pt x="14214" y="23550"/>
                      <a:pt x="14190" y="21291"/>
                    </a:cubicBezTo>
                    <a:lnTo>
                      <a:pt x="14190" y="3033"/>
                    </a:lnTo>
                    <a:cubicBezTo>
                      <a:pt x="14190" y="1296"/>
                      <a:pt x="12743" y="0"/>
                      <a:pt x="111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Google Shape;2973;p63"/>
              <p:cNvSpPr/>
              <p:nvPr/>
            </p:nvSpPr>
            <p:spPr>
              <a:xfrm>
                <a:off x="927918" y="3613540"/>
                <a:ext cx="779446" cy="151637"/>
              </a:xfrm>
              <a:custGeom>
                <a:avLst/>
                <a:gdLst/>
                <a:ahLst/>
                <a:cxnLst/>
                <a:rect l="l" t="t" r="r" b="b"/>
                <a:pathLst>
                  <a:path w="9751" h="1897" extrusionOk="0">
                    <a:moveTo>
                      <a:pt x="5725" y="0"/>
                    </a:moveTo>
                    <a:cubicBezTo>
                      <a:pt x="4179" y="0"/>
                      <a:pt x="2376" y="327"/>
                      <a:pt x="453" y="1313"/>
                    </a:cubicBezTo>
                    <a:lnTo>
                      <a:pt x="0" y="1574"/>
                    </a:lnTo>
                    <a:cubicBezTo>
                      <a:pt x="495" y="1780"/>
                      <a:pt x="1037" y="1896"/>
                      <a:pt x="1606" y="1896"/>
                    </a:cubicBezTo>
                    <a:cubicBezTo>
                      <a:pt x="1695" y="1896"/>
                      <a:pt x="1788" y="1892"/>
                      <a:pt x="1878" y="1887"/>
                    </a:cubicBezTo>
                    <a:lnTo>
                      <a:pt x="7531" y="1528"/>
                    </a:lnTo>
                    <a:lnTo>
                      <a:pt x="7541" y="1528"/>
                    </a:lnTo>
                    <a:lnTo>
                      <a:pt x="7546" y="1523"/>
                    </a:lnTo>
                    <a:lnTo>
                      <a:pt x="7574" y="1523"/>
                    </a:lnTo>
                    <a:cubicBezTo>
                      <a:pt x="8382" y="1467"/>
                      <a:pt x="9124" y="1192"/>
                      <a:pt x="9750" y="757"/>
                    </a:cubicBezTo>
                    <a:cubicBezTo>
                      <a:pt x="8872" y="416"/>
                      <a:pt x="7462" y="0"/>
                      <a:pt x="572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Google Shape;2974;p63"/>
              <p:cNvSpPr/>
              <p:nvPr/>
            </p:nvSpPr>
            <p:spPr>
              <a:xfrm>
                <a:off x="878677" y="1691318"/>
                <a:ext cx="975687" cy="1229560"/>
              </a:xfrm>
              <a:custGeom>
                <a:avLst/>
                <a:gdLst/>
                <a:ahLst/>
                <a:cxnLst/>
                <a:rect l="l" t="t" r="r" b="b"/>
                <a:pathLst>
                  <a:path w="12206" h="15382" extrusionOk="0">
                    <a:moveTo>
                      <a:pt x="9324" y="0"/>
                    </a:moveTo>
                    <a:cubicBezTo>
                      <a:pt x="9077" y="19"/>
                      <a:pt x="8820" y="70"/>
                      <a:pt x="8568" y="164"/>
                    </a:cubicBezTo>
                    <a:cubicBezTo>
                      <a:pt x="5738" y="1649"/>
                      <a:pt x="3516" y="4026"/>
                      <a:pt x="2246" y="6901"/>
                    </a:cubicBezTo>
                    <a:lnTo>
                      <a:pt x="2255" y="6911"/>
                    </a:lnTo>
                    <a:cubicBezTo>
                      <a:pt x="2432" y="7041"/>
                      <a:pt x="2615" y="7172"/>
                      <a:pt x="2796" y="7293"/>
                    </a:cubicBezTo>
                    <a:cubicBezTo>
                      <a:pt x="4108" y="5146"/>
                      <a:pt x="6089" y="3371"/>
                      <a:pt x="8522" y="2205"/>
                    </a:cubicBezTo>
                    <a:cubicBezTo>
                      <a:pt x="8839" y="2101"/>
                      <a:pt x="9156" y="2050"/>
                      <a:pt x="9464" y="2050"/>
                    </a:cubicBezTo>
                    <a:cubicBezTo>
                      <a:pt x="10884" y="2050"/>
                      <a:pt x="12140" y="3086"/>
                      <a:pt x="12140" y="4474"/>
                    </a:cubicBezTo>
                    <a:lnTo>
                      <a:pt x="12140" y="9539"/>
                    </a:lnTo>
                    <a:lnTo>
                      <a:pt x="12159" y="9539"/>
                    </a:lnTo>
                    <a:cubicBezTo>
                      <a:pt x="12177" y="9539"/>
                      <a:pt x="12192" y="9545"/>
                      <a:pt x="12205" y="9549"/>
                    </a:cubicBezTo>
                    <a:lnTo>
                      <a:pt x="12205" y="3026"/>
                    </a:lnTo>
                    <a:cubicBezTo>
                      <a:pt x="12205" y="1364"/>
                      <a:pt x="10875" y="103"/>
                      <a:pt x="9324" y="0"/>
                    </a:cubicBezTo>
                    <a:close/>
                    <a:moveTo>
                      <a:pt x="2073" y="7298"/>
                    </a:moveTo>
                    <a:cubicBezTo>
                      <a:pt x="1933" y="7653"/>
                      <a:pt x="1802" y="8013"/>
                      <a:pt x="1686" y="8382"/>
                    </a:cubicBezTo>
                    <a:lnTo>
                      <a:pt x="943" y="10763"/>
                    </a:lnTo>
                    <a:cubicBezTo>
                      <a:pt x="471" y="12267"/>
                      <a:pt x="158" y="13808"/>
                      <a:pt x="0" y="15367"/>
                    </a:cubicBezTo>
                    <a:lnTo>
                      <a:pt x="13" y="15367"/>
                    </a:lnTo>
                    <a:cubicBezTo>
                      <a:pt x="37" y="15372"/>
                      <a:pt x="61" y="15377"/>
                      <a:pt x="84" y="15381"/>
                    </a:cubicBezTo>
                    <a:cubicBezTo>
                      <a:pt x="257" y="14185"/>
                      <a:pt x="541" y="13004"/>
                      <a:pt x="938" y="11851"/>
                    </a:cubicBezTo>
                    <a:lnTo>
                      <a:pt x="1675" y="9679"/>
                    </a:lnTo>
                    <a:cubicBezTo>
                      <a:pt x="1914" y="8979"/>
                      <a:pt x="2222" y="8302"/>
                      <a:pt x="2587" y="7658"/>
                    </a:cubicBezTo>
                    <a:cubicBezTo>
                      <a:pt x="2409" y="7541"/>
                      <a:pt x="2241" y="7425"/>
                      <a:pt x="2073" y="729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Google Shape;2975;p63"/>
              <p:cNvSpPr/>
              <p:nvPr/>
            </p:nvSpPr>
            <p:spPr>
              <a:xfrm>
                <a:off x="864368" y="1855187"/>
                <a:ext cx="986638" cy="1660091"/>
              </a:xfrm>
              <a:custGeom>
                <a:avLst/>
                <a:gdLst/>
                <a:ahLst/>
                <a:cxnLst/>
                <a:rect l="l" t="t" r="r" b="b"/>
                <a:pathLst>
                  <a:path w="12343" h="20768" extrusionOk="0">
                    <a:moveTo>
                      <a:pt x="9641" y="0"/>
                    </a:moveTo>
                    <a:cubicBezTo>
                      <a:pt x="9332" y="0"/>
                      <a:pt x="9014" y="49"/>
                      <a:pt x="8701" y="155"/>
                    </a:cubicBezTo>
                    <a:cubicBezTo>
                      <a:pt x="5413" y="1728"/>
                      <a:pt x="2953" y="4417"/>
                      <a:pt x="1854" y="7629"/>
                    </a:cubicBezTo>
                    <a:lnTo>
                      <a:pt x="1117" y="9801"/>
                    </a:lnTo>
                    <a:cubicBezTo>
                      <a:pt x="356" y="12028"/>
                      <a:pt x="1" y="14353"/>
                      <a:pt x="67" y="16684"/>
                    </a:cubicBezTo>
                    <a:lnTo>
                      <a:pt x="89" y="17622"/>
                    </a:lnTo>
                    <a:cubicBezTo>
                      <a:pt x="139" y="19380"/>
                      <a:pt x="1731" y="20767"/>
                      <a:pt x="3647" y="20767"/>
                    </a:cubicBezTo>
                    <a:cubicBezTo>
                      <a:pt x="3726" y="20767"/>
                      <a:pt x="3806" y="20765"/>
                      <a:pt x="3886" y="20760"/>
                    </a:cubicBezTo>
                    <a:lnTo>
                      <a:pt x="8798" y="20471"/>
                    </a:lnTo>
                    <a:cubicBezTo>
                      <a:pt x="10792" y="20354"/>
                      <a:pt x="12343" y="18846"/>
                      <a:pt x="12319" y="17038"/>
                    </a:cubicBezTo>
                    <a:lnTo>
                      <a:pt x="12319" y="2424"/>
                    </a:lnTo>
                    <a:cubicBezTo>
                      <a:pt x="12319" y="1035"/>
                      <a:pt x="11063" y="0"/>
                      <a:pt x="964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Google Shape;2976;p63"/>
              <p:cNvSpPr/>
              <p:nvPr/>
            </p:nvSpPr>
            <p:spPr>
              <a:xfrm>
                <a:off x="1044385" y="2242957"/>
                <a:ext cx="57873" cy="60511"/>
              </a:xfrm>
              <a:custGeom>
                <a:avLst/>
                <a:gdLst/>
                <a:ahLst/>
                <a:cxnLst/>
                <a:rect l="l" t="t" r="r" b="b"/>
                <a:pathLst>
                  <a:path w="724" h="757" extrusionOk="0">
                    <a:moveTo>
                      <a:pt x="173" y="0"/>
                    </a:moveTo>
                    <a:cubicBezTo>
                      <a:pt x="112" y="131"/>
                      <a:pt x="56" y="262"/>
                      <a:pt x="0" y="397"/>
                    </a:cubicBezTo>
                    <a:cubicBezTo>
                      <a:pt x="168" y="524"/>
                      <a:pt x="336" y="640"/>
                      <a:pt x="514" y="757"/>
                    </a:cubicBezTo>
                    <a:cubicBezTo>
                      <a:pt x="583" y="636"/>
                      <a:pt x="654" y="515"/>
                      <a:pt x="723" y="392"/>
                    </a:cubicBezTo>
                    <a:cubicBezTo>
                      <a:pt x="542" y="271"/>
                      <a:pt x="359" y="140"/>
                      <a:pt x="182" y="10"/>
                    </a:cubicBez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Google Shape;2977;p63"/>
              <p:cNvSpPr/>
              <p:nvPr/>
            </p:nvSpPr>
            <p:spPr>
              <a:xfrm>
                <a:off x="1085392" y="2274292"/>
                <a:ext cx="763779" cy="213986"/>
              </a:xfrm>
              <a:custGeom>
                <a:avLst/>
                <a:gdLst/>
                <a:ahLst/>
                <a:cxnLst/>
                <a:rect l="l" t="t" r="r" b="b"/>
                <a:pathLst>
                  <a:path w="9555" h="2677" extrusionOk="0">
                    <a:moveTo>
                      <a:pt x="210" y="0"/>
                    </a:moveTo>
                    <a:cubicBezTo>
                      <a:pt x="141" y="123"/>
                      <a:pt x="70" y="244"/>
                      <a:pt x="1" y="365"/>
                    </a:cubicBezTo>
                    <a:cubicBezTo>
                      <a:pt x="3242" y="2489"/>
                      <a:pt x="7645" y="2677"/>
                      <a:pt x="9101" y="2677"/>
                    </a:cubicBezTo>
                    <a:cubicBezTo>
                      <a:pt x="9330" y="2677"/>
                      <a:pt x="9489" y="2672"/>
                      <a:pt x="9554" y="2672"/>
                    </a:cubicBezTo>
                    <a:lnTo>
                      <a:pt x="9554" y="2246"/>
                    </a:lnTo>
                    <a:cubicBezTo>
                      <a:pt x="9522" y="2252"/>
                      <a:pt x="9395" y="2256"/>
                      <a:pt x="9194" y="2256"/>
                    </a:cubicBezTo>
                    <a:cubicBezTo>
                      <a:pt x="7887" y="2256"/>
                      <a:pt x="3400" y="2093"/>
                      <a:pt x="21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Google Shape;2978;p63"/>
              <p:cNvSpPr/>
              <p:nvPr/>
            </p:nvSpPr>
            <p:spPr>
              <a:xfrm>
                <a:off x="858853" y="2919295"/>
                <a:ext cx="19904" cy="33653"/>
              </a:xfrm>
              <a:custGeom>
                <a:avLst/>
                <a:gdLst/>
                <a:ahLst/>
                <a:cxnLst/>
                <a:rect l="l" t="t" r="r" b="b"/>
                <a:pathLst>
                  <a:path w="249" h="421" extrusionOk="0">
                    <a:moveTo>
                      <a:pt x="225" y="0"/>
                    </a:moveTo>
                    <a:cubicBezTo>
                      <a:pt x="121" y="0"/>
                      <a:pt x="37" y="75"/>
                      <a:pt x="18" y="178"/>
                    </a:cubicBezTo>
                    <a:cubicBezTo>
                      <a:pt x="0" y="290"/>
                      <a:pt x="74" y="397"/>
                      <a:pt x="192" y="420"/>
                    </a:cubicBezTo>
                    <a:lnTo>
                      <a:pt x="210" y="420"/>
                    </a:lnTo>
                    <a:cubicBezTo>
                      <a:pt x="220" y="280"/>
                      <a:pt x="233" y="140"/>
                      <a:pt x="248" y="5"/>
                    </a:cubicBezTo>
                    <a:cubicBezTo>
                      <a:pt x="238" y="0"/>
                      <a:pt x="229" y="0"/>
                      <a:pt x="225" y="0"/>
                    </a:cubicBezTo>
                    <a:close/>
                  </a:path>
                </a:pathLst>
              </a:custGeom>
              <a:solidFill>
                <a:srgbClr val="FF78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Google Shape;2979;p63"/>
              <p:cNvSpPr/>
              <p:nvPr/>
            </p:nvSpPr>
            <p:spPr>
              <a:xfrm>
                <a:off x="880915" y="2834563"/>
                <a:ext cx="968253" cy="158351"/>
              </a:xfrm>
              <a:custGeom>
                <a:avLst/>
                <a:gdLst/>
                <a:ahLst/>
                <a:cxnLst/>
                <a:rect l="l" t="t" r="r" b="b"/>
                <a:pathLst>
                  <a:path w="12113" h="1981" extrusionOk="0">
                    <a:moveTo>
                      <a:pt x="12089" y="0"/>
                    </a:moveTo>
                    <a:cubicBezTo>
                      <a:pt x="12042" y="0"/>
                      <a:pt x="11991" y="15"/>
                      <a:pt x="11953" y="47"/>
                    </a:cubicBezTo>
                    <a:cubicBezTo>
                      <a:pt x="11930" y="66"/>
                      <a:pt x="10071" y="1551"/>
                      <a:pt x="5225" y="1551"/>
                    </a:cubicBezTo>
                    <a:cubicBezTo>
                      <a:pt x="3777" y="1551"/>
                      <a:pt x="2063" y="1420"/>
                      <a:pt x="56" y="1079"/>
                    </a:cubicBezTo>
                    <a:cubicBezTo>
                      <a:pt x="33" y="1215"/>
                      <a:pt x="14" y="1355"/>
                      <a:pt x="0" y="1495"/>
                    </a:cubicBezTo>
                    <a:cubicBezTo>
                      <a:pt x="2054" y="1845"/>
                      <a:pt x="3805" y="1980"/>
                      <a:pt x="5285" y="1980"/>
                    </a:cubicBezTo>
                    <a:cubicBezTo>
                      <a:pt x="9656" y="1980"/>
                      <a:pt x="11640" y="790"/>
                      <a:pt x="12112" y="454"/>
                    </a:cubicBezTo>
                    <a:lnTo>
                      <a:pt x="12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Google Shape;2980;p63"/>
              <p:cNvSpPr/>
              <p:nvPr/>
            </p:nvSpPr>
            <p:spPr>
              <a:xfrm>
                <a:off x="2223126" y="1690759"/>
                <a:ext cx="1136196" cy="2074394"/>
              </a:xfrm>
              <a:custGeom>
                <a:avLst/>
                <a:gdLst/>
                <a:ahLst/>
                <a:cxnLst/>
                <a:rect l="l" t="t" r="r" b="b"/>
                <a:pathLst>
                  <a:path w="14214" h="25951" extrusionOk="0">
                    <a:moveTo>
                      <a:pt x="3105" y="0"/>
                    </a:moveTo>
                    <a:cubicBezTo>
                      <a:pt x="1470" y="0"/>
                      <a:pt x="24" y="1296"/>
                      <a:pt x="24" y="3033"/>
                    </a:cubicBezTo>
                    <a:lnTo>
                      <a:pt x="24" y="21291"/>
                    </a:lnTo>
                    <a:cubicBezTo>
                      <a:pt x="0" y="23550"/>
                      <a:pt x="1779" y="25432"/>
                      <a:pt x="4081" y="25582"/>
                    </a:cubicBezTo>
                    <a:lnTo>
                      <a:pt x="9735" y="25941"/>
                    </a:lnTo>
                    <a:cubicBezTo>
                      <a:pt x="9826" y="25947"/>
                      <a:pt x="9917" y="25950"/>
                      <a:pt x="10006" y="25950"/>
                    </a:cubicBezTo>
                    <a:cubicBezTo>
                      <a:pt x="12213" y="25950"/>
                      <a:pt x="14052" y="24217"/>
                      <a:pt x="14106" y="22019"/>
                    </a:cubicBezTo>
                    <a:lnTo>
                      <a:pt x="14139" y="20847"/>
                    </a:lnTo>
                    <a:cubicBezTo>
                      <a:pt x="14213" y="17933"/>
                      <a:pt x="13803" y="15028"/>
                      <a:pt x="12929" y="12246"/>
                    </a:cubicBezTo>
                    <a:lnTo>
                      <a:pt x="12075" y="9537"/>
                    </a:lnTo>
                    <a:cubicBezTo>
                      <a:pt x="10810" y="5522"/>
                      <a:pt x="7976" y="2160"/>
                      <a:pt x="4188" y="194"/>
                    </a:cubicBezTo>
                    <a:cubicBezTo>
                      <a:pt x="3827" y="62"/>
                      <a:pt x="3461" y="0"/>
                      <a:pt x="31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Google Shape;2981;p63"/>
              <p:cNvSpPr/>
              <p:nvPr/>
            </p:nvSpPr>
            <p:spPr>
              <a:xfrm>
                <a:off x="2371968" y="3613540"/>
                <a:ext cx="779446" cy="151637"/>
              </a:xfrm>
              <a:custGeom>
                <a:avLst/>
                <a:gdLst/>
                <a:ahLst/>
                <a:cxnLst/>
                <a:rect l="l" t="t" r="r" b="b"/>
                <a:pathLst>
                  <a:path w="9751" h="1897" extrusionOk="0">
                    <a:moveTo>
                      <a:pt x="4026" y="0"/>
                    </a:moveTo>
                    <a:cubicBezTo>
                      <a:pt x="2284" y="0"/>
                      <a:pt x="875" y="416"/>
                      <a:pt x="1" y="757"/>
                    </a:cubicBezTo>
                    <a:cubicBezTo>
                      <a:pt x="623" y="1192"/>
                      <a:pt x="1369" y="1467"/>
                      <a:pt x="2177" y="1523"/>
                    </a:cubicBezTo>
                    <a:lnTo>
                      <a:pt x="2205" y="1523"/>
                    </a:lnTo>
                    <a:cubicBezTo>
                      <a:pt x="2205" y="1528"/>
                      <a:pt x="2209" y="1528"/>
                      <a:pt x="2209" y="1528"/>
                    </a:cubicBezTo>
                    <a:lnTo>
                      <a:pt x="2219" y="1528"/>
                    </a:lnTo>
                    <a:lnTo>
                      <a:pt x="7873" y="1887"/>
                    </a:lnTo>
                    <a:cubicBezTo>
                      <a:pt x="7963" y="1892"/>
                      <a:pt x="8051" y="1896"/>
                      <a:pt x="8144" y="1896"/>
                    </a:cubicBezTo>
                    <a:cubicBezTo>
                      <a:pt x="8709" y="1896"/>
                      <a:pt x="9256" y="1780"/>
                      <a:pt x="9750" y="1574"/>
                    </a:cubicBezTo>
                    <a:lnTo>
                      <a:pt x="9293" y="1313"/>
                    </a:lnTo>
                    <a:cubicBezTo>
                      <a:pt x="7375" y="327"/>
                      <a:pt x="5571" y="0"/>
                      <a:pt x="40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Google Shape;2982;p63"/>
              <p:cNvSpPr/>
              <p:nvPr/>
            </p:nvSpPr>
            <p:spPr>
              <a:xfrm>
                <a:off x="2224965" y="1691318"/>
                <a:ext cx="985839" cy="1824117"/>
              </a:xfrm>
              <a:custGeom>
                <a:avLst/>
                <a:gdLst/>
                <a:ahLst/>
                <a:cxnLst/>
                <a:rect l="l" t="t" r="r" b="b"/>
                <a:pathLst>
                  <a:path w="12333" h="22820" extrusionOk="0">
                    <a:moveTo>
                      <a:pt x="2876" y="0"/>
                    </a:moveTo>
                    <a:cubicBezTo>
                      <a:pt x="1331" y="103"/>
                      <a:pt x="1" y="1364"/>
                      <a:pt x="1" y="3026"/>
                    </a:cubicBezTo>
                    <a:lnTo>
                      <a:pt x="1" y="9549"/>
                    </a:lnTo>
                    <a:cubicBezTo>
                      <a:pt x="14" y="9545"/>
                      <a:pt x="29" y="9539"/>
                      <a:pt x="46" y="9539"/>
                    </a:cubicBezTo>
                    <a:lnTo>
                      <a:pt x="66" y="9539"/>
                    </a:lnTo>
                    <a:lnTo>
                      <a:pt x="66" y="4474"/>
                    </a:lnTo>
                    <a:cubicBezTo>
                      <a:pt x="66" y="3086"/>
                      <a:pt x="1322" y="2050"/>
                      <a:pt x="2742" y="2050"/>
                    </a:cubicBezTo>
                    <a:cubicBezTo>
                      <a:pt x="3050" y="2050"/>
                      <a:pt x="3367" y="2101"/>
                      <a:pt x="3680" y="2205"/>
                    </a:cubicBezTo>
                    <a:cubicBezTo>
                      <a:pt x="6113" y="3371"/>
                      <a:pt x="8097" y="5146"/>
                      <a:pt x="9404" y="7293"/>
                    </a:cubicBezTo>
                    <a:cubicBezTo>
                      <a:pt x="9591" y="7172"/>
                      <a:pt x="9774" y="7041"/>
                      <a:pt x="9951" y="6911"/>
                    </a:cubicBezTo>
                    <a:cubicBezTo>
                      <a:pt x="9951" y="6906"/>
                      <a:pt x="9955" y="6901"/>
                      <a:pt x="9960" y="6901"/>
                    </a:cubicBezTo>
                    <a:cubicBezTo>
                      <a:pt x="8690" y="4026"/>
                      <a:pt x="6468" y="1649"/>
                      <a:pt x="3638" y="164"/>
                    </a:cubicBezTo>
                    <a:cubicBezTo>
                      <a:pt x="3386" y="70"/>
                      <a:pt x="3128" y="19"/>
                      <a:pt x="2876" y="0"/>
                    </a:cubicBezTo>
                    <a:close/>
                    <a:moveTo>
                      <a:pt x="1" y="9955"/>
                    </a:moveTo>
                    <a:lnTo>
                      <a:pt x="1" y="14321"/>
                    </a:lnTo>
                    <a:cubicBezTo>
                      <a:pt x="18" y="14312"/>
                      <a:pt x="42" y="14302"/>
                      <a:pt x="66" y="14302"/>
                    </a:cubicBezTo>
                    <a:lnTo>
                      <a:pt x="66" y="9965"/>
                    </a:lnTo>
                    <a:cubicBezTo>
                      <a:pt x="52" y="9959"/>
                      <a:pt x="42" y="9959"/>
                      <a:pt x="38" y="9959"/>
                    </a:cubicBezTo>
                    <a:cubicBezTo>
                      <a:pt x="24" y="9959"/>
                      <a:pt x="10" y="9959"/>
                      <a:pt x="1" y="9955"/>
                    </a:cubicBezTo>
                    <a:close/>
                    <a:moveTo>
                      <a:pt x="10133" y="7298"/>
                    </a:moveTo>
                    <a:cubicBezTo>
                      <a:pt x="9964" y="7425"/>
                      <a:pt x="9792" y="7541"/>
                      <a:pt x="9619" y="7658"/>
                    </a:cubicBezTo>
                    <a:cubicBezTo>
                      <a:pt x="9983" y="8302"/>
                      <a:pt x="10287" y="8979"/>
                      <a:pt x="10530" y="9679"/>
                    </a:cubicBezTo>
                    <a:lnTo>
                      <a:pt x="11268" y="11851"/>
                    </a:lnTo>
                    <a:cubicBezTo>
                      <a:pt x="11664" y="13004"/>
                      <a:pt x="11949" y="14185"/>
                      <a:pt x="12122" y="15381"/>
                    </a:cubicBezTo>
                    <a:cubicBezTo>
                      <a:pt x="12145" y="15377"/>
                      <a:pt x="12169" y="15372"/>
                      <a:pt x="12192" y="15367"/>
                    </a:cubicBezTo>
                    <a:lnTo>
                      <a:pt x="12206" y="15367"/>
                    </a:lnTo>
                    <a:cubicBezTo>
                      <a:pt x="12048" y="13808"/>
                      <a:pt x="11729" y="12267"/>
                      <a:pt x="11263" y="10763"/>
                    </a:cubicBezTo>
                    <a:lnTo>
                      <a:pt x="10520" y="8382"/>
                    </a:lnTo>
                    <a:cubicBezTo>
                      <a:pt x="10404" y="8013"/>
                      <a:pt x="10273" y="7653"/>
                      <a:pt x="10133" y="7298"/>
                    </a:cubicBezTo>
                    <a:close/>
                    <a:moveTo>
                      <a:pt x="12244" y="15782"/>
                    </a:moveTo>
                    <a:cubicBezTo>
                      <a:pt x="12225" y="15787"/>
                      <a:pt x="12201" y="15792"/>
                      <a:pt x="12178" y="15797"/>
                    </a:cubicBezTo>
                    <a:cubicBezTo>
                      <a:pt x="12267" y="16521"/>
                      <a:pt x="12318" y="17249"/>
                      <a:pt x="12328" y="17978"/>
                    </a:cubicBezTo>
                    <a:cubicBezTo>
                      <a:pt x="12332" y="17244"/>
                      <a:pt x="12304" y="16511"/>
                      <a:pt x="12244" y="15782"/>
                    </a:cubicBezTo>
                    <a:close/>
                    <a:moveTo>
                      <a:pt x="1" y="14709"/>
                    </a:moveTo>
                    <a:lnTo>
                      <a:pt x="1" y="18799"/>
                    </a:lnTo>
                    <a:cubicBezTo>
                      <a:pt x="1" y="19098"/>
                      <a:pt x="42" y="19392"/>
                      <a:pt x="113" y="19668"/>
                    </a:cubicBezTo>
                    <a:cubicBezTo>
                      <a:pt x="80" y="19481"/>
                      <a:pt x="61" y="19284"/>
                      <a:pt x="66" y="19088"/>
                    </a:cubicBezTo>
                    <a:lnTo>
                      <a:pt x="66" y="14756"/>
                    </a:lnTo>
                    <a:cubicBezTo>
                      <a:pt x="38" y="14737"/>
                      <a:pt x="14" y="14722"/>
                      <a:pt x="1" y="14709"/>
                    </a:cubicBezTo>
                    <a:close/>
                    <a:moveTo>
                      <a:pt x="8382" y="22806"/>
                    </a:moveTo>
                    <a:lnTo>
                      <a:pt x="8475" y="22810"/>
                    </a:lnTo>
                    <a:cubicBezTo>
                      <a:pt x="8555" y="22815"/>
                      <a:pt x="8634" y="22819"/>
                      <a:pt x="8714" y="22819"/>
                    </a:cubicBezTo>
                    <a:lnTo>
                      <a:pt x="8718" y="22819"/>
                    </a:lnTo>
                    <a:cubicBezTo>
                      <a:pt x="8643" y="22819"/>
                      <a:pt x="8569" y="22815"/>
                      <a:pt x="8494" y="22810"/>
                    </a:cubicBezTo>
                    <a:lnTo>
                      <a:pt x="8382" y="2280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Google Shape;2983;p63"/>
              <p:cNvSpPr/>
              <p:nvPr/>
            </p:nvSpPr>
            <p:spPr>
              <a:xfrm>
                <a:off x="2228322" y="1855187"/>
                <a:ext cx="986558" cy="1660091"/>
              </a:xfrm>
              <a:custGeom>
                <a:avLst/>
                <a:gdLst/>
                <a:ahLst/>
                <a:cxnLst/>
                <a:rect l="l" t="t" r="r" b="b"/>
                <a:pathLst>
                  <a:path w="12342" h="20768" extrusionOk="0">
                    <a:moveTo>
                      <a:pt x="2699" y="0"/>
                    </a:moveTo>
                    <a:cubicBezTo>
                      <a:pt x="1280" y="0"/>
                      <a:pt x="24" y="1035"/>
                      <a:pt x="24" y="2424"/>
                    </a:cubicBezTo>
                    <a:lnTo>
                      <a:pt x="24" y="17038"/>
                    </a:lnTo>
                    <a:cubicBezTo>
                      <a:pt x="0" y="18846"/>
                      <a:pt x="1545" y="20354"/>
                      <a:pt x="3545" y="20471"/>
                    </a:cubicBezTo>
                    <a:lnTo>
                      <a:pt x="8452" y="20760"/>
                    </a:lnTo>
                    <a:cubicBezTo>
                      <a:pt x="8532" y="20765"/>
                      <a:pt x="8612" y="20767"/>
                      <a:pt x="8691" y="20767"/>
                    </a:cubicBezTo>
                    <a:cubicBezTo>
                      <a:pt x="10608" y="20767"/>
                      <a:pt x="12204" y="19380"/>
                      <a:pt x="12253" y="17622"/>
                    </a:cubicBezTo>
                    <a:lnTo>
                      <a:pt x="12276" y="16684"/>
                    </a:lnTo>
                    <a:cubicBezTo>
                      <a:pt x="12342" y="14353"/>
                      <a:pt x="11987" y="12028"/>
                      <a:pt x="11226" y="9801"/>
                    </a:cubicBezTo>
                    <a:lnTo>
                      <a:pt x="10488" y="7629"/>
                    </a:lnTo>
                    <a:cubicBezTo>
                      <a:pt x="9390" y="4417"/>
                      <a:pt x="6925" y="1728"/>
                      <a:pt x="3638" y="155"/>
                    </a:cubicBezTo>
                    <a:cubicBezTo>
                      <a:pt x="3325" y="49"/>
                      <a:pt x="3008" y="0"/>
                      <a:pt x="269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Google Shape;2984;p63"/>
              <p:cNvSpPr/>
              <p:nvPr/>
            </p:nvSpPr>
            <p:spPr>
              <a:xfrm>
                <a:off x="2224965" y="2242957"/>
                <a:ext cx="809982" cy="245001"/>
              </a:xfrm>
              <a:custGeom>
                <a:avLst/>
                <a:gdLst/>
                <a:ahLst/>
                <a:cxnLst/>
                <a:rect l="l" t="t" r="r" b="b"/>
                <a:pathLst>
                  <a:path w="10133" h="3065" extrusionOk="0">
                    <a:moveTo>
                      <a:pt x="9960" y="0"/>
                    </a:moveTo>
                    <a:cubicBezTo>
                      <a:pt x="9955" y="0"/>
                      <a:pt x="9951" y="5"/>
                      <a:pt x="9951" y="10"/>
                    </a:cubicBezTo>
                    <a:cubicBezTo>
                      <a:pt x="9774" y="140"/>
                      <a:pt x="9591" y="271"/>
                      <a:pt x="9404" y="392"/>
                    </a:cubicBezTo>
                    <a:cubicBezTo>
                      <a:pt x="9479" y="515"/>
                      <a:pt x="9550" y="636"/>
                      <a:pt x="9619" y="757"/>
                    </a:cubicBezTo>
                    <a:cubicBezTo>
                      <a:pt x="9792" y="640"/>
                      <a:pt x="9964" y="524"/>
                      <a:pt x="10133" y="397"/>
                    </a:cubicBezTo>
                    <a:cubicBezTo>
                      <a:pt x="10076" y="262"/>
                      <a:pt x="10020" y="131"/>
                      <a:pt x="9960" y="0"/>
                    </a:cubicBezTo>
                    <a:close/>
                    <a:moveTo>
                      <a:pt x="46" y="2638"/>
                    </a:moveTo>
                    <a:cubicBezTo>
                      <a:pt x="29" y="2638"/>
                      <a:pt x="14" y="2644"/>
                      <a:pt x="1" y="2648"/>
                    </a:cubicBezTo>
                    <a:lnTo>
                      <a:pt x="1" y="3054"/>
                    </a:lnTo>
                    <a:cubicBezTo>
                      <a:pt x="10" y="3058"/>
                      <a:pt x="24" y="3058"/>
                      <a:pt x="38" y="3058"/>
                    </a:cubicBezTo>
                    <a:cubicBezTo>
                      <a:pt x="42" y="3058"/>
                      <a:pt x="52" y="3058"/>
                      <a:pt x="66" y="3064"/>
                    </a:cubicBezTo>
                    <a:lnTo>
                      <a:pt x="66" y="263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Google Shape;2985;p63"/>
              <p:cNvSpPr/>
              <p:nvPr/>
            </p:nvSpPr>
            <p:spPr>
              <a:xfrm>
                <a:off x="2230161" y="2274292"/>
                <a:ext cx="763779" cy="213986"/>
              </a:xfrm>
              <a:custGeom>
                <a:avLst/>
                <a:gdLst/>
                <a:ahLst/>
                <a:cxnLst/>
                <a:rect l="l" t="t" r="r" b="b"/>
                <a:pathLst>
                  <a:path w="9555" h="2677" extrusionOk="0">
                    <a:moveTo>
                      <a:pt x="9339" y="0"/>
                    </a:moveTo>
                    <a:cubicBezTo>
                      <a:pt x="6151" y="2093"/>
                      <a:pt x="1662" y="2256"/>
                      <a:pt x="360" y="2256"/>
                    </a:cubicBezTo>
                    <a:cubicBezTo>
                      <a:pt x="160" y="2256"/>
                      <a:pt x="33" y="2252"/>
                      <a:pt x="1" y="2246"/>
                    </a:cubicBezTo>
                    <a:lnTo>
                      <a:pt x="1" y="2672"/>
                    </a:lnTo>
                    <a:cubicBezTo>
                      <a:pt x="66" y="2672"/>
                      <a:pt x="220" y="2677"/>
                      <a:pt x="453" y="2677"/>
                    </a:cubicBezTo>
                    <a:cubicBezTo>
                      <a:pt x="1910" y="2677"/>
                      <a:pt x="6309" y="2489"/>
                      <a:pt x="9554" y="365"/>
                    </a:cubicBezTo>
                    <a:cubicBezTo>
                      <a:pt x="9485" y="244"/>
                      <a:pt x="9414" y="123"/>
                      <a:pt x="933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Google Shape;2986;p63"/>
              <p:cNvSpPr/>
              <p:nvPr/>
            </p:nvSpPr>
            <p:spPr>
              <a:xfrm>
                <a:off x="2230161" y="2834563"/>
                <a:ext cx="968253" cy="158351"/>
              </a:xfrm>
              <a:custGeom>
                <a:avLst/>
                <a:gdLst/>
                <a:ahLst/>
                <a:cxnLst/>
                <a:rect l="l" t="t" r="r" b="b"/>
                <a:pathLst>
                  <a:path w="12113" h="1981" extrusionOk="0">
                    <a:moveTo>
                      <a:pt x="1" y="0"/>
                    </a:moveTo>
                    <a:lnTo>
                      <a:pt x="1" y="454"/>
                    </a:lnTo>
                    <a:cubicBezTo>
                      <a:pt x="472" y="790"/>
                      <a:pt x="2457" y="1980"/>
                      <a:pt x="6828" y="1980"/>
                    </a:cubicBezTo>
                    <a:cubicBezTo>
                      <a:pt x="8308" y="1980"/>
                      <a:pt x="10059" y="1845"/>
                      <a:pt x="12113" y="1495"/>
                    </a:cubicBezTo>
                    <a:cubicBezTo>
                      <a:pt x="12095" y="1355"/>
                      <a:pt x="12076" y="1215"/>
                      <a:pt x="12057" y="1079"/>
                    </a:cubicBezTo>
                    <a:cubicBezTo>
                      <a:pt x="10050" y="1420"/>
                      <a:pt x="8336" y="1551"/>
                      <a:pt x="6888" y="1551"/>
                    </a:cubicBezTo>
                    <a:cubicBezTo>
                      <a:pt x="2050" y="1551"/>
                      <a:pt x="188" y="71"/>
                      <a:pt x="160" y="47"/>
                    </a:cubicBezTo>
                    <a:cubicBezTo>
                      <a:pt x="117" y="15"/>
                      <a:pt x="71" y="0"/>
                      <a:pt x="2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87" name="Google Shape;2987;p63"/>
            <p:cNvGrpSpPr/>
            <p:nvPr/>
          </p:nvGrpSpPr>
          <p:grpSpPr>
            <a:xfrm>
              <a:off x="1134313" y="1349752"/>
              <a:ext cx="1808075" cy="1636446"/>
              <a:chOff x="1134313" y="1349752"/>
              <a:chExt cx="1808075" cy="1636446"/>
            </a:xfrm>
          </p:grpSpPr>
          <p:sp>
            <p:nvSpPr>
              <p:cNvPr id="2988" name="Google Shape;2988;p63"/>
              <p:cNvSpPr/>
              <p:nvPr/>
            </p:nvSpPr>
            <p:spPr>
              <a:xfrm>
                <a:off x="1134313" y="2621374"/>
                <a:ext cx="330691" cy="353952"/>
              </a:xfrm>
              <a:custGeom>
                <a:avLst/>
                <a:gdLst/>
                <a:ahLst/>
                <a:cxnLst/>
                <a:rect l="l" t="t" r="r" b="b"/>
                <a:pathLst>
                  <a:path w="4137" h="4428" extrusionOk="0">
                    <a:moveTo>
                      <a:pt x="3876" y="1"/>
                    </a:moveTo>
                    <a:cubicBezTo>
                      <a:pt x="3727" y="1"/>
                      <a:pt x="3610" y="118"/>
                      <a:pt x="3610" y="263"/>
                    </a:cubicBezTo>
                    <a:cubicBezTo>
                      <a:pt x="3610" y="1309"/>
                      <a:pt x="2760" y="2158"/>
                      <a:pt x="1718" y="2158"/>
                    </a:cubicBezTo>
                    <a:lnTo>
                      <a:pt x="1677" y="2158"/>
                    </a:lnTo>
                    <a:cubicBezTo>
                      <a:pt x="752" y="2158"/>
                      <a:pt x="0" y="2910"/>
                      <a:pt x="0" y="3830"/>
                    </a:cubicBezTo>
                    <a:lnTo>
                      <a:pt x="0" y="4166"/>
                    </a:lnTo>
                    <a:cubicBezTo>
                      <a:pt x="0" y="4311"/>
                      <a:pt x="121" y="4428"/>
                      <a:pt x="266" y="4428"/>
                    </a:cubicBezTo>
                    <a:cubicBezTo>
                      <a:pt x="411" y="4428"/>
                      <a:pt x="528" y="4311"/>
                      <a:pt x="528" y="4166"/>
                    </a:cubicBezTo>
                    <a:lnTo>
                      <a:pt x="528" y="3830"/>
                    </a:lnTo>
                    <a:cubicBezTo>
                      <a:pt x="528" y="3199"/>
                      <a:pt x="1042" y="2686"/>
                      <a:pt x="1677" y="2686"/>
                    </a:cubicBezTo>
                    <a:lnTo>
                      <a:pt x="1718" y="2686"/>
                    </a:lnTo>
                    <a:cubicBezTo>
                      <a:pt x="3050" y="2686"/>
                      <a:pt x="4137" y="1598"/>
                      <a:pt x="4137" y="263"/>
                    </a:cubicBezTo>
                    <a:cubicBezTo>
                      <a:pt x="4137" y="118"/>
                      <a:pt x="4020" y="1"/>
                      <a:pt x="387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Google Shape;2989;p63"/>
              <p:cNvSpPr/>
              <p:nvPr/>
            </p:nvSpPr>
            <p:spPr>
              <a:xfrm>
                <a:off x="1504179" y="2402749"/>
                <a:ext cx="146361" cy="245960"/>
              </a:xfrm>
              <a:custGeom>
                <a:avLst/>
                <a:gdLst/>
                <a:ahLst/>
                <a:cxnLst/>
                <a:rect l="l" t="t" r="r" b="b"/>
                <a:pathLst>
                  <a:path w="1831" h="3077" extrusionOk="0">
                    <a:moveTo>
                      <a:pt x="262" y="0"/>
                    </a:moveTo>
                    <a:cubicBezTo>
                      <a:pt x="117" y="0"/>
                      <a:pt x="1" y="117"/>
                      <a:pt x="1" y="262"/>
                    </a:cubicBezTo>
                    <a:lnTo>
                      <a:pt x="1" y="831"/>
                    </a:lnTo>
                    <a:cubicBezTo>
                      <a:pt x="1" y="1279"/>
                      <a:pt x="365" y="1643"/>
                      <a:pt x="813" y="1643"/>
                    </a:cubicBezTo>
                    <a:cubicBezTo>
                      <a:pt x="1084" y="1643"/>
                      <a:pt x="1308" y="1867"/>
                      <a:pt x="1308" y="2139"/>
                    </a:cubicBezTo>
                    <a:lnTo>
                      <a:pt x="1308" y="2811"/>
                    </a:lnTo>
                    <a:cubicBezTo>
                      <a:pt x="1308" y="2960"/>
                      <a:pt x="1425" y="3077"/>
                      <a:pt x="1570" y="3077"/>
                    </a:cubicBezTo>
                    <a:cubicBezTo>
                      <a:pt x="1714" y="3077"/>
                      <a:pt x="1831" y="2960"/>
                      <a:pt x="1831" y="2811"/>
                    </a:cubicBezTo>
                    <a:lnTo>
                      <a:pt x="1831" y="2139"/>
                    </a:lnTo>
                    <a:cubicBezTo>
                      <a:pt x="1831" y="1578"/>
                      <a:pt x="1373" y="1121"/>
                      <a:pt x="813" y="1121"/>
                    </a:cubicBezTo>
                    <a:cubicBezTo>
                      <a:pt x="654" y="1121"/>
                      <a:pt x="524" y="990"/>
                      <a:pt x="524" y="831"/>
                    </a:cubicBezTo>
                    <a:lnTo>
                      <a:pt x="524" y="262"/>
                    </a:lnTo>
                    <a:cubicBezTo>
                      <a:pt x="524" y="117"/>
                      <a:pt x="406" y="0"/>
                      <a:pt x="26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Google Shape;2990;p63"/>
              <p:cNvSpPr/>
              <p:nvPr/>
            </p:nvSpPr>
            <p:spPr>
              <a:xfrm>
                <a:off x="1522484" y="2624811"/>
                <a:ext cx="169222" cy="361386"/>
              </a:xfrm>
              <a:custGeom>
                <a:avLst/>
                <a:gdLst/>
                <a:ahLst/>
                <a:cxnLst/>
                <a:rect l="l" t="t" r="r" b="b"/>
                <a:pathLst>
                  <a:path w="2117" h="4521" extrusionOk="0">
                    <a:moveTo>
                      <a:pt x="261" y="1"/>
                    </a:moveTo>
                    <a:cubicBezTo>
                      <a:pt x="117" y="1"/>
                      <a:pt x="0" y="117"/>
                      <a:pt x="0" y="262"/>
                    </a:cubicBezTo>
                    <a:lnTo>
                      <a:pt x="0" y="1457"/>
                    </a:lnTo>
                    <a:cubicBezTo>
                      <a:pt x="0" y="2018"/>
                      <a:pt x="453" y="2475"/>
                      <a:pt x="1013" y="2475"/>
                    </a:cubicBezTo>
                    <a:cubicBezTo>
                      <a:pt x="1332" y="2475"/>
                      <a:pt x="1588" y="2732"/>
                      <a:pt x="1588" y="3050"/>
                    </a:cubicBezTo>
                    <a:lnTo>
                      <a:pt x="1588" y="4259"/>
                    </a:lnTo>
                    <a:cubicBezTo>
                      <a:pt x="1588" y="4404"/>
                      <a:pt x="1709" y="4520"/>
                      <a:pt x="1854" y="4520"/>
                    </a:cubicBezTo>
                    <a:cubicBezTo>
                      <a:pt x="1998" y="4520"/>
                      <a:pt x="2116" y="4404"/>
                      <a:pt x="2116" y="4259"/>
                    </a:cubicBezTo>
                    <a:lnTo>
                      <a:pt x="2116" y="3050"/>
                    </a:lnTo>
                    <a:cubicBezTo>
                      <a:pt x="2116" y="2442"/>
                      <a:pt x="1621" y="1952"/>
                      <a:pt x="1013" y="1952"/>
                    </a:cubicBezTo>
                    <a:cubicBezTo>
                      <a:pt x="743" y="1952"/>
                      <a:pt x="524" y="1727"/>
                      <a:pt x="524" y="1457"/>
                    </a:cubicBezTo>
                    <a:lnTo>
                      <a:pt x="524" y="262"/>
                    </a:lnTo>
                    <a:cubicBezTo>
                      <a:pt x="524" y="117"/>
                      <a:pt x="407" y="1"/>
                      <a:pt x="26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Google Shape;2991;p63"/>
              <p:cNvSpPr/>
              <p:nvPr/>
            </p:nvSpPr>
            <p:spPr>
              <a:xfrm>
                <a:off x="2611617" y="2621374"/>
                <a:ext cx="330771" cy="353952"/>
              </a:xfrm>
              <a:custGeom>
                <a:avLst/>
                <a:gdLst/>
                <a:ahLst/>
                <a:cxnLst/>
                <a:rect l="l" t="t" r="r" b="b"/>
                <a:pathLst>
                  <a:path w="4138" h="4428" extrusionOk="0">
                    <a:moveTo>
                      <a:pt x="263" y="1"/>
                    </a:moveTo>
                    <a:cubicBezTo>
                      <a:pt x="118" y="1"/>
                      <a:pt x="0" y="118"/>
                      <a:pt x="0" y="263"/>
                    </a:cubicBezTo>
                    <a:cubicBezTo>
                      <a:pt x="0" y="1598"/>
                      <a:pt x="1089" y="2686"/>
                      <a:pt x="2420" y="2686"/>
                    </a:cubicBezTo>
                    <a:lnTo>
                      <a:pt x="2461" y="2686"/>
                    </a:lnTo>
                    <a:cubicBezTo>
                      <a:pt x="3097" y="2686"/>
                      <a:pt x="3610" y="3199"/>
                      <a:pt x="3610" y="3830"/>
                    </a:cubicBezTo>
                    <a:lnTo>
                      <a:pt x="3610" y="4166"/>
                    </a:lnTo>
                    <a:cubicBezTo>
                      <a:pt x="3610" y="4311"/>
                      <a:pt x="3727" y="4428"/>
                      <a:pt x="3872" y="4428"/>
                    </a:cubicBezTo>
                    <a:cubicBezTo>
                      <a:pt x="4017" y="4428"/>
                      <a:pt x="4138" y="4311"/>
                      <a:pt x="4138" y="4166"/>
                    </a:cubicBezTo>
                    <a:lnTo>
                      <a:pt x="4138" y="3830"/>
                    </a:lnTo>
                    <a:cubicBezTo>
                      <a:pt x="4138" y="2910"/>
                      <a:pt x="3386" y="2158"/>
                      <a:pt x="2461" y="2158"/>
                    </a:cubicBezTo>
                    <a:lnTo>
                      <a:pt x="2420" y="2158"/>
                    </a:lnTo>
                    <a:cubicBezTo>
                      <a:pt x="1379" y="2158"/>
                      <a:pt x="528" y="1309"/>
                      <a:pt x="528" y="263"/>
                    </a:cubicBezTo>
                    <a:cubicBezTo>
                      <a:pt x="528" y="118"/>
                      <a:pt x="407" y="1"/>
                      <a:pt x="2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Google Shape;2992;p63"/>
              <p:cNvSpPr/>
              <p:nvPr/>
            </p:nvSpPr>
            <p:spPr>
              <a:xfrm>
                <a:off x="2426165" y="2402749"/>
                <a:ext cx="146361" cy="245960"/>
              </a:xfrm>
              <a:custGeom>
                <a:avLst/>
                <a:gdLst/>
                <a:ahLst/>
                <a:cxnLst/>
                <a:rect l="l" t="t" r="r" b="b"/>
                <a:pathLst>
                  <a:path w="1831" h="3077" extrusionOk="0">
                    <a:moveTo>
                      <a:pt x="1570" y="0"/>
                    </a:moveTo>
                    <a:cubicBezTo>
                      <a:pt x="1424" y="0"/>
                      <a:pt x="1307" y="117"/>
                      <a:pt x="1307" y="262"/>
                    </a:cubicBezTo>
                    <a:lnTo>
                      <a:pt x="1307" y="831"/>
                    </a:lnTo>
                    <a:cubicBezTo>
                      <a:pt x="1307" y="990"/>
                      <a:pt x="1177" y="1121"/>
                      <a:pt x="1018" y="1121"/>
                    </a:cubicBezTo>
                    <a:cubicBezTo>
                      <a:pt x="458" y="1121"/>
                      <a:pt x="1" y="1578"/>
                      <a:pt x="1" y="2139"/>
                    </a:cubicBezTo>
                    <a:lnTo>
                      <a:pt x="1" y="2811"/>
                    </a:lnTo>
                    <a:cubicBezTo>
                      <a:pt x="1" y="2960"/>
                      <a:pt x="117" y="3077"/>
                      <a:pt x="262" y="3077"/>
                    </a:cubicBezTo>
                    <a:cubicBezTo>
                      <a:pt x="406" y="3077"/>
                      <a:pt x="523" y="2960"/>
                      <a:pt x="523" y="2811"/>
                    </a:cubicBezTo>
                    <a:lnTo>
                      <a:pt x="523" y="2139"/>
                    </a:lnTo>
                    <a:cubicBezTo>
                      <a:pt x="523" y="1867"/>
                      <a:pt x="747" y="1643"/>
                      <a:pt x="1018" y="1643"/>
                    </a:cubicBezTo>
                    <a:cubicBezTo>
                      <a:pt x="1466" y="1643"/>
                      <a:pt x="1831" y="1279"/>
                      <a:pt x="1831" y="831"/>
                    </a:cubicBezTo>
                    <a:lnTo>
                      <a:pt x="1831" y="262"/>
                    </a:lnTo>
                    <a:cubicBezTo>
                      <a:pt x="1831" y="117"/>
                      <a:pt x="1714" y="0"/>
                      <a:pt x="157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Google Shape;2993;p63"/>
              <p:cNvSpPr/>
              <p:nvPr/>
            </p:nvSpPr>
            <p:spPr>
              <a:xfrm>
                <a:off x="2385077" y="2624811"/>
                <a:ext cx="169143" cy="361386"/>
              </a:xfrm>
              <a:custGeom>
                <a:avLst/>
                <a:gdLst/>
                <a:ahLst/>
                <a:cxnLst/>
                <a:rect l="l" t="t" r="r" b="b"/>
                <a:pathLst>
                  <a:path w="2116" h="4521" extrusionOk="0">
                    <a:moveTo>
                      <a:pt x="1854" y="1"/>
                    </a:moveTo>
                    <a:cubicBezTo>
                      <a:pt x="1709" y="1"/>
                      <a:pt x="1593" y="117"/>
                      <a:pt x="1593" y="262"/>
                    </a:cubicBezTo>
                    <a:lnTo>
                      <a:pt x="1593" y="1457"/>
                    </a:lnTo>
                    <a:cubicBezTo>
                      <a:pt x="1593" y="1727"/>
                      <a:pt x="1369" y="1952"/>
                      <a:pt x="1103" y="1952"/>
                    </a:cubicBezTo>
                    <a:cubicBezTo>
                      <a:pt x="496" y="1952"/>
                      <a:pt x="0" y="2442"/>
                      <a:pt x="0" y="3050"/>
                    </a:cubicBezTo>
                    <a:lnTo>
                      <a:pt x="0" y="4259"/>
                    </a:lnTo>
                    <a:cubicBezTo>
                      <a:pt x="0" y="4404"/>
                      <a:pt x="117" y="4520"/>
                      <a:pt x="262" y="4520"/>
                    </a:cubicBezTo>
                    <a:cubicBezTo>
                      <a:pt x="407" y="4520"/>
                      <a:pt x="528" y="4404"/>
                      <a:pt x="528" y="4259"/>
                    </a:cubicBezTo>
                    <a:lnTo>
                      <a:pt x="528" y="3050"/>
                    </a:lnTo>
                    <a:cubicBezTo>
                      <a:pt x="528" y="2732"/>
                      <a:pt x="785" y="2475"/>
                      <a:pt x="1103" y="2475"/>
                    </a:cubicBezTo>
                    <a:cubicBezTo>
                      <a:pt x="1663" y="2475"/>
                      <a:pt x="2116" y="2018"/>
                      <a:pt x="2116" y="1457"/>
                    </a:cubicBezTo>
                    <a:lnTo>
                      <a:pt x="2116" y="262"/>
                    </a:lnTo>
                    <a:cubicBezTo>
                      <a:pt x="2116" y="117"/>
                      <a:pt x="1999" y="1"/>
                      <a:pt x="185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Google Shape;2994;p63"/>
              <p:cNvSpPr/>
              <p:nvPr/>
            </p:nvSpPr>
            <p:spPr>
              <a:xfrm>
                <a:off x="1232075" y="1349752"/>
                <a:ext cx="1612529" cy="1318608"/>
              </a:xfrm>
              <a:custGeom>
                <a:avLst/>
                <a:gdLst/>
                <a:ahLst/>
                <a:cxnLst/>
                <a:rect l="l" t="t" r="r" b="b"/>
                <a:pathLst>
                  <a:path w="20173" h="16496" extrusionOk="0">
                    <a:moveTo>
                      <a:pt x="10077" y="0"/>
                    </a:moveTo>
                    <a:cubicBezTo>
                      <a:pt x="9872" y="0"/>
                      <a:pt x="9708" y="164"/>
                      <a:pt x="9708" y="370"/>
                    </a:cubicBezTo>
                    <a:lnTo>
                      <a:pt x="9708" y="486"/>
                    </a:lnTo>
                    <a:cubicBezTo>
                      <a:pt x="9699" y="495"/>
                      <a:pt x="9694" y="500"/>
                      <a:pt x="9694" y="500"/>
                    </a:cubicBezTo>
                    <a:cubicBezTo>
                      <a:pt x="9694" y="500"/>
                      <a:pt x="9493" y="8807"/>
                      <a:pt x="9269" y="12551"/>
                    </a:cubicBezTo>
                    <a:cubicBezTo>
                      <a:pt x="9111" y="15256"/>
                      <a:pt x="8513" y="15368"/>
                      <a:pt x="7775" y="15671"/>
                    </a:cubicBezTo>
                    <a:cubicBezTo>
                      <a:pt x="7775" y="15671"/>
                      <a:pt x="7784" y="15689"/>
                      <a:pt x="7808" y="15723"/>
                    </a:cubicBezTo>
                    <a:lnTo>
                      <a:pt x="2092" y="15723"/>
                    </a:lnTo>
                    <a:cubicBezTo>
                      <a:pt x="1345" y="15723"/>
                      <a:pt x="739" y="15116"/>
                      <a:pt x="739" y="14368"/>
                    </a:cubicBezTo>
                    <a:lnTo>
                      <a:pt x="739" y="13435"/>
                    </a:lnTo>
                    <a:cubicBezTo>
                      <a:pt x="739" y="13234"/>
                      <a:pt x="570" y="13066"/>
                      <a:pt x="370" y="13066"/>
                    </a:cubicBezTo>
                    <a:cubicBezTo>
                      <a:pt x="164" y="13066"/>
                      <a:pt x="0" y="13234"/>
                      <a:pt x="0" y="13435"/>
                    </a:cubicBezTo>
                    <a:lnTo>
                      <a:pt x="0" y="14368"/>
                    </a:lnTo>
                    <a:cubicBezTo>
                      <a:pt x="0" y="15521"/>
                      <a:pt x="939" y="16456"/>
                      <a:pt x="2092" y="16456"/>
                    </a:cubicBezTo>
                    <a:lnTo>
                      <a:pt x="7896" y="16456"/>
                    </a:lnTo>
                    <a:cubicBezTo>
                      <a:pt x="8340" y="16456"/>
                      <a:pt x="8760" y="16344"/>
                      <a:pt x="9125" y="16143"/>
                    </a:cubicBezTo>
                    <a:cubicBezTo>
                      <a:pt x="9391" y="16026"/>
                      <a:pt x="9699" y="15797"/>
                      <a:pt x="10045" y="15396"/>
                    </a:cubicBezTo>
                    <a:cubicBezTo>
                      <a:pt x="10045" y="15396"/>
                      <a:pt x="10942" y="16495"/>
                      <a:pt x="12405" y="16495"/>
                    </a:cubicBezTo>
                    <a:cubicBezTo>
                      <a:pt x="12559" y="16495"/>
                      <a:pt x="12721" y="16483"/>
                      <a:pt x="12888" y="16456"/>
                    </a:cubicBezTo>
                    <a:lnTo>
                      <a:pt x="18081" y="16456"/>
                    </a:lnTo>
                    <a:cubicBezTo>
                      <a:pt x="19234" y="16456"/>
                      <a:pt x="20172" y="15521"/>
                      <a:pt x="20172" y="14368"/>
                    </a:cubicBezTo>
                    <a:lnTo>
                      <a:pt x="20172" y="13435"/>
                    </a:lnTo>
                    <a:cubicBezTo>
                      <a:pt x="20172" y="13234"/>
                      <a:pt x="20010" y="13066"/>
                      <a:pt x="19803" y="13066"/>
                    </a:cubicBezTo>
                    <a:cubicBezTo>
                      <a:pt x="19603" y="13066"/>
                      <a:pt x="19435" y="13234"/>
                      <a:pt x="19435" y="13435"/>
                    </a:cubicBezTo>
                    <a:lnTo>
                      <a:pt x="19435" y="14368"/>
                    </a:lnTo>
                    <a:cubicBezTo>
                      <a:pt x="19435" y="15116"/>
                      <a:pt x="18827" y="15723"/>
                      <a:pt x="18081" y="15723"/>
                    </a:cubicBezTo>
                    <a:lnTo>
                      <a:pt x="12809" y="15723"/>
                    </a:lnTo>
                    <a:cubicBezTo>
                      <a:pt x="11935" y="15419"/>
                      <a:pt x="10955" y="14695"/>
                      <a:pt x="10806" y="13000"/>
                    </a:cubicBezTo>
                    <a:cubicBezTo>
                      <a:pt x="10596" y="10661"/>
                      <a:pt x="10693" y="6281"/>
                      <a:pt x="10465" y="1103"/>
                    </a:cubicBezTo>
                    <a:lnTo>
                      <a:pt x="10465" y="370"/>
                    </a:lnTo>
                    <a:cubicBezTo>
                      <a:pt x="10465" y="164"/>
                      <a:pt x="10301" y="0"/>
                      <a:pt x="1009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Google Shape;2995;p63"/>
              <p:cNvSpPr/>
              <p:nvPr/>
            </p:nvSpPr>
            <p:spPr>
              <a:xfrm>
                <a:off x="1945348" y="1845115"/>
                <a:ext cx="183371" cy="25419"/>
              </a:xfrm>
              <a:custGeom>
                <a:avLst/>
                <a:gdLst/>
                <a:ahLst/>
                <a:cxnLst/>
                <a:rect l="l" t="t" r="r" b="b"/>
                <a:pathLst>
                  <a:path w="2294" h="318" extrusionOk="0">
                    <a:moveTo>
                      <a:pt x="1" y="0"/>
                    </a:moveTo>
                    <a:lnTo>
                      <a:pt x="1" y="317"/>
                    </a:lnTo>
                    <a:lnTo>
                      <a:pt x="2294" y="317"/>
                    </a:lnTo>
                    <a:lnTo>
                      <a:pt x="229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Google Shape;2996;p63"/>
              <p:cNvSpPr/>
              <p:nvPr/>
            </p:nvSpPr>
            <p:spPr>
              <a:xfrm>
                <a:off x="1945348" y="1669576"/>
                <a:ext cx="183371" cy="25579"/>
              </a:xfrm>
              <a:custGeom>
                <a:avLst/>
                <a:gdLst/>
                <a:ahLst/>
                <a:cxnLst/>
                <a:rect l="l" t="t" r="r" b="b"/>
                <a:pathLst>
                  <a:path w="2294" h="320" extrusionOk="0">
                    <a:moveTo>
                      <a:pt x="1" y="1"/>
                    </a:moveTo>
                    <a:lnTo>
                      <a:pt x="1" y="319"/>
                    </a:lnTo>
                    <a:lnTo>
                      <a:pt x="2294" y="319"/>
                    </a:lnTo>
                    <a:lnTo>
                      <a:pt x="229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Google Shape;2997;p63"/>
              <p:cNvSpPr/>
              <p:nvPr/>
            </p:nvSpPr>
            <p:spPr>
              <a:xfrm>
                <a:off x="1945348" y="1500911"/>
                <a:ext cx="183371" cy="25419"/>
              </a:xfrm>
              <a:custGeom>
                <a:avLst/>
                <a:gdLst/>
                <a:ahLst/>
                <a:cxnLst/>
                <a:rect l="l" t="t" r="r" b="b"/>
                <a:pathLst>
                  <a:path w="2294" h="318" extrusionOk="0">
                    <a:moveTo>
                      <a:pt x="1" y="1"/>
                    </a:moveTo>
                    <a:lnTo>
                      <a:pt x="1" y="318"/>
                    </a:lnTo>
                    <a:lnTo>
                      <a:pt x="2294" y="318"/>
                    </a:lnTo>
                    <a:lnTo>
                      <a:pt x="229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Google Shape;2998;p63"/>
              <p:cNvSpPr/>
              <p:nvPr/>
            </p:nvSpPr>
            <p:spPr>
              <a:xfrm>
                <a:off x="1945348" y="2333684"/>
                <a:ext cx="183371" cy="25419"/>
              </a:xfrm>
              <a:custGeom>
                <a:avLst/>
                <a:gdLst/>
                <a:ahLst/>
                <a:cxnLst/>
                <a:rect l="l" t="t" r="r" b="b"/>
                <a:pathLst>
                  <a:path w="2294" h="318" extrusionOk="0">
                    <a:moveTo>
                      <a:pt x="1" y="0"/>
                    </a:moveTo>
                    <a:lnTo>
                      <a:pt x="1" y="318"/>
                    </a:lnTo>
                    <a:lnTo>
                      <a:pt x="2294" y="318"/>
                    </a:lnTo>
                    <a:lnTo>
                      <a:pt x="229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Google Shape;2999;p63"/>
              <p:cNvSpPr/>
              <p:nvPr/>
            </p:nvSpPr>
            <p:spPr>
              <a:xfrm>
                <a:off x="1945348" y="2158225"/>
                <a:ext cx="183371" cy="25499"/>
              </a:xfrm>
              <a:custGeom>
                <a:avLst/>
                <a:gdLst/>
                <a:ahLst/>
                <a:cxnLst/>
                <a:rect l="l" t="t" r="r" b="b"/>
                <a:pathLst>
                  <a:path w="2294" h="319" extrusionOk="0">
                    <a:moveTo>
                      <a:pt x="1" y="0"/>
                    </a:moveTo>
                    <a:lnTo>
                      <a:pt x="1" y="318"/>
                    </a:lnTo>
                    <a:lnTo>
                      <a:pt x="2294" y="318"/>
                    </a:lnTo>
                    <a:lnTo>
                      <a:pt x="229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Google Shape;3000;p63"/>
              <p:cNvSpPr/>
              <p:nvPr/>
            </p:nvSpPr>
            <p:spPr>
              <a:xfrm>
                <a:off x="1945348" y="1989480"/>
                <a:ext cx="183371" cy="25419"/>
              </a:xfrm>
              <a:custGeom>
                <a:avLst/>
                <a:gdLst/>
                <a:ahLst/>
                <a:cxnLst/>
                <a:rect l="l" t="t" r="r" b="b"/>
                <a:pathLst>
                  <a:path w="2294" h="318" extrusionOk="0">
                    <a:moveTo>
                      <a:pt x="1" y="1"/>
                    </a:moveTo>
                    <a:lnTo>
                      <a:pt x="1" y="318"/>
                    </a:lnTo>
                    <a:lnTo>
                      <a:pt x="2294" y="318"/>
                    </a:lnTo>
                    <a:lnTo>
                      <a:pt x="229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001" name="Google Shape;3001;p63"/>
          <p:cNvSpPr txBox="1">
            <a:spLocks noGrp="1"/>
          </p:cNvSpPr>
          <p:nvPr>
            <p:ph type="ctrTitle"/>
          </p:nvPr>
        </p:nvSpPr>
        <p:spPr>
          <a:xfrm>
            <a:off x="4064975" y="1354500"/>
            <a:ext cx="4359000" cy="20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>
                <a:solidFill>
                  <a:schemeClr val="lt2"/>
                </a:solidFill>
              </a:rPr>
              <a:t>XRayAnalyzer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3002" name="Google Shape;3002;p63"/>
          <p:cNvSpPr txBox="1">
            <a:spLocks noGrp="1"/>
          </p:cNvSpPr>
          <p:nvPr>
            <p:ph type="subTitle" idx="1"/>
          </p:nvPr>
        </p:nvSpPr>
        <p:spPr>
          <a:xfrm>
            <a:off x="4091329" y="2793189"/>
            <a:ext cx="4359000" cy="97196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Leopoldo </a:t>
            </a:r>
            <a:r>
              <a:rPr lang="en" dirty="0" err="1"/>
              <a:t>Antozzi</a:t>
            </a: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Aurora Guida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Martin Trajkovski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0">
          <a:extLst>
            <a:ext uri="{FF2B5EF4-FFF2-40B4-BE49-F238E27FC236}">
              <a16:creationId xmlns:a16="http://schemas.microsoft.com/office/drawing/2014/main" id="{0A0DA991-417F-2BD9-43DE-108337CF6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1" name="Google Shape;3201;p69">
            <a:extLst>
              <a:ext uri="{FF2B5EF4-FFF2-40B4-BE49-F238E27FC236}">
                <a16:creationId xmlns:a16="http://schemas.microsoft.com/office/drawing/2014/main" id="{9251C6D3-5105-9BF8-2829-720F334EA86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7450" y="1198425"/>
            <a:ext cx="2143799" cy="2146949"/>
          </a:xfrm>
          <a:prstGeom prst="rect">
            <a:avLst/>
          </a:prstGeom>
          <a:noFill/>
          <a:ln>
            <a:noFill/>
          </a:ln>
        </p:spPr>
      </p:pic>
      <p:sp>
        <p:nvSpPr>
          <p:cNvPr id="3202" name="Google Shape;3202;p69">
            <a:extLst>
              <a:ext uri="{FF2B5EF4-FFF2-40B4-BE49-F238E27FC236}">
                <a16:creationId xmlns:a16="http://schemas.microsoft.com/office/drawing/2014/main" id="{4A269B1C-E519-01DE-4DC4-9DE4ABBEA5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0" y="1439700"/>
            <a:ext cx="3810000" cy="16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 dirty="0">
                <a:solidFill>
                  <a:schemeClr val="lt2"/>
                </a:solidFill>
              </a:rPr>
              <a:t>IL CONTESTO CLINICO E L'ESIGENZA TECNOLOGICA</a:t>
            </a:r>
            <a:endParaRPr sz="3200" dirty="0">
              <a:solidFill>
                <a:schemeClr val="lt1"/>
              </a:solidFill>
            </a:endParaRPr>
          </a:p>
        </p:txBody>
      </p:sp>
      <p:sp>
        <p:nvSpPr>
          <p:cNvPr id="3204" name="Google Shape;3204;p69">
            <a:extLst>
              <a:ext uri="{FF2B5EF4-FFF2-40B4-BE49-F238E27FC236}">
                <a16:creationId xmlns:a16="http://schemas.microsoft.com/office/drawing/2014/main" id="{18E1234E-CD67-C4C2-25CB-977A1E190903}"/>
              </a:ext>
            </a:extLst>
          </p:cNvPr>
          <p:cNvSpPr/>
          <p:nvPr/>
        </p:nvSpPr>
        <p:spPr>
          <a:xfrm>
            <a:off x="2932900" y="1605450"/>
            <a:ext cx="1332900" cy="13329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5" name="Google Shape;3205;p69">
            <a:extLst>
              <a:ext uri="{FF2B5EF4-FFF2-40B4-BE49-F238E27FC236}">
                <a16:creationId xmlns:a16="http://schemas.microsoft.com/office/drawing/2014/main" id="{BA92FD65-21FB-F7C8-CFA5-765B31D56A1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867525" y="1851000"/>
            <a:ext cx="1464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3206" name="Google Shape;3206;p69">
            <a:extLst>
              <a:ext uri="{FF2B5EF4-FFF2-40B4-BE49-F238E27FC236}">
                <a16:creationId xmlns:a16="http://schemas.microsoft.com/office/drawing/2014/main" id="{32B347FB-024F-A3B2-6721-8D0AF6838F9C}"/>
              </a:ext>
            </a:extLst>
          </p:cNvPr>
          <p:cNvGrpSpPr/>
          <p:nvPr/>
        </p:nvGrpSpPr>
        <p:grpSpPr>
          <a:xfrm>
            <a:off x="720001" y="2769784"/>
            <a:ext cx="1585023" cy="1833727"/>
            <a:chOff x="720001" y="2769784"/>
            <a:chExt cx="1585023" cy="1833727"/>
          </a:xfrm>
        </p:grpSpPr>
        <p:sp>
          <p:nvSpPr>
            <p:cNvPr id="3207" name="Google Shape;3207;p69">
              <a:extLst>
                <a:ext uri="{FF2B5EF4-FFF2-40B4-BE49-F238E27FC236}">
                  <a16:creationId xmlns:a16="http://schemas.microsoft.com/office/drawing/2014/main" id="{AA274B1C-AC18-E0F1-6537-D6A9B10F730D}"/>
                </a:ext>
              </a:extLst>
            </p:cNvPr>
            <p:cNvSpPr/>
            <p:nvPr/>
          </p:nvSpPr>
          <p:spPr>
            <a:xfrm>
              <a:off x="720001" y="2769784"/>
              <a:ext cx="1585023" cy="1833727"/>
            </a:xfrm>
            <a:custGeom>
              <a:avLst/>
              <a:gdLst/>
              <a:ahLst/>
              <a:cxnLst/>
              <a:rect l="l" t="t" r="r" b="b"/>
              <a:pathLst>
                <a:path w="13356" h="15452" extrusionOk="0">
                  <a:moveTo>
                    <a:pt x="12781" y="3167"/>
                  </a:moveTo>
                  <a:cubicBezTo>
                    <a:pt x="12935" y="3260"/>
                    <a:pt x="13243" y="3507"/>
                    <a:pt x="13300" y="3717"/>
                  </a:cubicBezTo>
                  <a:cubicBezTo>
                    <a:pt x="13356" y="3923"/>
                    <a:pt x="13224" y="4189"/>
                    <a:pt x="13127" y="4400"/>
                  </a:cubicBezTo>
                  <a:cubicBezTo>
                    <a:pt x="13038" y="4596"/>
                    <a:pt x="10778" y="9348"/>
                    <a:pt x="10591" y="9741"/>
                  </a:cubicBezTo>
                  <a:cubicBezTo>
                    <a:pt x="10293" y="10367"/>
                    <a:pt x="10013" y="11057"/>
                    <a:pt x="9821" y="11590"/>
                  </a:cubicBezTo>
                  <a:cubicBezTo>
                    <a:pt x="9498" y="12468"/>
                    <a:pt x="9121" y="13425"/>
                    <a:pt x="8780" y="14345"/>
                  </a:cubicBezTo>
                  <a:cubicBezTo>
                    <a:pt x="8681" y="14615"/>
                    <a:pt x="8588" y="15046"/>
                    <a:pt x="8317" y="15260"/>
                  </a:cubicBezTo>
                  <a:cubicBezTo>
                    <a:pt x="8079" y="15451"/>
                    <a:pt x="7659" y="15354"/>
                    <a:pt x="7323" y="15283"/>
                  </a:cubicBezTo>
                  <a:cubicBezTo>
                    <a:pt x="6944" y="15209"/>
                    <a:pt x="6604" y="15106"/>
                    <a:pt x="6291" y="15008"/>
                  </a:cubicBezTo>
                  <a:cubicBezTo>
                    <a:pt x="5608" y="14794"/>
                    <a:pt x="4880" y="14546"/>
                    <a:pt x="4199" y="14285"/>
                  </a:cubicBezTo>
                  <a:cubicBezTo>
                    <a:pt x="3783" y="14126"/>
                    <a:pt x="3447" y="13971"/>
                    <a:pt x="3129" y="13846"/>
                  </a:cubicBezTo>
                  <a:cubicBezTo>
                    <a:pt x="2442" y="13574"/>
                    <a:pt x="1757" y="13304"/>
                    <a:pt x="1019" y="12986"/>
                  </a:cubicBezTo>
                  <a:cubicBezTo>
                    <a:pt x="481" y="12753"/>
                    <a:pt x="1" y="12412"/>
                    <a:pt x="20" y="11912"/>
                  </a:cubicBezTo>
                  <a:cubicBezTo>
                    <a:pt x="29" y="11702"/>
                    <a:pt x="123" y="11441"/>
                    <a:pt x="192" y="11184"/>
                  </a:cubicBezTo>
                  <a:cubicBezTo>
                    <a:pt x="263" y="10936"/>
                    <a:pt x="328" y="10675"/>
                    <a:pt x="407" y="10447"/>
                  </a:cubicBezTo>
                  <a:cubicBezTo>
                    <a:pt x="584" y="9937"/>
                    <a:pt x="809" y="9432"/>
                    <a:pt x="1019" y="8956"/>
                  </a:cubicBezTo>
                  <a:cubicBezTo>
                    <a:pt x="1673" y="7458"/>
                    <a:pt x="2256" y="5945"/>
                    <a:pt x="2924" y="4456"/>
                  </a:cubicBezTo>
                  <a:cubicBezTo>
                    <a:pt x="3349" y="3503"/>
                    <a:pt x="3905" y="2424"/>
                    <a:pt x="4414" y="1434"/>
                  </a:cubicBezTo>
                  <a:cubicBezTo>
                    <a:pt x="4745" y="790"/>
                    <a:pt x="5240" y="24"/>
                    <a:pt x="5815" y="5"/>
                  </a:cubicBezTo>
                  <a:cubicBezTo>
                    <a:pt x="6071" y="1"/>
                    <a:pt x="6379" y="122"/>
                    <a:pt x="6660" y="215"/>
                  </a:cubicBezTo>
                  <a:cubicBezTo>
                    <a:pt x="7505" y="486"/>
                    <a:pt x="8401" y="954"/>
                    <a:pt x="9261" y="1392"/>
                  </a:cubicBezTo>
                  <a:cubicBezTo>
                    <a:pt x="10190" y="1874"/>
                    <a:pt x="10979" y="2204"/>
                    <a:pt x="11880" y="2663"/>
                  </a:cubicBezTo>
                  <a:cubicBezTo>
                    <a:pt x="12183" y="2816"/>
                    <a:pt x="12478" y="2975"/>
                    <a:pt x="12781" y="316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69">
              <a:extLst>
                <a:ext uri="{FF2B5EF4-FFF2-40B4-BE49-F238E27FC236}">
                  <a16:creationId xmlns:a16="http://schemas.microsoft.com/office/drawing/2014/main" id="{80B06572-44AD-6D3F-31D3-B8511E41587A}"/>
                </a:ext>
              </a:extLst>
            </p:cNvPr>
            <p:cNvSpPr/>
            <p:nvPr/>
          </p:nvSpPr>
          <p:spPr>
            <a:xfrm>
              <a:off x="1351705" y="2963218"/>
              <a:ext cx="800938" cy="437902"/>
            </a:xfrm>
            <a:custGeom>
              <a:avLst/>
              <a:gdLst/>
              <a:ahLst/>
              <a:cxnLst/>
              <a:rect l="l" t="t" r="r" b="b"/>
              <a:pathLst>
                <a:path w="6749" h="3690" extrusionOk="0">
                  <a:moveTo>
                    <a:pt x="6711" y="3157"/>
                  </a:moveTo>
                  <a:cubicBezTo>
                    <a:pt x="6725" y="3129"/>
                    <a:pt x="6739" y="3101"/>
                    <a:pt x="6748" y="3068"/>
                  </a:cubicBezTo>
                  <a:cubicBezTo>
                    <a:pt x="6557" y="2970"/>
                    <a:pt x="6356" y="2882"/>
                    <a:pt x="6164" y="2783"/>
                  </a:cubicBezTo>
                  <a:cubicBezTo>
                    <a:pt x="5291" y="2345"/>
                    <a:pt x="4511" y="1953"/>
                    <a:pt x="3619" y="1537"/>
                  </a:cubicBezTo>
                  <a:cubicBezTo>
                    <a:pt x="3078" y="1280"/>
                    <a:pt x="2522" y="1041"/>
                    <a:pt x="1938" y="766"/>
                  </a:cubicBezTo>
                  <a:cubicBezTo>
                    <a:pt x="1696" y="654"/>
                    <a:pt x="1458" y="542"/>
                    <a:pt x="1093" y="384"/>
                  </a:cubicBezTo>
                  <a:cubicBezTo>
                    <a:pt x="879" y="285"/>
                    <a:pt x="360" y="0"/>
                    <a:pt x="253" y="47"/>
                  </a:cubicBezTo>
                  <a:cubicBezTo>
                    <a:pt x="145" y="89"/>
                    <a:pt x="1" y="350"/>
                    <a:pt x="43" y="453"/>
                  </a:cubicBezTo>
                  <a:cubicBezTo>
                    <a:pt x="80" y="546"/>
                    <a:pt x="244" y="608"/>
                    <a:pt x="416" y="692"/>
                  </a:cubicBezTo>
                  <a:cubicBezTo>
                    <a:pt x="860" y="910"/>
                    <a:pt x="1300" y="1134"/>
                    <a:pt x="1673" y="1303"/>
                  </a:cubicBezTo>
                  <a:cubicBezTo>
                    <a:pt x="3106" y="1966"/>
                    <a:pt x="4483" y="2722"/>
                    <a:pt x="5866" y="3399"/>
                  </a:cubicBezTo>
                  <a:cubicBezTo>
                    <a:pt x="6048" y="3488"/>
                    <a:pt x="6267" y="3615"/>
                    <a:pt x="6445" y="3690"/>
                  </a:cubicBezTo>
                  <a:cubicBezTo>
                    <a:pt x="6543" y="3516"/>
                    <a:pt x="6636" y="3339"/>
                    <a:pt x="6711" y="31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69">
              <a:extLst>
                <a:ext uri="{FF2B5EF4-FFF2-40B4-BE49-F238E27FC236}">
                  <a16:creationId xmlns:a16="http://schemas.microsoft.com/office/drawing/2014/main" id="{78CD1D15-6DC4-E2AF-5505-7F4985933241}"/>
                </a:ext>
              </a:extLst>
            </p:cNvPr>
            <p:cNvSpPr/>
            <p:nvPr/>
          </p:nvSpPr>
          <p:spPr>
            <a:xfrm>
              <a:off x="1254273" y="3107760"/>
              <a:ext cx="821824" cy="446327"/>
            </a:xfrm>
            <a:custGeom>
              <a:avLst/>
              <a:gdLst/>
              <a:ahLst/>
              <a:cxnLst/>
              <a:rect l="l" t="t" r="r" b="b"/>
              <a:pathLst>
                <a:path w="6925" h="3761" extrusionOk="0">
                  <a:moveTo>
                    <a:pt x="6925" y="3172"/>
                  </a:moveTo>
                  <a:cubicBezTo>
                    <a:pt x="6687" y="3026"/>
                    <a:pt x="6416" y="2910"/>
                    <a:pt x="6164" y="2784"/>
                  </a:cubicBezTo>
                  <a:cubicBezTo>
                    <a:pt x="5291" y="2345"/>
                    <a:pt x="4511" y="1953"/>
                    <a:pt x="3619" y="1537"/>
                  </a:cubicBezTo>
                  <a:cubicBezTo>
                    <a:pt x="3078" y="1280"/>
                    <a:pt x="2522" y="1043"/>
                    <a:pt x="1938" y="767"/>
                  </a:cubicBezTo>
                  <a:cubicBezTo>
                    <a:pt x="1695" y="651"/>
                    <a:pt x="1457" y="538"/>
                    <a:pt x="1093" y="379"/>
                  </a:cubicBezTo>
                  <a:cubicBezTo>
                    <a:pt x="878" y="286"/>
                    <a:pt x="360" y="1"/>
                    <a:pt x="252" y="48"/>
                  </a:cubicBezTo>
                  <a:cubicBezTo>
                    <a:pt x="145" y="90"/>
                    <a:pt x="0" y="351"/>
                    <a:pt x="42" y="454"/>
                  </a:cubicBezTo>
                  <a:cubicBezTo>
                    <a:pt x="80" y="547"/>
                    <a:pt x="243" y="608"/>
                    <a:pt x="416" y="692"/>
                  </a:cubicBezTo>
                  <a:cubicBezTo>
                    <a:pt x="860" y="912"/>
                    <a:pt x="1298" y="1131"/>
                    <a:pt x="1672" y="1304"/>
                  </a:cubicBezTo>
                  <a:cubicBezTo>
                    <a:pt x="3106" y="1967"/>
                    <a:pt x="4483" y="2724"/>
                    <a:pt x="5865" y="3401"/>
                  </a:cubicBezTo>
                  <a:cubicBezTo>
                    <a:pt x="6131" y="3531"/>
                    <a:pt x="6491" y="3741"/>
                    <a:pt x="6664" y="3760"/>
                  </a:cubicBezTo>
                  <a:cubicBezTo>
                    <a:pt x="6752" y="3564"/>
                    <a:pt x="6836" y="3363"/>
                    <a:pt x="6925" y="31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69">
              <a:extLst>
                <a:ext uri="{FF2B5EF4-FFF2-40B4-BE49-F238E27FC236}">
                  <a16:creationId xmlns:a16="http://schemas.microsoft.com/office/drawing/2014/main" id="{DB30830D-7AC2-DA99-1A05-C7AFD053354C}"/>
                </a:ext>
              </a:extLst>
            </p:cNvPr>
            <p:cNvSpPr/>
            <p:nvPr/>
          </p:nvSpPr>
          <p:spPr>
            <a:xfrm>
              <a:off x="1223299" y="3277934"/>
              <a:ext cx="783018" cy="427340"/>
            </a:xfrm>
            <a:custGeom>
              <a:avLst/>
              <a:gdLst/>
              <a:ahLst/>
              <a:cxnLst/>
              <a:rect l="l" t="t" r="r" b="b"/>
              <a:pathLst>
                <a:path w="6598" h="3601" extrusionOk="0">
                  <a:moveTo>
                    <a:pt x="6598" y="2989"/>
                  </a:moveTo>
                  <a:cubicBezTo>
                    <a:pt x="6453" y="2919"/>
                    <a:pt x="6304" y="2853"/>
                    <a:pt x="6164" y="2784"/>
                  </a:cubicBezTo>
                  <a:cubicBezTo>
                    <a:pt x="5290" y="2340"/>
                    <a:pt x="4511" y="1948"/>
                    <a:pt x="3619" y="1532"/>
                  </a:cubicBezTo>
                  <a:cubicBezTo>
                    <a:pt x="3076" y="1275"/>
                    <a:pt x="2522" y="1038"/>
                    <a:pt x="1933" y="762"/>
                  </a:cubicBezTo>
                  <a:cubicBezTo>
                    <a:pt x="1695" y="650"/>
                    <a:pt x="1457" y="538"/>
                    <a:pt x="1093" y="379"/>
                  </a:cubicBezTo>
                  <a:cubicBezTo>
                    <a:pt x="878" y="281"/>
                    <a:pt x="359" y="1"/>
                    <a:pt x="252" y="42"/>
                  </a:cubicBezTo>
                  <a:cubicBezTo>
                    <a:pt x="145" y="85"/>
                    <a:pt x="0" y="346"/>
                    <a:pt x="42" y="454"/>
                  </a:cubicBezTo>
                  <a:cubicBezTo>
                    <a:pt x="79" y="542"/>
                    <a:pt x="242" y="603"/>
                    <a:pt x="415" y="687"/>
                  </a:cubicBezTo>
                  <a:cubicBezTo>
                    <a:pt x="859" y="906"/>
                    <a:pt x="1298" y="1131"/>
                    <a:pt x="1671" y="1303"/>
                  </a:cubicBezTo>
                  <a:cubicBezTo>
                    <a:pt x="3100" y="1962"/>
                    <a:pt x="4483" y="2719"/>
                    <a:pt x="5865" y="3395"/>
                  </a:cubicBezTo>
                  <a:cubicBezTo>
                    <a:pt x="5986" y="3456"/>
                    <a:pt x="6130" y="3536"/>
                    <a:pt x="6261" y="3601"/>
                  </a:cubicBezTo>
                  <a:cubicBezTo>
                    <a:pt x="6378" y="3400"/>
                    <a:pt x="6485" y="3195"/>
                    <a:pt x="6598" y="29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69">
              <a:extLst>
                <a:ext uri="{FF2B5EF4-FFF2-40B4-BE49-F238E27FC236}">
                  <a16:creationId xmlns:a16="http://schemas.microsoft.com/office/drawing/2014/main" id="{A47A8A96-1F9A-A40B-191F-89C4F010F127}"/>
                </a:ext>
              </a:extLst>
            </p:cNvPr>
            <p:cNvSpPr/>
            <p:nvPr/>
          </p:nvSpPr>
          <p:spPr>
            <a:xfrm>
              <a:off x="1125630" y="3422001"/>
              <a:ext cx="795953" cy="433392"/>
            </a:xfrm>
            <a:custGeom>
              <a:avLst/>
              <a:gdLst/>
              <a:ahLst/>
              <a:cxnLst/>
              <a:rect l="l" t="t" r="r" b="b"/>
              <a:pathLst>
                <a:path w="6707" h="3652" extrusionOk="0">
                  <a:moveTo>
                    <a:pt x="6707" y="3050"/>
                  </a:moveTo>
                  <a:cubicBezTo>
                    <a:pt x="6528" y="2956"/>
                    <a:pt x="6342" y="2877"/>
                    <a:pt x="6164" y="2783"/>
                  </a:cubicBezTo>
                  <a:cubicBezTo>
                    <a:pt x="5291" y="2345"/>
                    <a:pt x="4511" y="1953"/>
                    <a:pt x="3619" y="1537"/>
                  </a:cubicBezTo>
                  <a:cubicBezTo>
                    <a:pt x="3078" y="1280"/>
                    <a:pt x="2518" y="1042"/>
                    <a:pt x="1934" y="766"/>
                  </a:cubicBezTo>
                  <a:cubicBezTo>
                    <a:pt x="1696" y="654"/>
                    <a:pt x="1457" y="542"/>
                    <a:pt x="1093" y="384"/>
                  </a:cubicBezTo>
                  <a:cubicBezTo>
                    <a:pt x="879" y="285"/>
                    <a:pt x="360" y="1"/>
                    <a:pt x="253" y="48"/>
                  </a:cubicBezTo>
                  <a:cubicBezTo>
                    <a:pt x="141" y="89"/>
                    <a:pt x="1" y="350"/>
                    <a:pt x="43" y="453"/>
                  </a:cubicBezTo>
                  <a:cubicBezTo>
                    <a:pt x="80" y="546"/>
                    <a:pt x="244" y="608"/>
                    <a:pt x="416" y="692"/>
                  </a:cubicBezTo>
                  <a:cubicBezTo>
                    <a:pt x="860" y="911"/>
                    <a:pt x="1299" y="1130"/>
                    <a:pt x="1673" y="1303"/>
                  </a:cubicBezTo>
                  <a:cubicBezTo>
                    <a:pt x="3101" y="1966"/>
                    <a:pt x="4479" y="2723"/>
                    <a:pt x="5866" y="3400"/>
                  </a:cubicBezTo>
                  <a:cubicBezTo>
                    <a:pt x="6020" y="3475"/>
                    <a:pt x="6202" y="3578"/>
                    <a:pt x="6360" y="3652"/>
                  </a:cubicBezTo>
                  <a:cubicBezTo>
                    <a:pt x="6477" y="3451"/>
                    <a:pt x="6595" y="3251"/>
                    <a:pt x="6707" y="30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69">
              <a:extLst>
                <a:ext uri="{FF2B5EF4-FFF2-40B4-BE49-F238E27FC236}">
                  <a16:creationId xmlns:a16="http://schemas.microsoft.com/office/drawing/2014/main" id="{83E2AF06-5F9A-5B1C-7F73-650A9F4CE7A5}"/>
                </a:ext>
              </a:extLst>
            </p:cNvPr>
            <p:cNvSpPr/>
            <p:nvPr/>
          </p:nvSpPr>
          <p:spPr>
            <a:xfrm>
              <a:off x="1064157" y="3563220"/>
              <a:ext cx="801412" cy="437427"/>
            </a:xfrm>
            <a:custGeom>
              <a:avLst/>
              <a:gdLst/>
              <a:ahLst/>
              <a:cxnLst/>
              <a:rect l="l" t="t" r="r" b="b"/>
              <a:pathLst>
                <a:path w="6753" h="3686" extrusionOk="0">
                  <a:moveTo>
                    <a:pt x="6715" y="3153"/>
                  </a:moveTo>
                  <a:cubicBezTo>
                    <a:pt x="6729" y="3125"/>
                    <a:pt x="6738" y="3097"/>
                    <a:pt x="6753" y="3069"/>
                  </a:cubicBezTo>
                  <a:cubicBezTo>
                    <a:pt x="6561" y="2966"/>
                    <a:pt x="6361" y="2878"/>
                    <a:pt x="6169" y="2780"/>
                  </a:cubicBezTo>
                  <a:cubicBezTo>
                    <a:pt x="5296" y="2341"/>
                    <a:pt x="4516" y="1949"/>
                    <a:pt x="3624" y="1533"/>
                  </a:cubicBezTo>
                  <a:cubicBezTo>
                    <a:pt x="3083" y="1276"/>
                    <a:pt x="2522" y="1037"/>
                    <a:pt x="1938" y="763"/>
                  </a:cubicBezTo>
                  <a:cubicBezTo>
                    <a:pt x="1700" y="651"/>
                    <a:pt x="1462" y="539"/>
                    <a:pt x="1098" y="380"/>
                  </a:cubicBezTo>
                  <a:cubicBezTo>
                    <a:pt x="883" y="281"/>
                    <a:pt x="365" y="1"/>
                    <a:pt x="257" y="43"/>
                  </a:cubicBezTo>
                  <a:cubicBezTo>
                    <a:pt x="145" y="85"/>
                    <a:pt x="1" y="347"/>
                    <a:pt x="47" y="455"/>
                  </a:cubicBezTo>
                  <a:cubicBezTo>
                    <a:pt x="85" y="543"/>
                    <a:pt x="249" y="604"/>
                    <a:pt x="421" y="688"/>
                  </a:cubicBezTo>
                  <a:cubicBezTo>
                    <a:pt x="859" y="907"/>
                    <a:pt x="1303" y="1132"/>
                    <a:pt x="1677" y="1300"/>
                  </a:cubicBezTo>
                  <a:cubicBezTo>
                    <a:pt x="3106" y="1962"/>
                    <a:pt x="4484" y="2718"/>
                    <a:pt x="5870" y="3396"/>
                  </a:cubicBezTo>
                  <a:cubicBezTo>
                    <a:pt x="6048" y="3485"/>
                    <a:pt x="6272" y="3610"/>
                    <a:pt x="6449" y="3686"/>
                  </a:cubicBezTo>
                  <a:cubicBezTo>
                    <a:pt x="6542" y="3513"/>
                    <a:pt x="6636" y="3340"/>
                    <a:pt x="6715" y="31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69">
              <a:extLst>
                <a:ext uri="{FF2B5EF4-FFF2-40B4-BE49-F238E27FC236}">
                  <a16:creationId xmlns:a16="http://schemas.microsoft.com/office/drawing/2014/main" id="{CE25D6AB-72F7-8626-1881-80156CEA4316}"/>
                </a:ext>
              </a:extLst>
            </p:cNvPr>
            <p:cNvSpPr/>
            <p:nvPr/>
          </p:nvSpPr>
          <p:spPr>
            <a:xfrm>
              <a:off x="1436557" y="2834578"/>
              <a:ext cx="106570" cy="59455"/>
            </a:xfrm>
            <a:custGeom>
              <a:avLst/>
              <a:gdLst/>
              <a:ahLst/>
              <a:cxnLst/>
              <a:rect l="l" t="t" r="r" b="b"/>
              <a:pathLst>
                <a:path w="898" h="501" extrusionOk="0">
                  <a:moveTo>
                    <a:pt x="1" y="117"/>
                  </a:moveTo>
                  <a:cubicBezTo>
                    <a:pt x="89" y="48"/>
                    <a:pt x="197" y="1"/>
                    <a:pt x="299" y="1"/>
                  </a:cubicBezTo>
                  <a:cubicBezTo>
                    <a:pt x="434" y="1"/>
                    <a:pt x="897" y="127"/>
                    <a:pt x="799" y="323"/>
                  </a:cubicBezTo>
                  <a:cubicBezTo>
                    <a:pt x="710" y="501"/>
                    <a:pt x="19" y="356"/>
                    <a:pt x="1" y="1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69">
              <a:extLst>
                <a:ext uri="{FF2B5EF4-FFF2-40B4-BE49-F238E27FC236}">
                  <a16:creationId xmlns:a16="http://schemas.microsoft.com/office/drawing/2014/main" id="{DCB2FF23-7BE9-5A3E-201D-3336B0F45919}"/>
                </a:ext>
              </a:extLst>
            </p:cNvPr>
            <p:cNvSpPr/>
            <p:nvPr/>
          </p:nvSpPr>
          <p:spPr>
            <a:xfrm>
              <a:off x="1303048" y="2823067"/>
              <a:ext cx="85327" cy="72034"/>
            </a:xfrm>
            <a:custGeom>
              <a:avLst/>
              <a:gdLst/>
              <a:ahLst/>
              <a:cxnLst/>
              <a:rect l="l" t="t" r="r" b="b"/>
              <a:pathLst>
                <a:path w="719" h="607" extrusionOk="0">
                  <a:moveTo>
                    <a:pt x="705" y="332"/>
                  </a:moveTo>
                  <a:cubicBezTo>
                    <a:pt x="589" y="457"/>
                    <a:pt x="369" y="606"/>
                    <a:pt x="257" y="528"/>
                  </a:cubicBezTo>
                  <a:cubicBezTo>
                    <a:pt x="1" y="332"/>
                    <a:pt x="719" y="0"/>
                    <a:pt x="705" y="33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69">
              <a:extLst>
                <a:ext uri="{FF2B5EF4-FFF2-40B4-BE49-F238E27FC236}">
                  <a16:creationId xmlns:a16="http://schemas.microsoft.com/office/drawing/2014/main" id="{12AF68C7-49B0-65D9-3813-39967CD10929}"/>
                </a:ext>
              </a:extLst>
            </p:cNvPr>
            <p:cNvSpPr/>
            <p:nvPr/>
          </p:nvSpPr>
          <p:spPr>
            <a:xfrm>
              <a:off x="1401073" y="2892846"/>
              <a:ext cx="50556" cy="43315"/>
            </a:xfrm>
            <a:custGeom>
              <a:avLst/>
              <a:gdLst/>
              <a:ahLst/>
              <a:cxnLst/>
              <a:rect l="l" t="t" r="r" b="b"/>
              <a:pathLst>
                <a:path w="426" h="365" extrusionOk="0">
                  <a:moveTo>
                    <a:pt x="425" y="169"/>
                  </a:moveTo>
                  <a:cubicBezTo>
                    <a:pt x="407" y="197"/>
                    <a:pt x="397" y="225"/>
                    <a:pt x="412" y="253"/>
                  </a:cubicBezTo>
                  <a:cubicBezTo>
                    <a:pt x="290" y="355"/>
                    <a:pt x="155" y="365"/>
                    <a:pt x="0" y="262"/>
                  </a:cubicBezTo>
                  <a:cubicBezTo>
                    <a:pt x="0" y="229"/>
                    <a:pt x="9" y="197"/>
                    <a:pt x="0" y="164"/>
                  </a:cubicBezTo>
                  <a:cubicBezTo>
                    <a:pt x="122" y="61"/>
                    <a:pt x="309" y="1"/>
                    <a:pt x="425" y="16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69">
              <a:extLst>
                <a:ext uri="{FF2B5EF4-FFF2-40B4-BE49-F238E27FC236}">
                  <a16:creationId xmlns:a16="http://schemas.microsoft.com/office/drawing/2014/main" id="{8F4DC50D-AD29-EB4C-754B-01197866E3F2}"/>
                </a:ext>
              </a:extLst>
            </p:cNvPr>
            <p:cNvSpPr/>
            <p:nvPr/>
          </p:nvSpPr>
          <p:spPr>
            <a:xfrm>
              <a:off x="2126412" y="3137190"/>
              <a:ext cx="102654" cy="119266"/>
            </a:xfrm>
            <a:custGeom>
              <a:avLst/>
              <a:gdLst/>
              <a:ahLst/>
              <a:cxnLst/>
              <a:rect l="l" t="t" r="r" b="b"/>
              <a:pathLst>
                <a:path w="865" h="1005" extrusionOk="0">
                  <a:moveTo>
                    <a:pt x="865" y="575"/>
                  </a:moveTo>
                  <a:cubicBezTo>
                    <a:pt x="744" y="1004"/>
                    <a:pt x="1" y="463"/>
                    <a:pt x="132" y="234"/>
                  </a:cubicBezTo>
                  <a:cubicBezTo>
                    <a:pt x="267" y="0"/>
                    <a:pt x="795" y="332"/>
                    <a:pt x="865" y="5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69">
              <a:extLst>
                <a:ext uri="{FF2B5EF4-FFF2-40B4-BE49-F238E27FC236}">
                  <a16:creationId xmlns:a16="http://schemas.microsoft.com/office/drawing/2014/main" id="{AD3BA010-3F01-3515-6D3A-81F98C434205}"/>
                </a:ext>
              </a:extLst>
            </p:cNvPr>
            <p:cNvSpPr/>
            <p:nvPr/>
          </p:nvSpPr>
          <p:spPr>
            <a:xfrm>
              <a:off x="1955758" y="3061241"/>
              <a:ext cx="145970" cy="116418"/>
            </a:xfrm>
            <a:custGeom>
              <a:avLst/>
              <a:gdLst/>
              <a:ahLst/>
              <a:cxnLst/>
              <a:rect l="l" t="t" r="r" b="b"/>
              <a:pathLst>
                <a:path w="1230" h="981" extrusionOk="0">
                  <a:moveTo>
                    <a:pt x="846" y="347"/>
                  </a:moveTo>
                  <a:cubicBezTo>
                    <a:pt x="1070" y="472"/>
                    <a:pt x="1229" y="547"/>
                    <a:pt x="1130" y="715"/>
                  </a:cubicBezTo>
                  <a:cubicBezTo>
                    <a:pt x="977" y="981"/>
                    <a:pt x="1" y="505"/>
                    <a:pt x="150" y="224"/>
                  </a:cubicBezTo>
                  <a:cubicBezTo>
                    <a:pt x="266" y="0"/>
                    <a:pt x="636" y="224"/>
                    <a:pt x="846" y="3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69">
              <a:extLst>
                <a:ext uri="{FF2B5EF4-FFF2-40B4-BE49-F238E27FC236}">
                  <a16:creationId xmlns:a16="http://schemas.microsoft.com/office/drawing/2014/main" id="{D6C05D32-1B45-E524-E2C2-7252770D1C6D}"/>
                </a:ext>
              </a:extLst>
            </p:cNvPr>
            <p:cNvSpPr/>
            <p:nvPr/>
          </p:nvSpPr>
          <p:spPr>
            <a:xfrm>
              <a:off x="2172932" y="3254081"/>
              <a:ext cx="65627" cy="83901"/>
            </a:xfrm>
            <a:custGeom>
              <a:avLst/>
              <a:gdLst/>
              <a:ahLst/>
              <a:cxnLst/>
              <a:rect l="l" t="t" r="r" b="b"/>
              <a:pathLst>
                <a:path w="553" h="707" extrusionOk="0">
                  <a:moveTo>
                    <a:pt x="524" y="280"/>
                  </a:moveTo>
                  <a:cubicBezTo>
                    <a:pt x="552" y="482"/>
                    <a:pt x="324" y="706"/>
                    <a:pt x="173" y="580"/>
                  </a:cubicBezTo>
                  <a:cubicBezTo>
                    <a:pt x="1" y="431"/>
                    <a:pt x="324" y="0"/>
                    <a:pt x="524" y="28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69">
              <a:extLst>
                <a:ext uri="{FF2B5EF4-FFF2-40B4-BE49-F238E27FC236}">
                  <a16:creationId xmlns:a16="http://schemas.microsoft.com/office/drawing/2014/main" id="{8C30A211-8E06-A16E-CB88-BD6F6A00643A}"/>
                </a:ext>
              </a:extLst>
            </p:cNvPr>
            <p:cNvSpPr/>
            <p:nvPr/>
          </p:nvSpPr>
          <p:spPr>
            <a:xfrm>
              <a:off x="1622283" y="4506894"/>
              <a:ext cx="105265" cy="58387"/>
            </a:xfrm>
            <a:custGeom>
              <a:avLst/>
              <a:gdLst/>
              <a:ahLst/>
              <a:cxnLst/>
              <a:rect l="l" t="t" r="r" b="b"/>
              <a:pathLst>
                <a:path w="887" h="492" extrusionOk="0">
                  <a:moveTo>
                    <a:pt x="186" y="95"/>
                  </a:moveTo>
                  <a:cubicBezTo>
                    <a:pt x="0" y="384"/>
                    <a:pt x="887" y="492"/>
                    <a:pt x="770" y="169"/>
                  </a:cubicBezTo>
                  <a:cubicBezTo>
                    <a:pt x="714" y="1"/>
                    <a:pt x="341" y="39"/>
                    <a:pt x="186" y="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69">
              <a:extLst>
                <a:ext uri="{FF2B5EF4-FFF2-40B4-BE49-F238E27FC236}">
                  <a16:creationId xmlns:a16="http://schemas.microsoft.com/office/drawing/2014/main" id="{E17B9B06-B634-A1CA-86AF-753106F23159}"/>
                </a:ext>
              </a:extLst>
            </p:cNvPr>
            <p:cNvSpPr/>
            <p:nvPr/>
          </p:nvSpPr>
          <p:spPr>
            <a:xfrm>
              <a:off x="1424927" y="4453255"/>
              <a:ext cx="179555" cy="101584"/>
            </a:xfrm>
            <a:custGeom>
              <a:avLst/>
              <a:gdLst/>
              <a:ahLst/>
              <a:cxnLst/>
              <a:rect l="l" t="t" r="r" b="b"/>
              <a:pathLst>
                <a:path w="1513" h="856" extrusionOk="0">
                  <a:moveTo>
                    <a:pt x="1312" y="817"/>
                  </a:moveTo>
                  <a:cubicBezTo>
                    <a:pt x="1383" y="799"/>
                    <a:pt x="1513" y="720"/>
                    <a:pt x="1467" y="584"/>
                  </a:cubicBezTo>
                  <a:cubicBezTo>
                    <a:pt x="1401" y="401"/>
                    <a:pt x="1023" y="332"/>
                    <a:pt x="879" y="276"/>
                  </a:cubicBezTo>
                  <a:cubicBezTo>
                    <a:pt x="701" y="205"/>
                    <a:pt x="402" y="0"/>
                    <a:pt x="239" y="131"/>
                  </a:cubicBezTo>
                  <a:cubicBezTo>
                    <a:pt x="0" y="323"/>
                    <a:pt x="495" y="561"/>
                    <a:pt x="668" y="636"/>
                  </a:cubicBezTo>
                  <a:cubicBezTo>
                    <a:pt x="761" y="677"/>
                    <a:pt x="855" y="705"/>
                    <a:pt x="935" y="733"/>
                  </a:cubicBezTo>
                  <a:cubicBezTo>
                    <a:pt x="1075" y="785"/>
                    <a:pt x="1177" y="855"/>
                    <a:pt x="1312" y="8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69">
              <a:extLst>
                <a:ext uri="{FF2B5EF4-FFF2-40B4-BE49-F238E27FC236}">
                  <a16:creationId xmlns:a16="http://schemas.microsoft.com/office/drawing/2014/main" id="{FD2936A7-1EC1-0256-B5C0-E0347335B282}"/>
                </a:ext>
              </a:extLst>
            </p:cNvPr>
            <p:cNvSpPr/>
            <p:nvPr/>
          </p:nvSpPr>
          <p:spPr>
            <a:xfrm>
              <a:off x="1135599" y="3970618"/>
              <a:ext cx="574268" cy="456652"/>
            </a:xfrm>
            <a:custGeom>
              <a:avLst/>
              <a:gdLst/>
              <a:ahLst/>
              <a:cxnLst/>
              <a:rect l="l" t="t" r="r" b="b"/>
              <a:pathLst>
                <a:path w="4839" h="3848" extrusionOk="0">
                  <a:moveTo>
                    <a:pt x="3186" y="1700"/>
                  </a:moveTo>
                  <a:cubicBezTo>
                    <a:pt x="3442" y="1733"/>
                    <a:pt x="3755" y="1466"/>
                    <a:pt x="3955" y="1667"/>
                  </a:cubicBezTo>
                  <a:cubicBezTo>
                    <a:pt x="4166" y="1873"/>
                    <a:pt x="3843" y="2209"/>
                    <a:pt x="3793" y="2498"/>
                  </a:cubicBezTo>
                  <a:cubicBezTo>
                    <a:pt x="4078" y="2517"/>
                    <a:pt x="4390" y="2386"/>
                    <a:pt x="4605" y="2606"/>
                  </a:cubicBezTo>
                  <a:cubicBezTo>
                    <a:pt x="4839" y="2843"/>
                    <a:pt x="4731" y="3578"/>
                    <a:pt x="4577" y="3848"/>
                  </a:cubicBezTo>
                  <a:cubicBezTo>
                    <a:pt x="4507" y="3647"/>
                    <a:pt x="4493" y="3530"/>
                    <a:pt x="4479" y="3330"/>
                  </a:cubicBezTo>
                  <a:cubicBezTo>
                    <a:pt x="4465" y="3203"/>
                    <a:pt x="4511" y="2910"/>
                    <a:pt x="4414" y="2807"/>
                  </a:cubicBezTo>
                  <a:cubicBezTo>
                    <a:pt x="4199" y="2587"/>
                    <a:pt x="3802" y="2928"/>
                    <a:pt x="3601" y="2737"/>
                  </a:cubicBezTo>
                  <a:cubicBezTo>
                    <a:pt x="3405" y="2550"/>
                    <a:pt x="3619" y="2195"/>
                    <a:pt x="3709" y="1925"/>
                  </a:cubicBezTo>
                  <a:cubicBezTo>
                    <a:pt x="3475" y="1807"/>
                    <a:pt x="3087" y="2223"/>
                    <a:pt x="2868" y="2069"/>
                  </a:cubicBezTo>
                  <a:cubicBezTo>
                    <a:pt x="2667" y="1925"/>
                    <a:pt x="2812" y="1714"/>
                    <a:pt x="2929" y="1490"/>
                  </a:cubicBezTo>
                  <a:cubicBezTo>
                    <a:pt x="2499" y="1639"/>
                    <a:pt x="1841" y="2507"/>
                    <a:pt x="1468" y="2205"/>
                  </a:cubicBezTo>
                  <a:cubicBezTo>
                    <a:pt x="1238" y="2018"/>
                    <a:pt x="1412" y="1733"/>
                    <a:pt x="1524" y="1485"/>
                  </a:cubicBezTo>
                  <a:cubicBezTo>
                    <a:pt x="1182" y="1714"/>
                    <a:pt x="453" y="2634"/>
                    <a:pt x="169" y="2121"/>
                  </a:cubicBezTo>
                  <a:cubicBezTo>
                    <a:pt x="1" y="1821"/>
                    <a:pt x="369" y="1162"/>
                    <a:pt x="753" y="705"/>
                  </a:cubicBezTo>
                  <a:cubicBezTo>
                    <a:pt x="981" y="434"/>
                    <a:pt x="1373" y="0"/>
                    <a:pt x="1602" y="149"/>
                  </a:cubicBezTo>
                  <a:cubicBezTo>
                    <a:pt x="1873" y="328"/>
                    <a:pt x="1682" y="626"/>
                    <a:pt x="1602" y="850"/>
                  </a:cubicBezTo>
                  <a:cubicBezTo>
                    <a:pt x="1888" y="776"/>
                    <a:pt x="2162" y="154"/>
                    <a:pt x="2453" y="188"/>
                  </a:cubicBezTo>
                  <a:cubicBezTo>
                    <a:pt x="2756" y="374"/>
                    <a:pt x="2494" y="658"/>
                    <a:pt x="2359" y="906"/>
                  </a:cubicBezTo>
                  <a:cubicBezTo>
                    <a:pt x="2218" y="1158"/>
                    <a:pt x="2102" y="1397"/>
                    <a:pt x="2028" y="1546"/>
                  </a:cubicBezTo>
                  <a:cubicBezTo>
                    <a:pt x="2317" y="1466"/>
                    <a:pt x="3054" y="705"/>
                    <a:pt x="3363" y="813"/>
                  </a:cubicBezTo>
                  <a:cubicBezTo>
                    <a:pt x="3746" y="953"/>
                    <a:pt x="3414" y="1420"/>
                    <a:pt x="3186" y="1700"/>
                  </a:cubicBezTo>
                  <a:close/>
                  <a:moveTo>
                    <a:pt x="632" y="1718"/>
                  </a:moveTo>
                  <a:cubicBezTo>
                    <a:pt x="837" y="1597"/>
                    <a:pt x="1042" y="1350"/>
                    <a:pt x="1248" y="1219"/>
                  </a:cubicBezTo>
                  <a:cubicBezTo>
                    <a:pt x="1201" y="1041"/>
                    <a:pt x="1332" y="860"/>
                    <a:pt x="1345" y="677"/>
                  </a:cubicBezTo>
                  <a:cubicBezTo>
                    <a:pt x="1061" y="1022"/>
                    <a:pt x="776" y="1373"/>
                    <a:pt x="632" y="17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22" name="Google Shape;3222;p69">
            <a:extLst>
              <a:ext uri="{FF2B5EF4-FFF2-40B4-BE49-F238E27FC236}">
                <a16:creationId xmlns:a16="http://schemas.microsoft.com/office/drawing/2014/main" id="{0614FD3C-06AE-4E1D-B1A0-43EFBA3F5272}"/>
              </a:ext>
            </a:extLst>
          </p:cNvPr>
          <p:cNvGrpSpPr/>
          <p:nvPr/>
        </p:nvGrpSpPr>
        <p:grpSpPr>
          <a:xfrm>
            <a:off x="2159045" y="2981222"/>
            <a:ext cx="197572" cy="1410843"/>
            <a:chOff x="6323969" y="2098536"/>
            <a:chExt cx="157579" cy="1125254"/>
          </a:xfrm>
        </p:grpSpPr>
        <p:sp>
          <p:nvSpPr>
            <p:cNvPr id="3223" name="Google Shape;3223;p69">
              <a:extLst>
                <a:ext uri="{FF2B5EF4-FFF2-40B4-BE49-F238E27FC236}">
                  <a16:creationId xmlns:a16="http://schemas.microsoft.com/office/drawing/2014/main" id="{869A9ECC-2795-2F71-9450-A9DAE522E6E4}"/>
                </a:ext>
              </a:extLst>
            </p:cNvPr>
            <p:cNvSpPr/>
            <p:nvPr/>
          </p:nvSpPr>
          <p:spPr>
            <a:xfrm>
              <a:off x="6359292" y="3108558"/>
              <a:ext cx="63215" cy="115232"/>
            </a:xfrm>
            <a:custGeom>
              <a:avLst/>
              <a:gdLst/>
              <a:ahLst/>
              <a:cxnLst/>
              <a:rect l="l" t="t" r="r" b="b"/>
              <a:pathLst>
                <a:path w="621" h="1132" extrusionOk="0">
                  <a:moveTo>
                    <a:pt x="621" y="1"/>
                  </a:moveTo>
                  <a:lnTo>
                    <a:pt x="0" y="11"/>
                  </a:lnTo>
                  <a:cubicBezTo>
                    <a:pt x="46" y="192"/>
                    <a:pt x="93" y="375"/>
                    <a:pt x="136" y="557"/>
                  </a:cubicBezTo>
                  <a:cubicBezTo>
                    <a:pt x="177" y="711"/>
                    <a:pt x="210" y="875"/>
                    <a:pt x="248" y="1000"/>
                  </a:cubicBezTo>
                  <a:cubicBezTo>
                    <a:pt x="261" y="1043"/>
                    <a:pt x="270" y="1112"/>
                    <a:pt x="317" y="1131"/>
                  </a:cubicBezTo>
                  <a:cubicBezTo>
                    <a:pt x="322" y="1131"/>
                    <a:pt x="326" y="1127"/>
                    <a:pt x="332" y="1127"/>
                  </a:cubicBezTo>
                  <a:cubicBezTo>
                    <a:pt x="438" y="800"/>
                    <a:pt x="509" y="436"/>
                    <a:pt x="6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69">
              <a:extLst>
                <a:ext uri="{FF2B5EF4-FFF2-40B4-BE49-F238E27FC236}">
                  <a16:creationId xmlns:a16="http://schemas.microsoft.com/office/drawing/2014/main" id="{3ADFF1ED-DD34-87E4-7668-85983A6ACCE3}"/>
                </a:ext>
              </a:extLst>
            </p:cNvPr>
            <p:cNvSpPr/>
            <p:nvPr/>
          </p:nvSpPr>
          <p:spPr>
            <a:xfrm>
              <a:off x="6326412" y="2948839"/>
              <a:ext cx="127549" cy="160836"/>
            </a:xfrm>
            <a:custGeom>
              <a:avLst/>
              <a:gdLst/>
              <a:ahLst/>
              <a:cxnLst/>
              <a:rect l="l" t="t" r="r" b="b"/>
              <a:pathLst>
                <a:path w="1253" h="1580" extrusionOk="0">
                  <a:moveTo>
                    <a:pt x="617" y="1"/>
                  </a:moveTo>
                  <a:cubicBezTo>
                    <a:pt x="552" y="1"/>
                    <a:pt x="477" y="6"/>
                    <a:pt x="369" y="15"/>
                  </a:cubicBezTo>
                  <a:cubicBezTo>
                    <a:pt x="291" y="24"/>
                    <a:pt x="164" y="24"/>
                    <a:pt x="108" y="62"/>
                  </a:cubicBezTo>
                  <a:cubicBezTo>
                    <a:pt x="56" y="95"/>
                    <a:pt x="0" y="287"/>
                    <a:pt x="5" y="352"/>
                  </a:cubicBezTo>
                  <a:cubicBezTo>
                    <a:pt x="10" y="436"/>
                    <a:pt x="61" y="548"/>
                    <a:pt x="89" y="651"/>
                  </a:cubicBezTo>
                  <a:cubicBezTo>
                    <a:pt x="168" y="953"/>
                    <a:pt x="248" y="1272"/>
                    <a:pt x="323" y="1580"/>
                  </a:cubicBezTo>
                  <a:lnTo>
                    <a:pt x="944" y="1570"/>
                  </a:lnTo>
                  <a:cubicBezTo>
                    <a:pt x="948" y="1556"/>
                    <a:pt x="953" y="1542"/>
                    <a:pt x="957" y="1524"/>
                  </a:cubicBezTo>
                  <a:cubicBezTo>
                    <a:pt x="1028" y="1253"/>
                    <a:pt x="1108" y="968"/>
                    <a:pt x="1177" y="683"/>
                  </a:cubicBezTo>
                  <a:cubicBezTo>
                    <a:pt x="1201" y="589"/>
                    <a:pt x="1252" y="445"/>
                    <a:pt x="1243" y="393"/>
                  </a:cubicBezTo>
                  <a:cubicBezTo>
                    <a:pt x="1229" y="337"/>
                    <a:pt x="1088" y="108"/>
                    <a:pt x="1060" y="85"/>
                  </a:cubicBezTo>
                  <a:cubicBezTo>
                    <a:pt x="976" y="15"/>
                    <a:pt x="743" y="6"/>
                    <a:pt x="6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69">
              <a:extLst>
                <a:ext uri="{FF2B5EF4-FFF2-40B4-BE49-F238E27FC236}">
                  <a16:creationId xmlns:a16="http://schemas.microsoft.com/office/drawing/2014/main" id="{CDB52B9F-265D-68E1-BB58-2C8079CF5C34}"/>
                </a:ext>
              </a:extLst>
            </p:cNvPr>
            <p:cNvSpPr/>
            <p:nvPr/>
          </p:nvSpPr>
          <p:spPr>
            <a:xfrm>
              <a:off x="6323969" y="2182314"/>
              <a:ext cx="146585" cy="808049"/>
            </a:xfrm>
            <a:custGeom>
              <a:avLst/>
              <a:gdLst/>
              <a:ahLst/>
              <a:cxnLst/>
              <a:rect l="l" t="t" r="r" b="b"/>
              <a:pathLst>
                <a:path w="1440" h="7938" extrusionOk="0">
                  <a:moveTo>
                    <a:pt x="1043" y="7705"/>
                  </a:moveTo>
                  <a:cubicBezTo>
                    <a:pt x="963" y="7755"/>
                    <a:pt x="916" y="7826"/>
                    <a:pt x="828" y="7877"/>
                  </a:cubicBezTo>
                  <a:cubicBezTo>
                    <a:pt x="763" y="7817"/>
                    <a:pt x="711" y="7722"/>
                    <a:pt x="651" y="7648"/>
                  </a:cubicBezTo>
                  <a:cubicBezTo>
                    <a:pt x="576" y="7681"/>
                    <a:pt x="543" y="7807"/>
                    <a:pt x="445" y="7858"/>
                  </a:cubicBezTo>
                  <a:cubicBezTo>
                    <a:pt x="384" y="7789"/>
                    <a:pt x="319" y="7727"/>
                    <a:pt x="263" y="7653"/>
                  </a:cubicBezTo>
                  <a:cubicBezTo>
                    <a:pt x="169" y="7718"/>
                    <a:pt x="146" y="7858"/>
                    <a:pt x="43" y="7891"/>
                  </a:cubicBezTo>
                  <a:cubicBezTo>
                    <a:pt x="1" y="7727"/>
                    <a:pt x="34" y="7559"/>
                    <a:pt x="39" y="7396"/>
                  </a:cubicBezTo>
                  <a:cubicBezTo>
                    <a:pt x="108" y="4949"/>
                    <a:pt x="151" y="2460"/>
                    <a:pt x="230" y="4"/>
                  </a:cubicBezTo>
                  <a:cubicBezTo>
                    <a:pt x="636" y="0"/>
                    <a:pt x="1033" y="18"/>
                    <a:pt x="1425" y="37"/>
                  </a:cubicBezTo>
                  <a:cubicBezTo>
                    <a:pt x="1440" y="93"/>
                    <a:pt x="1440" y="182"/>
                    <a:pt x="1440" y="275"/>
                  </a:cubicBezTo>
                  <a:cubicBezTo>
                    <a:pt x="1379" y="2615"/>
                    <a:pt x="1328" y="5033"/>
                    <a:pt x="1272" y="7401"/>
                  </a:cubicBezTo>
                  <a:cubicBezTo>
                    <a:pt x="1267" y="7578"/>
                    <a:pt x="1276" y="7765"/>
                    <a:pt x="1257" y="7929"/>
                  </a:cubicBezTo>
                  <a:cubicBezTo>
                    <a:pt x="1164" y="7938"/>
                    <a:pt x="1108" y="7765"/>
                    <a:pt x="1043" y="77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69">
              <a:extLst>
                <a:ext uri="{FF2B5EF4-FFF2-40B4-BE49-F238E27FC236}">
                  <a16:creationId xmlns:a16="http://schemas.microsoft.com/office/drawing/2014/main" id="{09C5F631-4721-01D4-DA9E-7522A9BE69E0}"/>
                </a:ext>
              </a:extLst>
            </p:cNvPr>
            <p:cNvSpPr/>
            <p:nvPr/>
          </p:nvSpPr>
          <p:spPr>
            <a:xfrm>
              <a:off x="6348706" y="2098536"/>
              <a:ext cx="125208" cy="95687"/>
            </a:xfrm>
            <a:custGeom>
              <a:avLst/>
              <a:gdLst/>
              <a:ahLst/>
              <a:cxnLst/>
              <a:rect l="l" t="t" r="r" b="b"/>
              <a:pathLst>
                <a:path w="1230" h="940" extrusionOk="0">
                  <a:moveTo>
                    <a:pt x="1187" y="869"/>
                  </a:moveTo>
                  <a:cubicBezTo>
                    <a:pt x="753" y="940"/>
                    <a:pt x="393" y="851"/>
                    <a:pt x="1" y="836"/>
                  </a:cubicBezTo>
                  <a:cubicBezTo>
                    <a:pt x="1" y="621"/>
                    <a:pt x="109" y="351"/>
                    <a:pt x="318" y="239"/>
                  </a:cubicBezTo>
                  <a:cubicBezTo>
                    <a:pt x="757" y="0"/>
                    <a:pt x="1229" y="356"/>
                    <a:pt x="1187" y="86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69">
              <a:extLst>
                <a:ext uri="{FF2B5EF4-FFF2-40B4-BE49-F238E27FC236}">
                  <a16:creationId xmlns:a16="http://schemas.microsoft.com/office/drawing/2014/main" id="{C7408FEB-004B-E2A6-C5E3-419CFF3E05EA}"/>
                </a:ext>
              </a:extLst>
            </p:cNvPr>
            <p:cNvSpPr/>
            <p:nvPr/>
          </p:nvSpPr>
          <p:spPr>
            <a:xfrm>
              <a:off x="6333131" y="2179871"/>
              <a:ext cx="148417" cy="126531"/>
            </a:xfrm>
            <a:custGeom>
              <a:avLst/>
              <a:gdLst/>
              <a:ahLst/>
              <a:cxnLst/>
              <a:rect l="l" t="t" r="r" b="b"/>
              <a:pathLst>
                <a:path w="1458" h="1243" extrusionOk="0">
                  <a:moveTo>
                    <a:pt x="93" y="1219"/>
                  </a:moveTo>
                  <a:cubicBezTo>
                    <a:pt x="121" y="1126"/>
                    <a:pt x="98" y="1037"/>
                    <a:pt x="37" y="925"/>
                  </a:cubicBezTo>
                  <a:cubicBezTo>
                    <a:pt x="42" y="869"/>
                    <a:pt x="84" y="831"/>
                    <a:pt x="93" y="780"/>
                  </a:cubicBezTo>
                  <a:cubicBezTo>
                    <a:pt x="0" y="663"/>
                    <a:pt x="112" y="565"/>
                    <a:pt x="107" y="477"/>
                  </a:cubicBezTo>
                  <a:cubicBezTo>
                    <a:pt x="107" y="434"/>
                    <a:pt x="79" y="402"/>
                    <a:pt x="79" y="365"/>
                  </a:cubicBezTo>
                  <a:cubicBezTo>
                    <a:pt x="79" y="304"/>
                    <a:pt x="121" y="262"/>
                    <a:pt x="130" y="201"/>
                  </a:cubicBezTo>
                  <a:cubicBezTo>
                    <a:pt x="140" y="145"/>
                    <a:pt x="102" y="93"/>
                    <a:pt x="130" y="42"/>
                  </a:cubicBezTo>
                  <a:cubicBezTo>
                    <a:pt x="346" y="0"/>
                    <a:pt x="555" y="37"/>
                    <a:pt x="751" y="52"/>
                  </a:cubicBezTo>
                  <a:cubicBezTo>
                    <a:pt x="957" y="65"/>
                    <a:pt x="1158" y="37"/>
                    <a:pt x="1363" y="74"/>
                  </a:cubicBezTo>
                  <a:cubicBezTo>
                    <a:pt x="1457" y="206"/>
                    <a:pt x="1378" y="327"/>
                    <a:pt x="1378" y="444"/>
                  </a:cubicBezTo>
                  <a:cubicBezTo>
                    <a:pt x="1378" y="509"/>
                    <a:pt x="1410" y="574"/>
                    <a:pt x="1410" y="640"/>
                  </a:cubicBezTo>
                  <a:cubicBezTo>
                    <a:pt x="1410" y="738"/>
                    <a:pt x="1317" y="831"/>
                    <a:pt x="1415" y="986"/>
                  </a:cubicBezTo>
                  <a:cubicBezTo>
                    <a:pt x="1387" y="1065"/>
                    <a:pt x="1312" y="1121"/>
                    <a:pt x="1331" y="1223"/>
                  </a:cubicBezTo>
                  <a:cubicBezTo>
                    <a:pt x="1322" y="1233"/>
                    <a:pt x="1317" y="1242"/>
                    <a:pt x="1307" y="1229"/>
                  </a:cubicBezTo>
                  <a:cubicBezTo>
                    <a:pt x="901" y="1233"/>
                    <a:pt x="490" y="1242"/>
                    <a:pt x="93" y="12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69">
              <a:extLst>
                <a:ext uri="{FF2B5EF4-FFF2-40B4-BE49-F238E27FC236}">
                  <a16:creationId xmlns:a16="http://schemas.microsoft.com/office/drawing/2014/main" id="{042B484B-A527-2668-03BF-4139A170A1BD}"/>
                </a:ext>
              </a:extLst>
            </p:cNvPr>
            <p:cNvSpPr/>
            <p:nvPr/>
          </p:nvSpPr>
          <p:spPr>
            <a:xfrm>
              <a:off x="6394819" y="2346206"/>
              <a:ext cx="59143" cy="97520"/>
            </a:xfrm>
            <a:custGeom>
              <a:avLst/>
              <a:gdLst/>
              <a:ahLst/>
              <a:cxnLst/>
              <a:rect l="l" t="t" r="r" b="b"/>
              <a:pathLst>
                <a:path w="581" h="958" extrusionOk="0">
                  <a:moveTo>
                    <a:pt x="369" y="761"/>
                  </a:moveTo>
                  <a:cubicBezTo>
                    <a:pt x="67" y="957"/>
                    <a:pt x="1" y="75"/>
                    <a:pt x="267" y="43"/>
                  </a:cubicBezTo>
                  <a:cubicBezTo>
                    <a:pt x="580" y="0"/>
                    <a:pt x="505" y="575"/>
                    <a:pt x="397" y="738"/>
                  </a:cubicBezTo>
                  <a:cubicBezTo>
                    <a:pt x="388" y="752"/>
                    <a:pt x="379" y="757"/>
                    <a:pt x="369" y="76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69">
              <a:extLst>
                <a:ext uri="{FF2B5EF4-FFF2-40B4-BE49-F238E27FC236}">
                  <a16:creationId xmlns:a16="http://schemas.microsoft.com/office/drawing/2014/main" id="{16F04DA5-1046-A336-8BBE-F6FC32A42E5B}"/>
                </a:ext>
              </a:extLst>
            </p:cNvPr>
            <p:cNvSpPr/>
            <p:nvPr/>
          </p:nvSpPr>
          <p:spPr>
            <a:xfrm>
              <a:off x="6402963" y="2252961"/>
              <a:ext cx="55173" cy="75328"/>
            </a:xfrm>
            <a:custGeom>
              <a:avLst/>
              <a:gdLst/>
              <a:ahLst/>
              <a:cxnLst/>
              <a:rect l="l" t="t" r="r" b="b"/>
              <a:pathLst>
                <a:path w="542" h="740" extrusionOk="0">
                  <a:moveTo>
                    <a:pt x="360" y="613"/>
                  </a:moveTo>
                  <a:cubicBezTo>
                    <a:pt x="99" y="739"/>
                    <a:pt x="0" y="1"/>
                    <a:pt x="299" y="20"/>
                  </a:cubicBezTo>
                  <a:cubicBezTo>
                    <a:pt x="528" y="29"/>
                    <a:pt x="542" y="529"/>
                    <a:pt x="360" y="6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69">
              <a:extLst>
                <a:ext uri="{FF2B5EF4-FFF2-40B4-BE49-F238E27FC236}">
                  <a16:creationId xmlns:a16="http://schemas.microsoft.com/office/drawing/2014/main" id="{1A3E6CFD-F673-9307-F2CC-AA9D182F80EE}"/>
                </a:ext>
              </a:extLst>
            </p:cNvPr>
            <p:cNvSpPr/>
            <p:nvPr/>
          </p:nvSpPr>
          <p:spPr>
            <a:xfrm>
              <a:off x="6342089" y="2884301"/>
              <a:ext cx="32880" cy="106070"/>
            </a:xfrm>
            <a:custGeom>
              <a:avLst/>
              <a:gdLst/>
              <a:ahLst/>
              <a:cxnLst/>
              <a:rect l="l" t="t" r="r" b="b"/>
              <a:pathLst>
                <a:path w="323" h="1042" extrusionOk="0">
                  <a:moveTo>
                    <a:pt x="239" y="18"/>
                  </a:moveTo>
                  <a:cubicBezTo>
                    <a:pt x="323" y="164"/>
                    <a:pt x="318" y="444"/>
                    <a:pt x="295" y="724"/>
                  </a:cubicBezTo>
                  <a:cubicBezTo>
                    <a:pt x="286" y="841"/>
                    <a:pt x="267" y="1033"/>
                    <a:pt x="159" y="1037"/>
                  </a:cubicBezTo>
                  <a:cubicBezTo>
                    <a:pt x="33" y="1042"/>
                    <a:pt x="19" y="817"/>
                    <a:pt x="14" y="738"/>
                  </a:cubicBezTo>
                  <a:cubicBezTo>
                    <a:pt x="1" y="490"/>
                    <a:pt x="33" y="187"/>
                    <a:pt x="98" y="29"/>
                  </a:cubicBezTo>
                  <a:cubicBezTo>
                    <a:pt x="126" y="1"/>
                    <a:pt x="197" y="1"/>
                    <a:pt x="239" y="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31" name="Google Shape;3231;p69">
            <a:extLst>
              <a:ext uri="{FF2B5EF4-FFF2-40B4-BE49-F238E27FC236}">
                <a16:creationId xmlns:a16="http://schemas.microsoft.com/office/drawing/2014/main" id="{0D3F8AE4-A87F-550B-9F6D-13BC8F998E73}"/>
              </a:ext>
            </a:extLst>
          </p:cNvPr>
          <p:cNvGrpSpPr/>
          <p:nvPr/>
        </p:nvGrpSpPr>
        <p:grpSpPr>
          <a:xfrm rot="-2700000">
            <a:off x="258366" y="240856"/>
            <a:ext cx="1585008" cy="1833710"/>
            <a:chOff x="720001" y="2769784"/>
            <a:chExt cx="1585023" cy="1833727"/>
          </a:xfrm>
        </p:grpSpPr>
        <p:sp>
          <p:nvSpPr>
            <p:cNvPr id="3232" name="Google Shape;3232;p69">
              <a:extLst>
                <a:ext uri="{FF2B5EF4-FFF2-40B4-BE49-F238E27FC236}">
                  <a16:creationId xmlns:a16="http://schemas.microsoft.com/office/drawing/2014/main" id="{BE64C2C1-7544-A43C-B6C7-AF7632C46120}"/>
                </a:ext>
              </a:extLst>
            </p:cNvPr>
            <p:cNvSpPr/>
            <p:nvPr/>
          </p:nvSpPr>
          <p:spPr>
            <a:xfrm>
              <a:off x="720001" y="2769784"/>
              <a:ext cx="1585023" cy="1833727"/>
            </a:xfrm>
            <a:custGeom>
              <a:avLst/>
              <a:gdLst/>
              <a:ahLst/>
              <a:cxnLst/>
              <a:rect l="l" t="t" r="r" b="b"/>
              <a:pathLst>
                <a:path w="13356" h="15452" extrusionOk="0">
                  <a:moveTo>
                    <a:pt x="12781" y="3167"/>
                  </a:moveTo>
                  <a:cubicBezTo>
                    <a:pt x="12935" y="3260"/>
                    <a:pt x="13243" y="3507"/>
                    <a:pt x="13300" y="3717"/>
                  </a:cubicBezTo>
                  <a:cubicBezTo>
                    <a:pt x="13356" y="3923"/>
                    <a:pt x="13224" y="4189"/>
                    <a:pt x="13127" y="4400"/>
                  </a:cubicBezTo>
                  <a:cubicBezTo>
                    <a:pt x="13038" y="4596"/>
                    <a:pt x="10778" y="9348"/>
                    <a:pt x="10591" y="9741"/>
                  </a:cubicBezTo>
                  <a:cubicBezTo>
                    <a:pt x="10293" y="10367"/>
                    <a:pt x="10013" y="11057"/>
                    <a:pt x="9821" y="11590"/>
                  </a:cubicBezTo>
                  <a:cubicBezTo>
                    <a:pt x="9498" y="12468"/>
                    <a:pt x="9121" y="13425"/>
                    <a:pt x="8780" y="14345"/>
                  </a:cubicBezTo>
                  <a:cubicBezTo>
                    <a:pt x="8681" y="14615"/>
                    <a:pt x="8588" y="15046"/>
                    <a:pt x="8317" y="15260"/>
                  </a:cubicBezTo>
                  <a:cubicBezTo>
                    <a:pt x="8079" y="15451"/>
                    <a:pt x="7659" y="15354"/>
                    <a:pt x="7323" y="15283"/>
                  </a:cubicBezTo>
                  <a:cubicBezTo>
                    <a:pt x="6944" y="15209"/>
                    <a:pt x="6604" y="15106"/>
                    <a:pt x="6291" y="15008"/>
                  </a:cubicBezTo>
                  <a:cubicBezTo>
                    <a:pt x="5608" y="14794"/>
                    <a:pt x="4880" y="14546"/>
                    <a:pt x="4199" y="14285"/>
                  </a:cubicBezTo>
                  <a:cubicBezTo>
                    <a:pt x="3783" y="14126"/>
                    <a:pt x="3447" y="13971"/>
                    <a:pt x="3129" y="13846"/>
                  </a:cubicBezTo>
                  <a:cubicBezTo>
                    <a:pt x="2442" y="13574"/>
                    <a:pt x="1757" y="13304"/>
                    <a:pt x="1019" y="12986"/>
                  </a:cubicBezTo>
                  <a:cubicBezTo>
                    <a:pt x="481" y="12753"/>
                    <a:pt x="1" y="12412"/>
                    <a:pt x="20" y="11912"/>
                  </a:cubicBezTo>
                  <a:cubicBezTo>
                    <a:pt x="29" y="11702"/>
                    <a:pt x="123" y="11441"/>
                    <a:pt x="192" y="11184"/>
                  </a:cubicBezTo>
                  <a:cubicBezTo>
                    <a:pt x="263" y="10936"/>
                    <a:pt x="328" y="10675"/>
                    <a:pt x="407" y="10447"/>
                  </a:cubicBezTo>
                  <a:cubicBezTo>
                    <a:pt x="584" y="9937"/>
                    <a:pt x="809" y="9432"/>
                    <a:pt x="1019" y="8956"/>
                  </a:cubicBezTo>
                  <a:cubicBezTo>
                    <a:pt x="1673" y="7458"/>
                    <a:pt x="2256" y="5945"/>
                    <a:pt x="2924" y="4456"/>
                  </a:cubicBezTo>
                  <a:cubicBezTo>
                    <a:pt x="3349" y="3503"/>
                    <a:pt x="3905" y="2424"/>
                    <a:pt x="4414" y="1434"/>
                  </a:cubicBezTo>
                  <a:cubicBezTo>
                    <a:pt x="4745" y="790"/>
                    <a:pt x="5240" y="24"/>
                    <a:pt x="5815" y="5"/>
                  </a:cubicBezTo>
                  <a:cubicBezTo>
                    <a:pt x="6071" y="1"/>
                    <a:pt x="6379" y="122"/>
                    <a:pt x="6660" y="215"/>
                  </a:cubicBezTo>
                  <a:cubicBezTo>
                    <a:pt x="7505" y="486"/>
                    <a:pt x="8401" y="954"/>
                    <a:pt x="9261" y="1392"/>
                  </a:cubicBezTo>
                  <a:cubicBezTo>
                    <a:pt x="10190" y="1874"/>
                    <a:pt x="10979" y="2204"/>
                    <a:pt x="11880" y="2663"/>
                  </a:cubicBezTo>
                  <a:cubicBezTo>
                    <a:pt x="12183" y="2816"/>
                    <a:pt x="12478" y="2975"/>
                    <a:pt x="12781" y="316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69">
              <a:extLst>
                <a:ext uri="{FF2B5EF4-FFF2-40B4-BE49-F238E27FC236}">
                  <a16:creationId xmlns:a16="http://schemas.microsoft.com/office/drawing/2014/main" id="{58B951DE-D8D2-9CE7-009A-3C297A589310}"/>
                </a:ext>
              </a:extLst>
            </p:cNvPr>
            <p:cNvSpPr/>
            <p:nvPr/>
          </p:nvSpPr>
          <p:spPr>
            <a:xfrm>
              <a:off x="1351705" y="2963218"/>
              <a:ext cx="800938" cy="437902"/>
            </a:xfrm>
            <a:custGeom>
              <a:avLst/>
              <a:gdLst/>
              <a:ahLst/>
              <a:cxnLst/>
              <a:rect l="l" t="t" r="r" b="b"/>
              <a:pathLst>
                <a:path w="6749" h="3690" extrusionOk="0">
                  <a:moveTo>
                    <a:pt x="6711" y="3157"/>
                  </a:moveTo>
                  <a:cubicBezTo>
                    <a:pt x="6725" y="3129"/>
                    <a:pt x="6739" y="3101"/>
                    <a:pt x="6748" y="3068"/>
                  </a:cubicBezTo>
                  <a:cubicBezTo>
                    <a:pt x="6557" y="2970"/>
                    <a:pt x="6356" y="2882"/>
                    <a:pt x="6164" y="2783"/>
                  </a:cubicBezTo>
                  <a:cubicBezTo>
                    <a:pt x="5291" y="2345"/>
                    <a:pt x="4511" y="1953"/>
                    <a:pt x="3619" y="1537"/>
                  </a:cubicBezTo>
                  <a:cubicBezTo>
                    <a:pt x="3078" y="1280"/>
                    <a:pt x="2522" y="1041"/>
                    <a:pt x="1938" y="766"/>
                  </a:cubicBezTo>
                  <a:cubicBezTo>
                    <a:pt x="1696" y="654"/>
                    <a:pt x="1458" y="542"/>
                    <a:pt x="1093" y="384"/>
                  </a:cubicBezTo>
                  <a:cubicBezTo>
                    <a:pt x="879" y="285"/>
                    <a:pt x="360" y="0"/>
                    <a:pt x="253" y="47"/>
                  </a:cubicBezTo>
                  <a:cubicBezTo>
                    <a:pt x="145" y="89"/>
                    <a:pt x="1" y="350"/>
                    <a:pt x="43" y="453"/>
                  </a:cubicBezTo>
                  <a:cubicBezTo>
                    <a:pt x="80" y="546"/>
                    <a:pt x="244" y="608"/>
                    <a:pt x="416" y="692"/>
                  </a:cubicBezTo>
                  <a:cubicBezTo>
                    <a:pt x="860" y="910"/>
                    <a:pt x="1300" y="1134"/>
                    <a:pt x="1673" y="1303"/>
                  </a:cubicBezTo>
                  <a:cubicBezTo>
                    <a:pt x="3106" y="1966"/>
                    <a:pt x="4483" y="2722"/>
                    <a:pt x="5866" y="3399"/>
                  </a:cubicBezTo>
                  <a:cubicBezTo>
                    <a:pt x="6048" y="3488"/>
                    <a:pt x="6267" y="3615"/>
                    <a:pt x="6445" y="3690"/>
                  </a:cubicBezTo>
                  <a:cubicBezTo>
                    <a:pt x="6543" y="3516"/>
                    <a:pt x="6636" y="3339"/>
                    <a:pt x="6711" y="31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69">
              <a:extLst>
                <a:ext uri="{FF2B5EF4-FFF2-40B4-BE49-F238E27FC236}">
                  <a16:creationId xmlns:a16="http://schemas.microsoft.com/office/drawing/2014/main" id="{1B9D24BE-62F3-C9C3-9B97-87030D2CD5CA}"/>
                </a:ext>
              </a:extLst>
            </p:cNvPr>
            <p:cNvSpPr/>
            <p:nvPr/>
          </p:nvSpPr>
          <p:spPr>
            <a:xfrm>
              <a:off x="1254273" y="3107760"/>
              <a:ext cx="821824" cy="446327"/>
            </a:xfrm>
            <a:custGeom>
              <a:avLst/>
              <a:gdLst/>
              <a:ahLst/>
              <a:cxnLst/>
              <a:rect l="l" t="t" r="r" b="b"/>
              <a:pathLst>
                <a:path w="6925" h="3761" extrusionOk="0">
                  <a:moveTo>
                    <a:pt x="6925" y="3172"/>
                  </a:moveTo>
                  <a:cubicBezTo>
                    <a:pt x="6687" y="3026"/>
                    <a:pt x="6416" y="2910"/>
                    <a:pt x="6164" y="2784"/>
                  </a:cubicBezTo>
                  <a:cubicBezTo>
                    <a:pt x="5291" y="2345"/>
                    <a:pt x="4511" y="1953"/>
                    <a:pt x="3619" y="1537"/>
                  </a:cubicBezTo>
                  <a:cubicBezTo>
                    <a:pt x="3078" y="1280"/>
                    <a:pt x="2522" y="1043"/>
                    <a:pt x="1938" y="767"/>
                  </a:cubicBezTo>
                  <a:cubicBezTo>
                    <a:pt x="1695" y="651"/>
                    <a:pt x="1457" y="538"/>
                    <a:pt x="1093" y="379"/>
                  </a:cubicBezTo>
                  <a:cubicBezTo>
                    <a:pt x="878" y="286"/>
                    <a:pt x="360" y="1"/>
                    <a:pt x="252" y="48"/>
                  </a:cubicBezTo>
                  <a:cubicBezTo>
                    <a:pt x="145" y="90"/>
                    <a:pt x="0" y="351"/>
                    <a:pt x="42" y="454"/>
                  </a:cubicBezTo>
                  <a:cubicBezTo>
                    <a:pt x="80" y="547"/>
                    <a:pt x="243" y="608"/>
                    <a:pt x="416" y="692"/>
                  </a:cubicBezTo>
                  <a:cubicBezTo>
                    <a:pt x="860" y="912"/>
                    <a:pt x="1298" y="1131"/>
                    <a:pt x="1672" y="1304"/>
                  </a:cubicBezTo>
                  <a:cubicBezTo>
                    <a:pt x="3106" y="1967"/>
                    <a:pt x="4483" y="2724"/>
                    <a:pt x="5865" y="3401"/>
                  </a:cubicBezTo>
                  <a:cubicBezTo>
                    <a:pt x="6131" y="3531"/>
                    <a:pt x="6491" y="3741"/>
                    <a:pt x="6664" y="3760"/>
                  </a:cubicBezTo>
                  <a:cubicBezTo>
                    <a:pt x="6752" y="3564"/>
                    <a:pt x="6836" y="3363"/>
                    <a:pt x="6925" y="31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69">
              <a:extLst>
                <a:ext uri="{FF2B5EF4-FFF2-40B4-BE49-F238E27FC236}">
                  <a16:creationId xmlns:a16="http://schemas.microsoft.com/office/drawing/2014/main" id="{444EB641-3A93-EAFF-42E0-386221A93F00}"/>
                </a:ext>
              </a:extLst>
            </p:cNvPr>
            <p:cNvSpPr/>
            <p:nvPr/>
          </p:nvSpPr>
          <p:spPr>
            <a:xfrm>
              <a:off x="1223299" y="3277934"/>
              <a:ext cx="783018" cy="427340"/>
            </a:xfrm>
            <a:custGeom>
              <a:avLst/>
              <a:gdLst/>
              <a:ahLst/>
              <a:cxnLst/>
              <a:rect l="l" t="t" r="r" b="b"/>
              <a:pathLst>
                <a:path w="6598" h="3601" extrusionOk="0">
                  <a:moveTo>
                    <a:pt x="6598" y="2989"/>
                  </a:moveTo>
                  <a:cubicBezTo>
                    <a:pt x="6453" y="2919"/>
                    <a:pt x="6304" y="2853"/>
                    <a:pt x="6164" y="2784"/>
                  </a:cubicBezTo>
                  <a:cubicBezTo>
                    <a:pt x="5290" y="2340"/>
                    <a:pt x="4511" y="1948"/>
                    <a:pt x="3619" y="1532"/>
                  </a:cubicBezTo>
                  <a:cubicBezTo>
                    <a:pt x="3076" y="1275"/>
                    <a:pt x="2522" y="1038"/>
                    <a:pt x="1933" y="762"/>
                  </a:cubicBezTo>
                  <a:cubicBezTo>
                    <a:pt x="1695" y="650"/>
                    <a:pt x="1457" y="538"/>
                    <a:pt x="1093" y="379"/>
                  </a:cubicBezTo>
                  <a:cubicBezTo>
                    <a:pt x="878" y="281"/>
                    <a:pt x="359" y="1"/>
                    <a:pt x="252" y="42"/>
                  </a:cubicBezTo>
                  <a:cubicBezTo>
                    <a:pt x="145" y="85"/>
                    <a:pt x="0" y="346"/>
                    <a:pt x="42" y="454"/>
                  </a:cubicBezTo>
                  <a:cubicBezTo>
                    <a:pt x="79" y="542"/>
                    <a:pt x="242" y="603"/>
                    <a:pt x="415" y="687"/>
                  </a:cubicBezTo>
                  <a:cubicBezTo>
                    <a:pt x="859" y="906"/>
                    <a:pt x="1298" y="1131"/>
                    <a:pt x="1671" y="1303"/>
                  </a:cubicBezTo>
                  <a:cubicBezTo>
                    <a:pt x="3100" y="1962"/>
                    <a:pt x="4483" y="2719"/>
                    <a:pt x="5865" y="3395"/>
                  </a:cubicBezTo>
                  <a:cubicBezTo>
                    <a:pt x="5986" y="3456"/>
                    <a:pt x="6130" y="3536"/>
                    <a:pt x="6261" y="3601"/>
                  </a:cubicBezTo>
                  <a:cubicBezTo>
                    <a:pt x="6378" y="3400"/>
                    <a:pt x="6485" y="3195"/>
                    <a:pt x="6598" y="29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69">
              <a:extLst>
                <a:ext uri="{FF2B5EF4-FFF2-40B4-BE49-F238E27FC236}">
                  <a16:creationId xmlns:a16="http://schemas.microsoft.com/office/drawing/2014/main" id="{9516E34D-C221-6743-7F61-199D91524D32}"/>
                </a:ext>
              </a:extLst>
            </p:cNvPr>
            <p:cNvSpPr/>
            <p:nvPr/>
          </p:nvSpPr>
          <p:spPr>
            <a:xfrm>
              <a:off x="1125630" y="3422001"/>
              <a:ext cx="795953" cy="433392"/>
            </a:xfrm>
            <a:custGeom>
              <a:avLst/>
              <a:gdLst/>
              <a:ahLst/>
              <a:cxnLst/>
              <a:rect l="l" t="t" r="r" b="b"/>
              <a:pathLst>
                <a:path w="6707" h="3652" extrusionOk="0">
                  <a:moveTo>
                    <a:pt x="6707" y="3050"/>
                  </a:moveTo>
                  <a:cubicBezTo>
                    <a:pt x="6528" y="2956"/>
                    <a:pt x="6342" y="2877"/>
                    <a:pt x="6164" y="2783"/>
                  </a:cubicBezTo>
                  <a:cubicBezTo>
                    <a:pt x="5291" y="2345"/>
                    <a:pt x="4511" y="1953"/>
                    <a:pt x="3619" y="1537"/>
                  </a:cubicBezTo>
                  <a:cubicBezTo>
                    <a:pt x="3078" y="1280"/>
                    <a:pt x="2518" y="1042"/>
                    <a:pt x="1934" y="766"/>
                  </a:cubicBezTo>
                  <a:cubicBezTo>
                    <a:pt x="1696" y="654"/>
                    <a:pt x="1457" y="542"/>
                    <a:pt x="1093" y="384"/>
                  </a:cubicBezTo>
                  <a:cubicBezTo>
                    <a:pt x="879" y="285"/>
                    <a:pt x="360" y="1"/>
                    <a:pt x="253" y="48"/>
                  </a:cubicBezTo>
                  <a:cubicBezTo>
                    <a:pt x="141" y="89"/>
                    <a:pt x="1" y="350"/>
                    <a:pt x="43" y="453"/>
                  </a:cubicBezTo>
                  <a:cubicBezTo>
                    <a:pt x="80" y="546"/>
                    <a:pt x="244" y="608"/>
                    <a:pt x="416" y="692"/>
                  </a:cubicBezTo>
                  <a:cubicBezTo>
                    <a:pt x="860" y="911"/>
                    <a:pt x="1299" y="1130"/>
                    <a:pt x="1673" y="1303"/>
                  </a:cubicBezTo>
                  <a:cubicBezTo>
                    <a:pt x="3101" y="1966"/>
                    <a:pt x="4479" y="2723"/>
                    <a:pt x="5866" y="3400"/>
                  </a:cubicBezTo>
                  <a:cubicBezTo>
                    <a:pt x="6020" y="3475"/>
                    <a:pt x="6202" y="3578"/>
                    <a:pt x="6360" y="3652"/>
                  </a:cubicBezTo>
                  <a:cubicBezTo>
                    <a:pt x="6477" y="3451"/>
                    <a:pt x="6595" y="3251"/>
                    <a:pt x="6707" y="30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69">
              <a:extLst>
                <a:ext uri="{FF2B5EF4-FFF2-40B4-BE49-F238E27FC236}">
                  <a16:creationId xmlns:a16="http://schemas.microsoft.com/office/drawing/2014/main" id="{222734FE-7FC6-07DF-55D4-BE8136789C42}"/>
                </a:ext>
              </a:extLst>
            </p:cNvPr>
            <p:cNvSpPr/>
            <p:nvPr/>
          </p:nvSpPr>
          <p:spPr>
            <a:xfrm>
              <a:off x="1064157" y="3563220"/>
              <a:ext cx="801412" cy="437427"/>
            </a:xfrm>
            <a:custGeom>
              <a:avLst/>
              <a:gdLst/>
              <a:ahLst/>
              <a:cxnLst/>
              <a:rect l="l" t="t" r="r" b="b"/>
              <a:pathLst>
                <a:path w="6753" h="3686" extrusionOk="0">
                  <a:moveTo>
                    <a:pt x="6715" y="3153"/>
                  </a:moveTo>
                  <a:cubicBezTo>
                    <a:pt x="6729" y="3125"/>
                    <a:pt x="6738" y="3097"/>
                    <a:pt x="6753" y="3069"/>
                  </a:cubicBezTo>
                  <a:cubicBezTo>
                    <a:pt x="6561" y="2966"/>
                    <a:pt x="6361" y="2878"/>
                    <a:pt x="6169" y="2780"/>
                  </a:cubicBezTo>
                  <a:cubicBezTo>
                    <a:pt x="5296" y="2341"/>
                    <a:pt x="4516" y="1949"/>
                    <a:pt x="3624" y="1533"/>
                  </a:cubicBezTo>
                  <a:cubicBezTo>
                    <a:pt x="3083" y="1276"/>
                    <a:pt x="2522" y="1037"/>
                    <a:pt x="1938" y="763"/>
                  </a:cubicBezTo>
                  <a:cubicBezTo>
                    <a:pt x="1700" y="651"/>
                    <a:pt x="1462" y="539"/>
                    <a:pt x="1098" y="380"/>
                  </a:cubicBezTo>
                  <a:cubicBezTo>
                    <a:pt x="883" y="281"/>
                    <a:pt x="365" y="1"/>
                    <a:pt x="257" y="43"/>
                  </a:cubicBezTo>
                  <a:cubicBezTo>
                    <a:pt x="145" y="85"/>
                    <a:pt x="1" y="347"/>
                    <a:pt x="47" y="455"/>
                  </a:cubicBezTo>
                  <a:cubicBezTo>
                    <a:pt x="85" y="543"/>
                    <a:pt x="249" y="604"/>
                    <a:pt x="421" y="688"/>
                  </a:cubicBezTo>
                  <a:cubicBezTo>
                    <a:pt x="859" y="907"/>
                    <a:pt x="1303" y="1132"/>
                    <a:pt x="1677" y="1300"/>
                  </a:cubicBezTo>
                  <a:cubicBezTo>
                    <a:pt x="3106" y="1962"/>
                    <a:pt x="4484" y="2718"/>
                    <a:pt x="5870" y="3396"/>
                  </a:cubicBezTo>
                  <a:cubicBezTo>
                    <a:pt x="6048" y="3485"/>
                    <a:pt x="6272" y="3610"/>
                    <a:pt x="6449" y="3686"/>
                  </a:cubicBezTo>
                  <a:cubicBezTo>
                    <a:pt x="6542" y="3513"/>
                    <a:pt x="6636" y="3340"/>
                    <a:pt x="6715" y="31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69">
              <a:extLst>
                <a:ext uri="{FF2B5EF4-FFF2-40B4-BE49-F238E27FC236}">
                  <a16:creationId xmlns:a16="http://schemas.microsoft.com/office/drawing/2014/main" id="{1270EB08-2EF2-666B-81A6-EDA25F4FF1EA}"/>
                </a:ext>
              </a:extLst>
            </p:cNvPr>
            <p:cNvSpPr/>
            <p:nvPr/>
          </p:nvSpPr>
          <p:spPr>
            <a:xfrm>
              <a:off x="1436557" y="2834578"/>
              <a:ext cx="106570" cy="59455"/>
            </a:xfrm>
            <a:custGeom>
              <a:avLst/>
              <a:gdLst/>
              <a:ahLst/>
              <a:cxnLst/>
              <a:rect l="l" t="t" r="r" b="b"/>
              <a:pathLst>
                <a:path w="898" h="501" extrusionOk="0">
                  <a:moveTo>
                    <a:pt x="1" y="117"/>
                  </a:moveTo>
                  <a:cubicBezTo>
                    <a:pt x="89" y="48"/>
                    <a:pt x="197" y="1"/>
                    <a:pt x="299" y="1"/>
                  </a:cubicBezTo>
                  <a:cubicBezTo>
                    <a:pt x="434" y="1"/>
                    <a:pt x="897" y="127"/>
                    <a:pt x="799" y="323"/>
                  </a:cubicBezTo>
                  <a:cubicBezTo>
                    <a:pt x="710" y="501"/>
                    <a:pt x="19" y="356"/>
                    <a:pt x="1" y="1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69">
              <a:extLst>
                <a:ext uri="{FF2B5EF4-FFF2-40B4-BE49-F238E27FC236}">
                  <a16:creationId xmlns:a16="http://schemas.microsoft.com/office/drawing/2014/main" id="{C9FF0AED-71F4-9165-7280-46A90EB5ABD7}"/>
                </a:ext>
              </a:extLst>
            </p:cNvPr>
            <p:cNvSpPr/>
            <p:nvPr/>
          </p:nvSpPr>
          <p:spPr>
            <a:xfrm>
              <a:off x="1303048" y="2823067"/>
              <a:ext cx="85327" cy="72034"/>
            </a:xfrm>
            <a:custGeom>
              <a:avLst/>
              <a:gdLst/>
              <a:ahLst/>
              <a:cxnLst/>
              <a:rect l="l" t="t" r="r" b="b"/>
              <a:pathLst>
                <a:path w="719" h="607" extrusionOk="0">
                  <a:moveTo>
                    <a:pt x="705" y="332"/>
                  </a:moveTo>
                  <a:cubicBezTo>
                    <a:pt x="589" y="457"/>
                    <a:pt x="369" y="606"/>
                    <a:pt x="257" y="528"/>
                  </a:cubicBezTo>
                  <a:cubicBezTo>
                    <a:pt x="1" y="332"/>
                    <a:pt x="719" y="0"/>
                    <a:pt x="705" y="33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69">
              <a:extLst>
                <a:ext uri="{FF2B5EF4-FFF2-40B4-BE49-F238E27FC236}">
                  <a16:creationId xmlns:a16="http://schemas.microsoft.com/office/drawing/2014/main" id="{BD300FCB-AFBA-7C4B-4508-FFB0DE0AB8B5}"/>
                </a:ext>
              </a:extLst>
            </p:cNvPr>
            <p:cNvSpPr/>
            <p:nvPr/>
          </p:nvSpPr>
          <p:spPr>
            <a:xfrm>
              <a:off x="1401073" y="2892846"/>
              <a:ext cx="50556" cy="43315"/>
            </a:xfrm>
            <a:custGeom>
              <a:avLst/>
              <a:gdLst/>
              <a:ahLst/>
              <a:cxnLst/>
              <a:rect l="l" t="t" r="r" b="b"/>
              <a:pathLst>
                <a:path w="426" h="365" extrusionOk="0">
                  <a:moveTo>
                    <a:pt x="425" y="169"/>
                  </a:moveTo>
                  <a:cubicBezTo>
                    <a:pt x="407" y="197"/>
                    <a:pt x="397" y="225"/>
                    <a:pt x="412" y="253"/>
                  </a:cubicBezTo>
                  <a:cubicBezTo>
                    <a:pt x="290" y="355"/>
                    <a:pt x="155" y="365"/>
                    <a:pt x="0" y="262"/>
                  </a:cubicBezTo>
                  <a:cubicBezTo>
                    <a:pt x="0" y="229"/>
                    <a:pt x="9" y="197"/>
                    <a:pt x="0" y="164"/>
                  </a:cubicBezTo>
                  <a:cubicBezTo>
                    <a:pt x="122" y="61"/>
                    <a:pt x="309" y="1"/>
                    <a:pt x="425" y="16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69">
              <a:extLst>
                <a:ext uri="{FF2B5EF4-FFF2-40B4-BE49-F238E27FC236}">
                  <a16:creationId xmlns:a16="http://schemas.microsoft.com/office/drawing/2014/main" id="{0FAA1A76-E58E-6F3E-F9E8-716B82236EBF}"/>
                </a:ext>
              </a:extLst>
            </p:cNvPr>
            <p:cNvSpPr/>
            <p:nvPr/>
          </p:nvSpPr>
          <p:spPr>
            <a:xfrm>
              <a:off x="2126412" y="3137190"/>
              <a:ext cx="102654" cy="119266"/>
            </a:xfrm>
            <a:custGeom>
              <a:avLst/>
              <a:gdLst/>
              <a:ahLst/>
              <a:cxnLst/>
              <a:rect l="l" t="t" r="r" b="b"/>
              <a:pathLst>
                <a:path w="865" h="1005" extrusionOk="0">
                  <a:moveTo>
                    <a:pt x="865" y="575"/>
                  </a:moveTo>
                  <a:cubicBezTo>
                    <a:pt x="744" y="1004"/>
                    <a:pt x="1" y="463"/>
                    <a:pt x="132" y="234"/>
                  </a:cubicBezTo>
                  <a:cubicBezTo>
                    <a:pt x="267" y="0"/>
                    <a:pt x="795" y="332"/>
                    <a:pt x="865" y="5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69">
              <a:extLst>
                <a:ext uri="{FF2B5EF4-FFF2-40B4-BE49-F238E27FC236}">
                  <a16:creationId xmlns:a16="http://schemas.microsoft.com/office/drawing/2014/main" id="{0C294A67-752A-303C-40A7-DF527425500E}"/>
                </a:ext>
              </a:extLst>
            </p:cNvPr>
            <p:cNvSpPr/>
            <p:nvPr/>
          </p:nvSpPr>
          <p:spPr>
            <a:xfrm>
              <a:off x="1955758" y="3061241"/>
              <a:ext cx="145970" cy="116418"/>
            </a:xfrm>
            <a:custGeom>
              <a:avLst/>
              <a:gdLst/>
              <a:ahLst/>
              <a:cxnLst/>
              <a:rect l="l" t="t" r="r" b="b"/>
              <a:pathLst>
                <a:path w="1230" h="981" extrusionOk="0">
                  <a:moveTo>
                    <a:pt x="846" y="347"/>
                  </a:moveTo>
                  <a:cubicBezTo>
                    <a:pt x="1070" y="472"/>
                    <a:pt x="1229" y="547"/>
                    <a:pt x="1130" y="715"/>
                  </a:cubicBezTo>
                  <a:cubicBezTo>
                    <a:pt x="977" y="981"/>
                    <a:pt x="1" y="505"/>
                    <a:pt x="150" y="224"/>
                  </a:cubicBezTo>
                  <a:cubicBezTo>
                    <a:pt x="266" y="0"/>
                    <a:pt x="636" y="224"/>
                    <a:pt x="846" y="3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69">
              <a:extLst>
                <a:ext uri="{FF2B5EF4-FFF2-40B4-BE49-F238E27FC236}">
                  <a16:creationId xmlns:a16="http://schemas.microsoft.com/office/drawing/2014/main" id="{013BB07E-2FBD-120A-FB01-823E04F60748}"/>
                </a:ext>
              </a:extLst>
            </p:cNvPr>
            <p:cNvSpPr/>
            <p:nvPr/>
          </p:nvSpPr>
          <p:spPr>
            <a:xfrm>
              <a:off x="2172932" y="3254081"/>
              <a:ext cx="65627" cy="83901"/>
            </a:xfrm>
            <a:custGeom>
              <a:avLst/>
              <a:gdLst/>
              <a:ahLst/>
              <a:cxnLst/>
              <a:rect l="l" t="t" r="r" b="b"/>
              <a:pathLst>
                <a:path w="553" h="707" extrusionOk="0">
                  <a:moveTo>
                    <a:pt x="524" y="280"/>
                  </a:moveTo>
                  <a:cubicBezTo>
                    <a:pt x="552" y="482"/>
                    <a:pt x="324" y="706"/>
                    <a:pt x="173" y="580"/>
                  </a:cubicBezTo>
                  <a:cubicBezTo>
                    <a:pt x="1" y="431"/>
                    <a:pt x="324" y="0"/>
                    <a:pt x="524" y="28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69">
              <a:extLst>
                <a:ext uri="{FF2B5EF4-FFF2-40B4-BE49-F238E27FC236}">
                  <a16:creationId xmlns:a16="http://schemas.microsoft.com/office/drawing/2014/main" id="{7BF112A9-A3D3-28A3-820D-6390FBCB966D}"/>
                </a:ext>
              </a:extLst>
            </p:cNvPr>
            <p:cNvSpPr/>
            <p:nvPr/>
          </p:nvSpPr>
          <p:spPr>
            <a:xfrm>
              <a:off x="1622283" y="4506894"/>
              <a:ext cx="105265" cy="58387"/>
            </a:xfrm>
            <a:custGeom>
              <a:avLst/>
              <a:gdLst/>
              <a:ahLst/>
              <a:cxnLst/>
              <a:rect l="l" t="t" r="r" b="b"/>
              <a:pathLst>
                <a:path w="887" h="492" extrusionOk="0">
                  <a:moveTo>
                    <a:pt x="186" y="95"/>
                  </a:moveTo>
                  <a:cubicBezTo>
                    <a:pt x="0" y="384"/>
                    <a:pt x="887" y="492"/>
                    <a:pt x="770" y="169"/>
                  </a:cubicBezTo>
                  <a:cubicBezTo>
                    <a:pt x="714" y="1"/>
                    <a:pt x="341" y="39"/>
                    <a:pt x="186" y="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69">
              <a:extLst>
                <a:ext uri="{FF2B5EF4-FFF2-40B4-BE49-F238E27FC236}">
                  <a16:creationId xmlns:a16="http://schemas.microsoft.com/office/drawing/2014/main" id="{8586A369-57E9-A3AC-A048-3A184A8ADD40}"/>
                </a:ext>
              </a:extLst>
            </p:cNvPr>
            <p:cNvSpPr/>
            <p:nvPr/>
          </p:nvSpPr>
          <p:spPr>
            <a:xfrm>
              <a:off x="1424927" y="4453255"/>
              <a:ext cx="179555" cy="101584"/>
            </a:xfrm>
            <a:custGeom>
              <a:avLst/>
              <a:gdLst/>
              <a:ahLst/>
              <a:cxnLst/>
              <a:rect l="l" t="t" r="r" b="b"/>
              <a:pathLst>
                <a:path w="1513" h="856" extrusionOk="0">
                  <a:moveTo>
                    <a:pt x="1312" y="817"/>
                  </a:moveTo>
                  <a:cubicBezTo>
                    <a:pt x="1383" y="799"/>
                    <a:pt x="1513" y="720"/>
                    <a:pt x="1467" y="584"/>
                  </a:cubicBezTo>
                  <a:cubicBezTo>
                    <a:pt x="1401" y="401"/>
                    <a:pt x="1023" y="332"/>
                    <a:pt x="879" y="276"/>
                  </a:cubicBezTo>
                  <a:cubicBezTo>
                    <a:pt x="701" y="205"/>
                    <a:pt x="402" y="0"/>
                    <a:pt x="239" y="131"/>
                  </a:cubicBezTo>
                  <a:cubicBezTo>
                    <a:pt x="0" y="323"/>
                    <a:pt x="495" y="561"/>
                    <a:pt x="668" y="636"/>
                  </a:cubicBezTo>
                  <a:cubicBezTo>
                    <a:pt x="761" y="677"/>
                    <a:pt x="855" y="705"/>
                    <a:pt x="935" y="733"/>
                  </a:cubicBezTo>
                  <a:cubicBezTo>
                    <a:pt x="1075" y="785"/>
                    <a:pt x="1177" y="855"/>
                    <a:pt x="1312" y="8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69">
              <a:extLst>
                <a:ext uri="{FF2B5EF4-FFF2-40B4-BE49-F238E27FC236}">
                  <a16:creationId xmlns:a16="http://schemas.microsoft.com/office/drawing/2014/main" id="{4213F3C3-49E2-8B81-7A09-938EA2FCF66D}"/>
                </a:ext>
              </a:extLst>
            </p:cNvPr>
            <p:cNvSpPr/>
            <p:nvPr/>
          </p:nvSpPr>
          <p:spPr>
            <a:xfrm>
              <a:off x="1135599" y="3970618"/>
              <a:ext cx="574268" cy="456652"/>
            </a:xfrm>
            <a:custGeom>
              <a:avLst/>
              <a:gdLst/>
              <a:ahLst/>
              <a:cxnLst/>
              <a:rect l="l" t="t" r="r" b="b"/>
              <a:pathLst>
                <a:path w="4839" h="3848" extrusionOk="0">
                  <a:moveTo>
                    <a:pt x="3186" y="1700"/>
                  </a:moveTo>
                  <a:cubicBezTo>
                    <a:pt x="3442" y="1733"/>
                    <a:pt x="3755" y="1466"/>
                    <a:pt x="3955" y="1667"/>
                  </a:cubicBezTo>
                  <a:cubicBezTo>
                    <a:pt x="4166" y="1873"/>
                    <a:pt x="3843" y="2209"/>
                    <a:pt x="3793" y="2498"/>
                  </a:cubicBezTo>
                  <a:cubicBezTo>
                    <a:pt x="4078" y="2517"/>
                    <a:pt x="4390" y="2386"/>
                    <a:pt x="4605" y="2606"/>
                  </a:cubicBezTo>
                  <a:cubicBezTo>
                    <a:pt x="4839" y="2843"/>
                    <a:pt x="4731" y="3578"/>
                    <a:pt x="4577" y="3848"/>
                  </a:cubicBezTo>
                  <a:cubicBezTo>
                    <a:pt x="4507" y="3647"/>
                    <a:pt x="4493" y="3530"/>
                    <a:pt x="4479" y="3330"/>
                  </a:cubicBezTo>
                  <a:cubicBezTo>
                    <a:pt x="4465" y="3203"/>
                    <a:pt x="4511" y="2910"/>
                    <a:pt x="4414" y="2807"/>
                  </a:cubicBezTo>
                  <a:cubicBezTo>
                    <a:pt x="4199" y="2587"/>
                    <a:pt x="3802" y="2928"/>
                    <a:pt x="3601" y="2737"/>
                  </a:cubicBezTo>
                  <a:cubicBezTo>
                    <a:pt x="3405" y="2550"/>
                    <a:pt x="3619" y="2195"/>
                    <a:pt x="3709" y="1925"/>
                  </a:cubicBezTo>
                  <a:cubicBezTo>
                    <a:pt x="3475" y="1807"/>
                    <a:pt x="3087" y="2223"/>
                    <a:pt x="2868" y="2069"/>
                  </a:cubicBezTo>
                  <a:cubicBezTo>
                    <a:pt x="2667" y="1925"/>
                    <a:pt x="2812" y="1714"/>
                    <a:pt x="2929" y="1490"/>
                  </a:cubicBezTo>
                  <a:cubicBezTo>
                    <a:pt x="2499" y="1639"/>
                    <a:pt x="1841" y="2507"/>
                    <a:pt x="1468" y="2205"/>
                  </a:cubicBezTo>
                  <a:cubicBezTo>
                    <a:pt x="1238" y="2018"/>
                    <a:pt x="1412" y="1733"/>
                    <a:pt x="1524" y="1485"/>
                  </a:cubicBezTo>
                  <a:cubicBezTo>
                    <a:pt x="1182" y="1714"/>
                    <a:pt x="453" y="2634"/>
                    <a:pt x="169" y="2121"/>
                  </a:cubicBezTo>
                  <a:cubicBezTo>
                    <a:pt x="1" y="1821"/>
                    <a:pt x="369" y="1162"/>
                    <a:pt x="753" y="705"/>
                  </a:cubicBezTo>
                  <a:cubicBezTo>
                    <a:pt x="981" y="434"/>
                    <a:pt x="1373" y="0"/>
                    <a:pt x="1602" y="149"/>
                  </a:cubicBezTo>
                  <a:cubicBezTo>
                    <a:pt x="1873" y="328"/>
                    <a:pt x="1682" y="626"/>
                    <a:pt x="1602" y="850"/>
                  </a:cubicBezTo>
                  <a:cubicBezTo>
                    <a:pt x="1888" y="776"/>
                    <a:pt x="2162" y="154"/>
                    <a:pt x="2453" y="188"/>
                  </a:cubicBezTo>
                  <a:cubicBezTo>
                    <a:pt x="2756" y="374"/>
                    <a:pt x="2494" y="658"/>
                    <a:pt x="2359" y="906"/>
                  </a:cubicBezTo>
                  <a:cubicBezTo>
                    <a:pt x="2218" y="1158"/>
                    <a:pt x="2102" y="1397"/>
                    <a:pt x="2028" y="1546"/>
                  </a:cubicBezTo>
                  <a:cubicBezTo>
                    <a:pt x="2317" y="1466"/>
                    <a:pt x="3054" y="705"/>
                    <a:pt x="3363" y="813"/>
                  </a:cubicBezTo>
                  <a:cubicBezTo>
                    <a:pt x="3746" y="953"/>
                    <a:pt x="3414" y="1420"/>
                    <a:pt x="3186" y="1700"/>
                  </a:cubicBezTo>
                  <a:close/>
                  <a:moveTo>
                    <a:pt x="632" y="1718"/>
                  </a:moveTo>
                  <a:cubicBezTo>
                    <a:pt x="837" y="1597"/>
                    <a:pt x="1042" y="1350"/>
                    <a:pt x="1248" y="1219"/>
                  </a:cubicBezTo>
                  <a:cubicBezTo>
                    <a:pt x="1201" y="1041"/>
                    <a:pt x="1332" y="860"/>
                    <a:pt x="1345" y="677"/>
                  </a:cubicBezTo>
                  <a:cubicBezTo>
                    <a:pt x="1061" y="1022"/>
                    <a:pt x="776" y="1373"/>
                    <a:pt x="632" y="17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75515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0">
          <a:extLst>
            <a:ext uri="{FF2B5EF4-FFF2-40B4-BE49-F238E27FC236}">
              <a16:creationId xmlns:a16="http://schemas.microsoft.com/office/drawing/2014/main" id="{E9585E66-30F9-16A8-BBD0-608A2C5B3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1" name="Google Shape;5041;p98">
            <a:extLst>
              <a:ext uri="{FF2B5EF4-FFF2-40B4-BE49-F238E27FC236}">
                <a16:creationId xmlns:a16="http://schemas.microsoft.com/office/drawing/2014/main" id="{0AEC2B6A-20BD-3BB5-9DF7-7C0C2982DD10}"/>
              </a:ext>
            </a:extLst>
          </p:cNvPr>
          <p:cNvSpPr/>
          <p:nvPr/>
        </p:nvSpPr>
        <p:spPr>
          <a:xfrm>
            <a:off x="2473435" y="895729"/>
            <a:ext cx="782400" cy="7824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2" name="Google Shape;5042;p98">
            <a:extLst>
              <a:ext uri="{FF2B5EF4-FFF2-40B4-BE49-F238E27FC236}">
                <a16:creationId xmlns:a16="http://schemas.microsoft.com/office/drawing/2014/main" id="{CED52E37-45DC-4F2E-8FD7-031ADB006BBA}"/>
              </a:ext>
            </a:extLst>
          </p:cNvPr>
          <p:cNvSpPr/>
          <p:nvPr/>
        </p:nvSpPr>
        <p:spPr>
          <a:xfrm>
            <a:off x="6007775" y="895729"/>
            <a:ext cx="782400" cy="7824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3" name="Google Shape;5043;p98">
            <a:extLst>
              <a:ext uri="{FF2B5EF4-FFF2-40B4-BE49-F238E27FC236}">
                <a16:creationId xmlns:a16="http://schemas.microsoft.com/office/drawing/2014/main" id="{5F7FAB2E-D99F-ED53-A47F-781B9A3C1954}"/>
              </a:ext>
            </a:extLst>
          </p:cNvPr>
          <p:cNvSpPr/>
          <p:nvPr/>
        </p:nvSpPr>
        <p:spPr>
          <a:xfrm>
            <a:off x="2455983" y="2594830"/>
            <a:ext cx="782400" cy="7824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4" name="Google Shape;5044;p98">
            <a:extLst>
              <a:ext uri="{FF2B5EF4-FFF2-40B4-BE49-F238E27FC236}">
                <a16:creationId xmlns:a16="http://schemas.microsoft.com/office/drawing/2014/main" id="{40500815-323D-EA4D-FD3A-932702C8E1D0}"/>
              </a:ext>
            </a:extLst>
          </p:cNvPr>
          <p:cNvSpPr/>
          <p:nvPr/>
        </p:nvSpPr>
        <p:spPr>
          <a:xfrm>
            <a:off x="6007775" y="2594830"/>
            <a:ext cx="782400" cy="7824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46" name="Google Shape;5046;p98">
            <a:extLst>
              <a:ext uri="{FF2B5EF4-FFF2-40B4-BE49-F238E27FC236}">
                <a16:creationId xmlns:a16="http://schemas.microsoft.com/office/drawing/2014/main" id="{07D94CBF-FE58-29F7-CB34-7AE153B93551}"/>
              </a:ext>
            </a:extLst>
          </p:cNvPr>
          <p:cNvGrpSpPr/>
          <p:nvPr/>
        </p:nvGrpSpPr>
        <p:grpSpPr>
          <a:xfrm>
            <a:off x="2685021" y="2760411"/>
            <a:ext cx="324324" cy="451229"/>
            <a:chOff x="3927328" y="1865589"/>
            <a:chExt cx="324324" cy="451229"/>
          </a:xfrm>
        </p:grpSpPr>
        <p:sp>
          <p:nvSpPr>
            <p:cNvPr id="5047" name="Google Shape;5047;p98">
              <a:extLst>
                <a:ext uri="{FF2B5EF4-FFF2-40B4-BE49-F238E27FC236}">
                  <a16:creationId xmlns:a16="http://schemas.microsoft.com/office/drawing/2014/main" id="{3B1E692D-C352-BC2C-0098-6ECEBF04F779}"/>
                </a:ext>
              </a:extLst>
            </p:cNvPr>
            <p:cNvSpPr/>
            <p:nvPr/>
          </p:nvSpPr>
          <p:spPr>
            <a:xfrm>
              <a:off x="4187062" y="2032554"/>
              <a:ext cx="51973" cy="61643"/>
            </a:xfrm>
            <a:custGeom>
              <a:avLst/>
              <a:gdLst/>
              <a:ahLst/>
              <a:cxnLst/>
              <a:rect l="l" t="t" r="r" b="b"/>
              <a:pathLst>
                <a:path w="1623" h="1925" extrusionOk="0">
                  <a:moveTo>
                    <a:pt x="673" y="1"/>
                  </a:moveTo>
                  <a:lnTo>
                    <a:pt x="1" y="186"/>
                  </a:lnTo>
                  <a:lnTo>
                    <a:pt x="1" y="1924"/>
                  </a:lnTo>
                  <a:lnTo>
                    <a:pt x="765" y="1924"/>
                  </a:lnTo>
                  <a:cubicBezTo>
                    <a:pt x="1252" y="1924"/>
                    <a:pt x="1623" y="1553"/>
                    <a:pt x="1623" y="1067"/>
                  </a:cubicBezTo>
                  <a:cubicBezTo>
                    <a:pt x="1623" y="673"/>
                    <a:pt x="1438" y="394"/>
                    <a:pt x="1159" y="279"/>
                  </a:cubicBezTo>
                  <a:lnTo>
                    <a:pt x="67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8" name="Google Shape;5048;p98">
              <a:extLst>
                <a:ext uri="{FF2B5EF4-FFF2-40B4-BE49-F238E27FC236}">
                  <a16:creationId xmlns:a16="http://schemas.microsoft.com/office/drawing/2014/main" id="{EA8548CF-047F-8259-9151-04C7112001A9}"/>
                </a:ext>
              </a:extLst>
            </p:cNvPr>
            <p:cNvSpPr/>
            <p:nvPr/>
          </p:nvSpPr>
          <p:spPr>
            <a:xfrm>
              <a:off x="3939208" y="2035533"/>
              <a:ext cx="52709" cy="58665"/>
            </a:xfrm>
            <a:custGeom>
              <a:avLst/>
              <a:gdLst/>
              <a:ahLst/>
              <a:cxnLst/>
              <a:rect l="l" t="t" r="r" b="b"/>
              <a:pathLst>
                <a:path w="1646" h="1832" extrusionOk="0">
                  <a:moveTo>
                    <a:pt x="881" y="0"/>
                  </a:moveTo>
                  <a:cubicBezTo>
                    <a:pt x="788" y="0"/>
                    <a:pt x="580" y="0"/>
                    <a:pt x="487" y="186"/>
                  </a:cubicBezTo>
                  <a:cubicBezTo>
                    <a:pt x="209" y="301"/>
                    <a:pt x="0" y="580"/>
                    <a:pt x="0" y="974"/>
                  </a:cubicBezTo>
                  <a:cubicBezTo>
                    <a:pt x="0" y="1460"/>
                    <a:pt x="394" y="1831"/>
                    <a:pt x="881" y="1831"/>
                  </a:cubicBezTo>
                  <a:lnTo>
                    <a:pt x="1646" y="1831"/>
                  </a:lnTo>
                  <a:lnTo>
                    <a:pt x="1646" y="93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9" name="Google Shape;5049;p98">
              <a:extLst>
                <a:ext uri="{FF2B5EF4-FFF2-40B4-BE49-F238E27FC236}">
                  <a16:creationId xmlns:a16="http://schemas.microsoft.com/office/drawing/2014/main" id="{F6045198-C7E3-2B5D-57FA-3C0769F5C84C}"/>
                </a:ext>
              </a:extLst>
            </p:cNvPr>
            <p:cNvSpPr/>
            <p:nvPr/>
          </p:nvSpPr>
          <p:spPr>
            <a:xfrm>
              <a:off x="3960727" y="2059998"/>
              <a:ext cx="40829" cy="12649"/>
            </a:xfrm>
            <a:custGeom>
              <a:avLst/>
              <a:gdLst/>
              <a:ahLst/>
              <a:cxnLst/>
              <a:rect l="l" t="t" r="r" b="b"/>
              <a:pathLst>
                <a:path w="1275" h="395" extrusionOk="0">
                  <a:moveTo>
                    <a:pt x="209" y="1"/>
                  </a:moveTo>
                  <a:cubicBezTo>
                    <a:pt x="116" y="1"/>
                    <a:pt x="0" y="117"/>
                    <a:pt x="0" y="210"/>
                  </a:cubicBezTo>
                  <a:cubicBezTo>
                    <a:pt x="0" y="302"/>
                    <a:pt x="116" y="395"/>
                    <a:pt x="209" y="395"/>
                  </a:cubicBezTo>
                  <a:lnTo>
                    <a:pt x="1066" y="395"/>
                  </a:lnTo>
                  <a:cubicBezTo>
                    <a:pt x="1159" y="395"/>
                    <a:pt x="1275" y="302"/>
                    <a:pt x="1275" y="210"/>
                  </a:cubicBezTo>
                  <a:cubicBezTo>
                    <a:pt x="1275" y="117"/>
                    <a:pt x="1159" y="1"/>
                    <a:pt x="10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0" name="Google Shape;5050;p98">
              <a:extLst>
                <a:ext uri="{FF2B5EF4-FFF2-40B4-BE49-F238E27FC236}">
                  <a16:creationId xmlns:a16="http://schemas.microsoft.com/office/drawing/2014/main" id="{28787C4A-1496-5D53-A23E-A9D3C59CFC2C}"/>
                </a:ext>
              </a:extLst>
            </p:cNvPr>
            <p:cNvSpPr/>
            <p:nvPr/>
          </p:nvSpPr>
          <p:spPr>
            <a:xfrm>
              <a:off x="4171499" y="2059998"/>
              <a:ext cx="48994" cy="12649"/>
            </a:xfrm>
            <a:custGeom>
              <a:avLst/>
              <a:gdLst/>
              <a:ahLst/>
              <a:cxnLst/>
              <a:rect l="l" t="t" r="r" b="b"/>
              <a:pathLst>
                <a:path w="1530" h="395" extrusionOk="0">
                  <a:moveTo>
                    <a:pt x="278" y="1"/>
                  </a:moveTo>
                  <a:cubicBezTo>
                    <a:pt x="93" y="1"/>
                    <a:pt x="0" y="117"/>
                    <a:pt x="0" y="210"/>
                  </a:cubicBezTo>
                  <a:cubicBezTo>
                    <a:pt x="0" y="302"/>
                    <a:pt x="93" y="395"/>
                    <a:pt x="278" y="395"/>
                  </a:cubicBezTo>
                  <a:lnTo>
                    <a:pt x="1251" y="395"/>
                  </a:lnTo>
                  <a:cubicBezTo>
                    <a:pt x="1437" y="395"/>
                    <a:pt x="1530" y="302"/>
                    <a:pt x="1530" y="210"/>
                  </a:cubicBezTo>
                  <a:cubicBezTo>
                    <a:pt x="1530" y="117"/>
                    <a:pt x="1437" y="1"/>
                    <a:pt x="1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1" name="Google Shape;5051;p98">
              <a:extLst>
                <a:ext uri="{FF2B5EF4-FFF2-40B4-BE49-F238E27FC236}">
                  <a16:creationId xmlns:a16="http://schemas.microsoft.com/office/drawing/2014/main" id="{C115A457-EFC9-7CCF-3DEE-0FD6BA075E00}"/>
                </a:ext>
              </a:extLst>
            </p:cNvPr>
            <p:cNvSpPr/>
            <p:nvPr/>
          </p:nvSpPr>
          <p:spPr>
            <a:xfrm>
              <a:off x="3991885" y="2162438"/>
              <a:ext cx="188548" cy="135839"/>
            </a:xfrm>
            <a:custGeom>
              <a:avLst/>
              <a:gdLst/>
              <a:ahLst/>
              <a:cxnLst/>
              <a:rect l="l" t="t" r="r" b="b"/>
              <a:pathLst>
                <a:path w="5888" h="4242" extrusionOk="0">
                  <a:moveTo>
                    <a:pt x="1831" y="0"/>
                  </a:moveTo>
                  <a:lnTo>
                    <a:pt x="1831" y="1553"/>
                  </a:lnTo>
                  <a:cubicBezTo>
                    <a:pt x="1831" y="1646"/>
                    <a:pt x="1739" y="1646"/>
                    <a:pt x="1646" y="1646"/>
                  </a:cubicBezTo>
                  <a:lnTo>
                    <a:pt x="881" y="1646"/>
                  </a:lnTo>
                  <a:lnTo>
                    <a:pt x="1" y="3476"/>
                  </a:lnTo>
                  <a:lnTo>
                    <a:pt x="3384" y="4241"/>
                  </a:lnTo>
                  <a:lnTo>
                    <a:pt x="5887" y="2503"/>
                  </a:lnTo>
                  <a:lnTo>
                    <a:pt x="5215" y="1646"/>
                  </a:lnTo>
                  <a:lnTo>
                    <a:pt x="4450" y="1646"/>
                  </a:lnTo>
                  <a:cubicBezTo>
                    <a:pt x="4358" y="1646"/>
                    <a:pt x="4242" y="1646"/>
                    <a:pt x="4242" y="1553"/>
                  </a:cubicBezTo>
                  <a:lnTo>
                    <a:pt x="424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2" name="Google Shape;5052;p98">
              <a:extLst>
                <a:ext uri="{FF2B5EF4-FFF2-40B4-BE49-F238E27FC236}">
                  <a16:creationId xmlns:a16="http://schemas.microsoft.com/office/drawing/2014/main" id="{16E8D694-4918-251C-1575-83D82140187A}"/>
                </a:ext>
              </a:extLst>
            </p:cNvPr>
            <p:cNvSpPr/>
            <p:nvPr/>
          </p:nvSpPr>
          <p:spPr>
            <a:xfrm>
              <a:off x="3927328" y="2215115"/>
              <a:ext cx="299859" cy="101703"/>
            </a:xfrm>
            <a:custGeom>
              <a:avLst/>
              <a:gdLst/>
              <a:ahLst/>
              <a:cxnLst/>
              <a:rect l="l" t="t" r="r" b="b"/>
              <a:pathLst>
                <a:path w="9364" h="3176" extrusionOk="0">
                  <a:moveTo>
                    <a:pt x="2202" y="1"/>
                  </a:moveTo>
                  <a:cubicBezTo>
                    <a:pt x="2109" y="1"/>
                    <a:pt x="2017" y="1"/>
                    <a:pt x="1924" y="93"/>
                  </a:cubicBezTo>
                  <a:cubicBezTo>
                    <a:pt x="1739" y="186"/>
                    <a:pt x="1623" y="186"/>
                    <a:pt x="1437" y="186"/>
                  </a:cubicBezTo>
                  <a:cubicBezTo>
                    <a:pt x="580" y="487"/>
                    <a:pt x="0" y="1345"/>
                    <a:pt x="0" y="2318"/>
                  </a:cubicBezTo>
                  <a:lnTo>
                    <a:pt x="0" y="2689"/>
                  </a:lnTo>
                  <a:cubicBezTo>
                    <a:pt x="0" y="2990"/>
                    <a:pt x="186" y="3176"/>
                    <a:pt x="580" y="3176"/>
                  </a:cubicBezTo>
                  <a:lnTo>
                    <a:pt x="1437" y="3176"/>
                  </a:lnTo>
                  <a:lnTo>
                    <a:pt x="1739" y="2990"/>
                  </a:lnTo>
                  <a:lnTo>
                    <a:pt x="1924" y="3176"/>
                  </a:lnTo>
                  <a:lnTo>
                    <a:pt x="3569" y="3176"/>
                  </a:lnTo>
                  <a:lnTo>
                    <a:pt x="3847" y="3083"/>
                  </a:lnTo>
                  <a:lnTo>
                    <a:pt x="4056" y="3176"/>
                  </a:lnTo>
                  <a:lnTo>
                    <a:pt x="6072" y="3176"/>
                  </a:lnTo>
                  <a:lnTo>
                    <a:pt x="6258" y="3083"/>
                  </a:lnTo>
                  <a:lnTo>
                    <a:pt x="6559" y="3176"/>
                  </a:lnTo>
                  <a:lnTo>
                    <a:pt x="8204" y="3176"/>
                  </a:lnTo>
                  <a:lnTo>
                    <a:pt x="8482" y="3083"/>
                  </a:lnTo>
                  <a:lnTo>
                    <a:pt x="8691" y="3176"/>
                  </a:lnTo>
                  <a:lnTo>
                    <a:pt x="8784" y="3176"/>
                  </a:lnTo>
                  <a:cubicBezTo>
                    <a:pt x="9062" y="3176"/>
                    <a:pt x="9363" y="2990"/>
                    <a:pt x="9363" y="2689"/>
                  </a:cubicBezTo>
                  <a:lnTo>
                    <a:pt x="9363" y="2318"/>
                  </a:lnTo>
                  <a:cubicBezTo>
                    <a:pt x="9363" y="1067"/>
                    <a:pt x="8575" y="1"/>
                    <a:pt x="7231" y="1"/>
                  </a:cubicBezTo>
                  <a:lnTo>
                    <a:pt x="7231" y="858"/>
                  </a:lnTo>
                  <a:cubicBezTo>
                    <a:pt x="7231" y="1252"/>
                    <a:pt x="6953" y="1646"/>
                    <a:pt x="6559" y="1646"/>
                  </a:cubicBezTo>
                  <a:lnTo>
                    <a:pt x="6374" y="1739"/>
                  </a:lnTo>
                  <a:lnTo>
                    <a:pt x="6072" y="1646"/>
                  </a:lnTo>
                  <a:lnTo>
                    <a:pt x="4056" y="1646"/>
                  </a:lnTo>
                  <a:lnTo>
                    <a:pt x="3847" y="1831"/>
                  </a:lnTo>
                  <a:lnTo>
                    <a:pt x="3569" y="1646"/>
                  </a:lnTo>
                  <a:cubicBezTo>
                    <a:pt x="3175" y="1646"/>
                    <a:pt x="2897" y="1252"/>
                    <a:pt x="2897" y="858"/>
                  </a:cubicBezTo>
                  <a:lnTo>
                    <a:pt x="289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3" name="Google Shape;5053;p98">
              <a:extLst>
                <a:ext uri="{FF2B5EF4-FFF2-40B4-BE49-F238E27FC236}">
                  <a16:creationId xmlns:a16="http://schemas.microsoft.com/office/drawing/2014/main" id="{D512E130-3521-ECF7-DD74-2534240DA75E}"/>
                </a:ext>
              </a:extLst>
            </p:cNvPr>
            <p:cNvSpPr/>
            <p:nvPr/>
          </p:nvSpPr>
          <p:spPr>
            <a:xfrm>
              <a:off x="4158883" y="2215115"/>
              <a:ext cx="92769" cy="101703"/>
            </a:xfrm>
            <a:custGeom>
              <a:avLst/>
              <a:gdLst/>
              <a:ahLst/>
              <a:cxnLst/>
              <a:rect l="l" t="t" r="r" b="b"/>
              <a:pathLst>
                <a:path w="2897" h="3176" extrusionOk="0">
                  <a:moveTo>
                    <a:pt x="0" y="1"/>
                  </a:moveTo>
                  <a:cubicBezTo>
                    <a:pt x="394" y="93"/>
                    <a:pt x="672" y="186"/>
                    <a:pt x="973" y="371"/>
                  </a:cubicBezTo>
                  <a:cubicBezTo>
                    <a:pt x="1251" y="371"/>
                    <a:pt x="1344" y="487"/>
                    <a:pt x="1460" y="765"/>
                  </a:cubicBezTo>
                  <a:cubicBezTo>
                    <a:pt x="1831" y="1159"/>
                    <a:pt x="2039" y="1739"/>
                    <a:pt x="2039" y="2318"/>
                  </a:cubicBezTo>
                  <a:lnTo>
                    <a:pt x="2039" y="2689"/>
                  </a:lnTo>
                  <a:cubicBezTo>
                    <a:pt x="2039" y="2990"/>
                    <a:pt x="1831" y="3176"/>
                    <a:pt x="1553" y="3176"/>
                  </a:cubicBezTo>
                  <a:lnTo>
                    <a:pt x="2318" y="3176"/>
                  </a:lnTo>
                  <a:cubicBezTo>
                    <a:pt x="2712" y="3176"/>
                    <a:pt x="2897" y="2990"/>
                    <a:pt x="2897" y="2689"/>
                  </a:cubicBezTo>
                  <a:lnTo>
                    <a:pt x="2897" y="2318"/>
                  </a:lnTo>
                  <a:cubicBezTo>
                    <a:pt x="2897" y="1345"/>
                    <a:pt x="2318" y="487"/>
                    <a:pt x="1460" y="186"/>
                  </a:cubicBezTo>
                  <a:cubicBezTo>
                    <a:pt x="1344" y="186"/>
                    <a:pt x="1159" y="186"/>
                    <a:pt x="973" y="93"/>
                  </a:cubicBezTo>
                  <a:cubicBezTo>
                    <a:pt x="881" y="1"/>
                    <a:pt x="765" y="1"/>
                    <a:pt x="6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4" name="Google Shape;5054;p98">
              <a:extLst>
                <a:ext uri="{FF2B5EF4-FFF2-40B4-BE49-F238E27FC236}">
                  <a16:creationId xmlns:a16="http://schemas.microsoft.com/office/drawing/2014/main" id="{C891A9B0-59A4-183D-EB54-EECA10A3FFDC}"/>
                </a:ext>
              </a:extLst>
            </p:cNvPr>
            <p:cNvSpPr/>
            <p:nvPr/>
          </p:nvSpPr>
          <p:spPr>
            <a:xfrm>
              <a:off x="3982983" y="1973921"/>
              <a:ext cx="200397" cy="210068"/>
            </a:xfrm>
            <a:custGeom>
              <a:avLst/>
              <a:gdLst/>
              <a:ahLst/>
              <a:cxnLst/>
              <a:rect l="l" t="t" r="r" b="b"/>
              <a:pathLst>
                <a:path w="6258" h="6560" extrusionOk="0">
                  <a:moveTo>
                    <a:pt x="765" y="1"/>
                  </a:moveTo>
                  <a:lnTo>
                    <a:pt x="1" y="2898"/>
                  </a:lnTo>
                  <a:lnTo>
                    <a:pt x="1" y="3176"/>
                  </a:lnTo>
                  <a:cubicBezTo>
                    <a:pt x="1" y="4914"/>
                    <a:pt x="1252" y="6374"/>
                    <a:pt x="2897" y="6559"/>
                  </a:cubicBezTo>
                  <a:lnTo>
                    <a:pt x="3361" y="6559"/>
                  </a:lnTo>
                  <a:cubicBezTo>
                    <a:pt x="4427" y="6374"/>
                    <a:pt x="6258" y="5215"/>
                    <a:pt x="6258" y="3384"/>
                  </a:cubicBezTo>
                  <a:lnTo>
                    <a:pt x="616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5" name="Google Shape;5055;p98">
              <a:extLst>
                <a:ext uri="{FF2B5EF4-FFF2-40B4-BE49-F238E27FC236}">
                  <a16:creationId xmlns:a16="http://schemas.microsoft.com/office/drawing/2014/main" id="{4F5B471F-C65D-9125-5D8B-05D9D18F1A3C}"/>
                </a:ext>
              </a:extLst>
            </p:cNvPr>
            <p:cNvSpPr/>
            <p:nvPr/>
          </p:nvSpPr>
          <p:spPr>
            <a:xfrm>
              <a:off x="4075752" y="2048149"/>
              <a:ext cx="120244" cy="135839"/>
            </a:xfrm>
            <a:custGeom>
              <a:avLst/>
              <a:gdLst/>
              <a:ahLst/>
              <a:cxnLst/>
              <a:rect l="l" t="t" r="r" b="b"/>
              <a:pathLst>
                <a:path w="3755" h="4242" extrusionOk="0">
                  <a:moveTo>
                    <a:pt x="2897" y="0"/>
                  </a:moveTo>
                  <a:lnTo>
                    <a:pt x="2897" y="858"/>
                  </a:lnTo>
                  <a:cubicBezTo>
                    <a:pt x="2897" y="1831"/>
                    <a:pt x="2596" y="2688"/>
                    <a:pt x="1924" y="3268"/>
                  </a:cubicBezTo>
                  <a:cubicBezTo>
                    <a:pt x="1437" y="3755"/>
                    <a:pt x="765" y="4149"/>
                    <a:pt x="0" y="4241"/>
                  </a:cubicBezTo>
                  <a:lnTo>
                    <a:pt x="464" y="4241"/>
                  </a:lnTo>
                  <a:cubicBezTo>
                    <a:pt x="1345" y="4241"/>
                    <a:pt x="2202" y="3847"/>
                    <a:pt x="2781" y="3268"/>
                  </a:cubicBezTo>
                  <a:cubicBezTo>
                    <a:pt x="3361" y="2688"/>
                    <a:pt x="3755" y="1831"/>
                    <a:pt x="3755" y="858"/>
                  </a:cubicBezTo>
                  <a:lnTo>
                    <a:pt x="3755" y="580"/>
                  </a:lnTo>
                  <a:lnTo>
                    <a:pt x="28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6" name="Google Shape;5056;p98">
              <a:extLst>
                <a:ext uri="{FF2B5EF4-FFF2-40B4-BE49-F238E27FC236}">
                  <a16:creationId xmlns:a16="http://schemas.microsoft.com/office/drawing/2014/main" id="{F3E1B2E8-43C3-E309-B288-FEEB370B6078}"/>
                </a:ext>
              </a:extLst>
            </p:cNvPr>
            <p:cNvSpPr/>
            <p:nvPr/>
          </p:nvSpPr>
          <p:spPr>
            <a:xfrm>
              <a:off x="4047540" y="2110465"/>
              <a:ext cx="83899" cy="27507"/>
            </a:xfrm>
            <a:custGeom>
              <a:avLst/>
              <a:gdLst/>
              <a:ahLst/>
              <a:cxnLst/>
              <a:rect l="l" t="t" r="r" b="b"/>
              <a:pathLst>
                <a:path w="2620" h="859" extrusionOk="0">
                  <a:moveTo>
                    <a:pt x="244" y="1"/>
                  </a:moveTo>
                  <a:cubicBezTo>
                    <a:pt x="192" y="1"/>
                    <a:pt x="140" y="24"/>
                    <a:pt x="93" y="70"/>
                  </a:cubicBezTo>
                  <a:cubicBezTo>
                    <a:pt x="1" y="163"/>
                    <a:pt x="1" y="372"/>
                    <a:pt x="93" y="372"/>
                  </a:cubicBezTo>
                  <a:cubicBezTo>
                    <a:pt x="487" y="650"/>
                    <a:pt x="881" y="858"/>
                    <a:pt x="1345" y="858"/>
                  </a:cubicBezTo>
                  <a:cubicBezTo>
                    <a:pt x="1739" y="858"/>
                    <a:pt x="2133" y="650"/>
                    <a:pt x="2504" y="372"/>
                  </a:cubicBezTo>
                  <a:cubicBezTo>
                    <a:pt x="2620" y="372"/>
                    <a:pt x="2620" y="163"/>
                    <a:pt x="2504" y="70"/>
                  </a:cubicBezTo>
                  <a:cubicBezTo>
                    <a:pt x="2457" y="24"/>
                    <a:pt x="2411" y="1"/>
                    <a:pt x="2365" y="1"/>
                  </a:cubicBezTo>
                  <a:cubicBezTo>
                    <a:pt x="2318" y="1"/>
                    <a:pt x="2272" y="24"/>
                    <a:pt x="2226" y="70"/>
                  </a:cubicBezTo>
                  <a:cubicBezTo>
                    <a:pt x="1936" y="314"/>
                    <a:pt x="1623" y="435"/>
                    <a:pt x="1310" y="435"/>
                  </a:cubicBezTo>
                  <a:cubicBezTo>
                    <a:pt x="997" y="435"/>
                    <a:pt x="684" y="314"/>
                    <a:pt x="395" y="70"/>
                  </a:cubicBezTo>
                  <a:cubicBezTo>
                    <a:pt x="348" y="24"/>
                    <a:pt x="296" y="1"/>
                    <a:pt x="2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7" name="Google Shape;5057;p98">
              <a:extLst>
                <a:ext uri="{FF2B5EF4-FFF2-40B4-BE49-F238E27FC236}">
                  <a16:creationId xmlns:a16="http://schemas.microsoft.com/office/drawing/2014/main" id="{A443E5BE-82E3-9747-C1A8-38AA1096273C}"/>
                </a:ext>
              </a:extLst>
            </p:cNvPr>
            <p:cNvSpPr/>
            <p:nvPr/>
          </p:nvSpPr>
          <p:spPr>
            <a:xfrm>
              <a:off x="4134385" y="2059998"/>
              <a:ext cx="15595" cy="28244"/>
            </a:xfrm>
            <a:custGeom>
              <a:avLst/>
              <a:gdLst/>
              <a:ahLst/>
              <a:cxnLst/>
              <a:rect l="l" t="t" r="r" b="b"/>
              <a:pathLst>
                <a:path w="487" h="882" extrusionOk="0">
                  <a:moveTo>
                    <a:pt x="278" y="1"/>
                  </a:moveTo>
                  <a:cubicBezTo>
                    <a:pt x="93" y="1"/>
                    <a:pt x="0" y="117"/>
                    <a:pt x="0" y="210"/>
                  </a:cubicBezTo>
                  <a:lnTo>
                    <a:pt x="0" y="580"/>
                  </a:lnTo>
                  <a:cubicBezTo>
                    <a:pt x="0" y="789"/>
                    <a:pt x="93" y="882"/>
                    <a:pt x="278" y="882"/>
                  </a:cubicBezTo>
                  <a:cubicBezTo>
                    <a:pt x="371" y="882"/>
                    <a:pt x="487" y="789"/>
                    <a:pt x="487" y="580"/>
                  </a:cubicBezTo>
                  <a:lnTo>
                    <a:pt x="487" y="210"/>
                  </a:lnTo>
                  <a:cubicBezTo>
                    <a:pt x="487" y="117"/>
                    <a:pt x="371" y="1"/>
                    <a:pt x="2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8" name="Google Shape;5058;p98">
              <a:extLst>
                <a:ext uri="{FF2B5EF4-FFF2-40B4-BE49-F238E27FC236}">
                  <a16:creationId xmlns:a16="http://schemas.microsoft.com/office/drawing/2014/main" id="{E1512A7E-0C17-6688-010A-77E8918EB9C1}"/>
                </a:ext>
              </a:extLst>
            </p:cNvPr>
            <p:cNvSpPr/>
            <p:nvPr/>
          </p:nvSpPr>
          <p:spPr>
            <a:xfrm>
              <a:off x="4028999" y="2059998"/>
              <a:ext cx="15627" cy="28244"/>
            </a:xfrm>
            <a:custGeom>
              <a:avLst/>
              <a:gdLst/>
              <a:ahLst/>
              <a:cxnLst/>
              <a:rect l="l" t="t" r="r" b="b"/>
              <a:pathLst>
                <a:path w="488" h="882" extrusionOk="0">
                  <a:moveTo>
                    <a:pt x="302" y="1"/>
                  </a:moveTo>
                  <a:cubicBezTo>
                    <a:pt x="93" y="1"/>
                    <a:pt x="0" y="117"/>
                    <a:pt x="0" y="210"/>
                  </a:cubicBezTo>
                  <a:lnTo>
                    <a:pt x="0" y="580"/>
                  </a:lnTo>
                  <a:cubicBezTo>
                    <a:pt x="0" y="789"/>
                    <a:pt x="93" y="882"/>
                    <a:pt x="302" y="882"/>
                  </a:cubicBezTo>
                  <a:cubicBezTo>
                    <a:pt x="394" y="882"/>
                    <a:pt x="487" y="789"/>
                    <a:pt x="487" y="580"/>
                  </a:cubicBezTo>
                  <a:lnTo>
                    <a:pt x="487" y="210"/>
                  </a:lnTo>
                  <a:cubicBezTo>
                    <a:pt x="487" y="117"/>
                    <a:pt x="394" y="1"/>
                    <a:pt x="3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9" name="Google Shape;5059;p98">
              <a:extLst>
                <a:ext uri="{FF2B5EF4-FFF2-40B4-BE49-F238E27FC236}">
                  <a16:creationId xmlns:a16="http://schemas.microsoft.com/office/drawing/2014/main" id="{3C63558A-9048-A605-15DB-43B4B714AE85}"/>
                </a:ext>
              </a:extLst>
            </p:cNvPr>
            <p:cNvSpPr/>
            <p:nvPr/>
          </p:nvSpPr>
          <p:spPr>
            <a:xfrm>
              <a:off x="4158883" y="1989516"/>
              <a:ext cx="65326" cy="77206"/>
            </a:xfrm>
            <a:custGeom>
              <a:avLst/>
              <a:gdLst/>
              <a:ahLst/>
              <a:cxnLst/>
              <a:rect l="l" t="t" r="r" b="b"/>
              <a:pathLst>
                <a:path w="2040" h="2411" extrusionOk="0">
                  <a:moveTo>
                    <a:pt x="1159" y="0"/>
                  </a:moveTo>
                  <a:lnTo>
                    <a:pt x="0" y="672"/>
                  </a:lnTo>
                  <a:cubicBezTo>
                    <a:pt x="185" y="672"/>
                    <a:pt x="301" y="765"/>
                    <a:pt x="301" y="951"/>
                  </a:cubicBezTo>
                  <a:lnTo>
                    <a:pt x="301" y="1831"/>
                  </a:lnTo>
                  <a:cubicBezTo>
                    <a:pt x="301" y="1924"/>
                    <a:pt x="301" y="1924"/>
                    <a:pt x="394" y="1924"/>
                  </a:cubicBezTo>
                  <a:cubicBezTo>
                    <a:pt x="394" y="2202"/>
                    <a:pt x="579" y="2411"/>
                    <a:pt x="881" y="2411"/>
                  </a:cubicBezTo>
                  <a:lnTo>
                    <a:pt x="1159" y="2411"/>
                  </a:lnTo>
                  <a:lnTo>
                    <a:pt x="1159" y="1530"/>
                  </a:lnTo>
                  <a:lnTo>
                    <a:pt x="1645" y="1530"/>
                  </a:lnTo>
                  <a:cubicBezTo>
                    <a:pt x="1831" y="1530"/>
                    <a:pt x="1924" y="1530"/>
                    <a:pt x="2039" y="1623"/>
                  </a:cubicBezTo>
                  <a:lnTo>
                    <a:pt x="2039" y="765"/>
                  </a:lnTo>
                  <a:cubicBezTo>
                    <a:pt x="2039" y="464"/>
                    <a:pt x="2039" y="186"/>
                    <a:pt x="192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0" name="Google Shape;5060;p98">
              <a:extLst>
                <a:ext uri="{FF2B5EF4-FFF2-40B4-BE49-F238E27FC236}">
                  <a16:creationId xmlns:a16="http://schemas.microsoft.com/office/drawing/2014/main" id="{EFAB33FD-938D-895A-C67F-E8F2C8383D3A}"/>
                </a:ext>
              </a:extLst>
            </p:cNvPr>
            <p:cNvSpPr/>
            <p:nvPr/>
          </p:nvSpPr>
          <p:spPr>
            <a:xfrm>
              <a:off x="3939208" y="1865589"/>
              <a:ext cx="281286" cy="201133"/>
            </a:xfrm>
            <a:custGeom>
              <a:avLst/>
              <a:gdLst/>
              <a:ahLst/>
              <a:cxnLst/>
              <a:rect l="l" t="t" r="r" b="b"/>
              <a:pathLst>
                <a:path w="8784" h="6281" extrusionOk="0">
                  <a:moveTo>
                    <a:pt x="2040" y="0"/>
                  </a:moveTo>
                  <a:cubicBezTo>
                    <a:pt x="1831" y="0"/>
                    <a:pt x="1646" y="0"/>
                    <a:pt x="1460" y="186"/>
                  </a:cubicBezTo>
                  <a:cubicBezTo>
                    <a:pt x="1368" y="278"/>
                    <a:pt x="1252" y="487"/>
                    <a:pt x="1252" y="765"/>
                  </a:cubicBezTo>
                  <a:cubicBezTo>
                    <a:pt x="1252" y="830"/>
                    <a:pt x="1206" y="906"/>
                    <a:pt x="1147" y="906"/>
                  </a:cubicBezTo>
                  <a:cubicBezTo>
                    <a:pt x="1122" y="906"/>
                    <a:pt x="1094" y="892"/>
                    <a:pt x="1066" y="858"/>
                  </a:cubicBezTo>
                  <a:lnTo>
                    <a:pt x="788" y="858"/>
                  </a:lnTo>
                  <a:cubicBezTo>
                    <a:pt x="580" y="858"/>
                    <a:pt x="394" y="973"/>
                    <a:pt x="209" y="1066"/>
                  </a:cubicBezTo>
                  <a:cubicBezTo>
                    <a:pt x="93" y="1252"/>
                    <a:pt x="0" y="1437"/>
                    <a:pt x="0" y="1646"/>
                  </a:cubicBezTo>
                  <a:cubicBezTo>
                    <a:pt x="0" y="2016"/>
                    <a:pt x="301" y="2410"/>
                    <a:pt x="580" y="2410"/>
                  </a:cubicBezTo>
                  <a:cubicBezTo>
                    <a:pt x="672" y="2410"/>
                    <a:pt x="672" y="2503"/>
                    <a:pt x="672" y="2503"/>
                  </a:cubicBezTo>
                  <a:cubicBezTo>
                    <a:pt x="580" y="2804"/>
                    <a:pt x="487" y="3175"/>
                    <a:pt x="487" y="3476"/>
                  </a:cubicBezTo>
                  <a:lnTo>
                    <a:pt x="487" y="5493"/>
                  </a:lnTo>
                  <a:cubicBezTo>
                    <a:pt x="580" y="5400"/>
                    <a:pt x="788" y="5400"/>
                    <a:pt x="881" y="5400"/>
                  </a:cubicBezTo>
                  <a:lnTo>
                    <a:pt x="1368" y="5400"/>
                  </a:lnTo>
                  <a:lnTo>
                    <a:pt x="1368" y="6281"/>
                  </a:lnTo>
                  <a:lnTo>
                    <a:pt x="1646" y="6281"/>
                  </a:lnTo>
                  <a:cubicBezTo>
                    <a:pt x="1947" y="6281"/>
                    <a:pt x="2225" y="5979"/>
                    <a:pt x="2225" y="5701"/>
                  </a:cubicBezTo>
                  <a:lnTo>
                    <a:pt x="2225" y="4821"/>
                  </a:lnTo>
                  <a:cubicBezTo>
                    <a:pt x="2225" y="4635"/>
                    <a:pt x="2318" y="4542"/>
                    <a:pt x="2526" y="4542"/>
                  </a:cubicBezTo>
                  <a:lnTo>
                    <a:pt x="6582" y="4542"/>
                  </a:lnTo>
                  <a:cubicBezTo>
                    <a:pt x="6860" y="4542"/>
                    <a:pt x="7045" y="4450"/>
                    <a:pt x="7347" y="4334"/>
                  </a:cubicBezTo>
                  <a:cubicBezTo>
                    <a:pt x="8204" y="4056"/>
                    <a:pt x="8784" y="3175"/>
                    <a:pt x="8784" y="2225"/>
                  </a:cubicBezTo>
                  <a:lnTo>
                    <a:pt x="8784" y="1831"/>
                  </a:lnTo>
                  <a:cubicBezTo>
                    <a:pt x="8784" y="1252"/>
                    <a:pt x="8413" y="765"/>
                    <a:pt x="7833" y="765"/>
                  </a:cubicBezTo>
                  <a:lnTo>
                    <a:pt x="2804" y="765"/>
                  </a:lnTo>
                  <a:cubicBezTo>
                    <a:pt x="2804" y="278"/>
                    <a:pt x="2526" y="0"/>
                    <a:pt x="20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1" name="Google Shape;5061;p98">
              <a:extLst>
                <a:ext uri="{FF2B5EF4-FFF2-40B4-BE49-F238E27FC236}">
                  <a16:creationId xmlns:a16="http://schemas.microsoft.com/office/drawing/2014/main" id="{BC06741A-D544-B5C9-7AB9-1460F545FBE3}"/>
                </a:ext>
              </a:extLst>
            </p:cNvPr>
            <p:cNvSpPr/>
            <p:nvPr/>
          </p:nvSpPr>
          <p:spPr>
            <a:xfrm>
              <a:off x="4146266" y="1890054"/>
              <a:ext cx="99462" cy="121013"/>
            </a:xfrm>
            <a:custGeom>
              <a:avLst/>
              <a:gdLst/>
              <a:ahLst/>
              <a:cxnLst/>
              <a:rect l="l" t="t" r="r" b="b"/>
              <a:pathLst>
                <a:path w="3106" h="3779" extrusionOk="0">
                  <a:moveTo>
                    <a:pt x="1275" y="1"/>
                  </a:moveTo>
                  <a:cubicBezTo>
                    <a:pt x="1854" y="1"/>
                    <a:pt x="2225" y="488"/>
                    <a:pt x="2225" y="1067"/>
                  </a:cubicBezTo>
                  <a:lnTo>
                    <a:pt x="2225" y="1461"/>
                  </a:lnTo>
                  <a:cubicBezTo>
                    <a:pt x="2225" y="2712"/>
                    <a:pt x="1275" y="3778"/>
                    <a:pt x="0" y="3778"/>
                  </a:cubicBezTo>
                  <a:lnTo>
                    <a:pt x="881" y="3778"/>
                  </a:lnTo>
                  <a:cubicBezTo>
                    <a:pt x="2132" y="3778"/>
                    <a:pt x="3106" y="2712"/>
                    <a:pt x="3106" y="1461"/>
                  </a:cubicBezTo>
                  <a:lnTo>
                    <a:pt x="3106" y="1067"/>
                  </a:lnTo>
                  <a:cubicBezTo>
                    <a:pt x="3106" y="488"/>
                    <a:pt x="2619" y="1"/>
                    <a:pt x="213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2" name="Google Shape;5062;p98">
              <a:extLst>
                <a:ext uri="{FF2B5EF4-FFF2-40B4-BE49-F238E27FC236}">
                  <a16:creationId xmlns:a16="http://schemas.microsoft.com/office/drawing/2014/main" id="{F9693ADC-68AD-E512-7DDA-C4AC212F7253}"/>
                </a:ext>
              </a:extLst>
            </p:cNvPr>
            <p:cNvSpPr/>
            <p:nvPr/>
          </p:nvSpPr>
          <p:spPr>
            <a:xfrm>
              <a:off x="4190040" y="2226995"/>
              <a:ext cx="15627" cy="89823"/>
            </a:xfrm>
            <a:custGeom>
              <a:avLst/>
              <a:gdLst/>
              <a:ahLst/>
              <a:cxnLst/>
              <a:rect l="l" t="t" r="r" b="b"/>
              <a:pathLst>
                <a:path w="488" h="2805" extrusionOk="0">
                  <a:moveTo>
                    <a:pt x="0" y="0"/>
                  </a:moveTo>
                  <a:lnTo>
                    <a:pt x="0" y="2805"/>
                  </a:lnTo>
                  <a:lnTo>
                    <a:pt x="487" y="2805"/>
                  </a:lnTo>
                  <a:lnTo>
                    <a:pt x="487" y="394"/>
                  </a:lnTo>
                  <a:cubicBezTo>
                    <a:pt x="371" y="116"/>
                    <a:pt x="186" y="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3" name="Google Shape;5063;p98">
              <a:extLst>
                <a:ext uri="{FF2B5EF4-FFF2-40B4-BE49-F238E27FC236}">
                  <a16:creationId xmlns:a16="http://schemas.microsoft.com/office/drawing/2014/main" id="{2DD0F22F-01D1-EAFE-E3E6-BF838C97E3AF}"/>
                </a:ext>
              </a:extLst>
            </p:cNvPr>
            <p:cNvSpPr/>
            <p:nvPr/>
          </p:nvSpPr>
          <p:spPr>
            <a:xfrm>
              <a:off x="4190040" y="2218093"/>
              <a:ext cx="15627" cy="21551"/>
            </a:xfrm>
            <a:custGeom>
              <a:avLst/>
              <a:gdLst/>
              <a:ahLst/>
              <a:cxnLst/>
              <a:rect l="l" t="t" r="r" b="b"/>
              <a:pathLst>
                <a:path w="488" h="673" extrusionOk="0">
                  <a:moveTo>
                    <a:pt x="0" y="0"/>
                  </a:moveTo>
                  <a:lnTo>
                    <a:pt x="0" y="278"/>
                  </a:lnTo>
                  <a:cubicBezTo>
                    <a:pt x="186" y="394"/>
                    <a:pt x="278" y="487"/>
                    <a:pt x="487" y="672"/>
                  </a:cubicBezTo>
                  <a:lnTo>
                    <a:pt x="487" y="93"/>
                  </a:lnTo>
                  <a:cubicBezTo>
                    <a:pt x="278" y="0"/>
                    <a:pt x="186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4" name="Google Shape;5064;p98">
              <a:extLst>
                <a:ext uri="{FF2B5EF4-FFF2-40B4-BE49-F238E27FC236}">
                  <a16:creationId xmlns:a16="http://schemas.microsoft.com/office/drawing/2014/main" id="{9550ACA9-02A6-B947-C2B6-B2A738BC79E2}"/>
                </a:ext>
              </a:extLst>
            </p:cNvPr>
            <p:cNvSpPr/>
            <p:nvPr/>
          </p:nvSpPr>
          <p:spPr>
            <a:xfrm>
              <a:off x="4121768" y="2267792"/>
              <a:ext cx="15595" cy="49026"/>
            </a:xfrm>
            <a:custGeom>
              <a:avLst/>
              <a:gdLst/>
              <a:ahLst/>
              <a:cxnLst/>
              <a:rect l="l" t="t" r="r" b="b"/>
              <a:pathLst>
                <a:path w="487" h="1531" extrusionOk="0">
                  <a:moveTo>
                    <a:pt x="0" y="1"/>
                  </a:moveTo>
                  <a:lnTo>
                    <a:pt x="0" y="1531"/>
                  </a:lnTo>
                  <a:lnTo>
                    <a:pt x="487" y="1531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5" name="Google Shape;5065;p98">
              <a:extLst>
                <a:ext uri="{FF2B5EF4-FFF2-40B4-BE49-F238E27FC236}">
                  <a16:creationId xmlns:a16="http://schemas.microsoft.com/office/drawing/2014/main" id="{024DB573-CE61-6D49-DC73-97B010D1D969}"/>
                </a:ext>
              </a:extLst>
            </p:cNvPr>
            <p:cNvSpPr/>
            <p:nvPr/>
          </p:nvSpPr>
          <p:spPr>
            <a:xfrm>
              <a:off x="4041616" y="2267792"/>
              <a:ext cx="15627" cy="49026"/>
            </a:xfrm>
            <a:custGeom>
              <a:avLst/>
              <a:gdLst/>
              <a:ahLst/>
              <a:cxnLst/>
              <a:rect l="l" t="t" r="r" b="b"/>
              <a:pathLst>
                <a:path w="488" h="1531" extrusionOk="0">
                  <a:moveTo>
                    <a:pt x="0" y="1"/>
                  </a:moveTo>
                  <a:lnTo>
                    <a:pt x="0" y="1531"/>
                  </a:lnTo>
                  <a:lnTo>
                    <a:pt x="487" y="1531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6" name="Google Shape;5066;p98">
              <a:extLst>
                <a:ext uri="{FF2B5EF4-FFF2-40B4-BE49-F238E27FC236}">
                  <a16:creationId xmlns:a16="http://schemas.microsoft.com/office/drawing/2014/main" id="{22898450-85B6-F3FB-EB01-AC5BE9A5A938}"/>
                </a:ext>
              </a:extLst>
            </p:cNvPr>
            <p:cNvSpPr/>
            <p:nvPr/>
          </p:nvSpPr>
          <p:spPr>
            <a:xfrm>
              <a:off x="3973344" y="2218093"/>
              <a:ext cx="15595" cy="98725"/>
            </a:xfrm>
            <a:custGeom>
              <a:avLst/>
              <a:gdLst/>
              <a:ahLst/>
              <a:cxnLst/>
              <a:rect l="l" t="t" r="r" b="b"/>
              <a:pathLst>
                <a:path w="487" h="3083" extrusionOk="0">
                  <a:moveTo>
                    <a:pt x="487" y="0"/>
                  </a:moveTo>
                  <a:cubicBezTo>
                    <a:pt x="302" y="0"/>
                    <a:pt x="186" y="0"/>
                    <a:pt x="0" y="93"/>
                  </a:cubicBezTo>
                  <a:lnTo>
                    <a:pt x="0" y="3083"/>
                  </a:lnTo>
                  <a:lnTo>
                    <a:pt x="487" y="3083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67" name="Google Shape;5067;p98">
            <a:extLst>
              <a:ext uri="{FF2B5EF4-FFF2-40B4-BE49-F238E27FC236}">
                <a16:creationId xmlns:a16="http://schemas.microsoft.com/office/drawing/2014/main" id="{2203555D-86C0-32DF-F1E1-CBBDDC7ADF62}"/>
              </a:ext>
            </a:extLst>
          </p:cNvPr>
          <p:cNvGrpSpPr/>
          <p:nvPr/>
        </p:nvGrpSpPr>
        <p:grpSpPr>
          <a:xfrm>
            <a:off x="2660524" y="1061314"/>
            <a:ext cx="408223" cy="451229"/>
            <a:chOff x="1951027" y="1865589"/>
            <a:chExt cx="408223" cy="451229"/>
          </a:xfrm>
        </p:grpSpPr>
        <p:sp>
          <p:nvSpPr>
            <p:cNvPr id="5068" name="Google Shape;5068;p98">
              <a:extLst>
                <a:ext uri="{FF2B5EF4-FFF2-40B4-BE49-F238E27FC236}">
                  <a16:creationId xmlns:a16="http://schemas.microsoft.com/office/drawing/2014/main" id="{CCDC9792-7877-9829-65F1-79E5DACAD6B9}"/>
                </a:ext>
              </a:extLst>
            </p:cNvPr>
            <p:cNvSpPr/>
            <p:nvPr/>
          </p:nvSpPr>
          <p:spPr>
            <a:xfrm>
              <a:off x="1951027" y="1908627"/>
              <a:ext cx="399321" cy="399289"/>
            </a:xfrm>
            <a:custGeom>
              <a:avLst/>
              <a:gdLst/>
              <a:ahLst/>
              <a:cxnLst/>
              <a:rect l="l" t="t" r="r" b="b"/>
              <a:pathLst>
                <a:path w="12470" h="12469" extrusionOk="0">
                  <a:moveTo>
                    <a:pt x="5795" y="0"/>
                  </a:moveTo>
                  <a:cubicBezTo>
                    <a:pt x="5609" y="93"/>
                    <a:pt x="882" y="3198"/>
                    <a:pt x="766" y="3291"/>
                  </a:cubicBezTo>
                  <a:cubicBezTo>
                    <a:pt x="302" y="4264"/>
                    <a:pt x="1" y="5307"/>
                    <a:pt x="1" y="6373"/>
                  </a:cubicBezTo>
                  <a:cubicBezTo>
                    <a:pt x="1" y="9270"/>
                    <a:pt x="1832" y="11588"/>
                    <a:pt x="4358" y="12468"/>
                  </a:cubicBezTo>
                  <a:cubicBezTo>
                    <a:pt x="4821" y="12376"/>
                    <a:pt x="6861" y="12376"/>
                    <a:pt x="6861" y="12376"/>
                  </a:cubicBezTo>
                  <a:cubicBezTo>
                    <a:pt x="9572" y="12376"/>
                    <a:pt x="12469" y="9942"/>
                    <a:pt x="12469" y="6373"/>
                  </a:cubicBezTo>
                  <a:cubicBezTo>
                    <a:pt x="12469" y="2897"/>
                    <a:pt x="8993" y="93"/>
                    <a:pt x="64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9" name="Google Shape;5069;p98">
              <a:extLst>
                <a:ext uri="{FF2B5EF4-FFF2-40B4-BE49-F238E27FC236}">
                  <a16:creationId xmlns:a16="http://schemas.microsoft.com/office/drawing/2014/main" id="{AABBC76B-C6E3-3D6E-E960-DA714E656D3B}"/>
                </a:ext>
              </a:extLst>
            </p:cNvPr>
            <p:cNvSpPr/>
            <p:nvPr/>
          </p:nvSpPr>
          <p:spPr>
            <a:xfrm>
              <a:off x="2142522" y="1908627"/>
              <a:ext cx="216728" cy="408191"/>
            </a:xfrm>
            <a:custGeom>
              <a:avLst/>
              <a:gdLst/>
              <a:ahLst/>
              <a:cxnLst/>
              <a:rect l="l" t="t" r="r" b="b"/>
              <a:pathLst>
                <a:path w="6768" h="12747" extrusionOk="0">
                  <a:moveTo>
                    <a:pt x="0" y="0"/>
                  </a:moveTo>
                  <a:cubicBezTo>
                    <a:pt x="1553" y="93"/>
                    <a:pt x="3013" y="788"/>
                    <a:pt x="4056" y="1831"/>
                  </a:cubicBezTo>
                  <a:cubicBezTo>
                    <a:pt x="5214" y="2990"/>
                    <a:pt x="5910" y="4635"/>
                    <a:pt x="5910" y="6373"/>
                  </a:cubicBezTo>
                  <a:cubicBezTo>
                    <a:pt x="5910" y="8204"/>
                    <a:pt x="5214" y="9757"/>
                    <a:pt x="4056" y="10916"/>
                  </a:cubicBezTo>
                  <a:cubicBezTo>
                    <a:pt x="3013" y="11982"/>
                    <a:pt x="1738" y="12654"/>
                    <a:pt x="0" y="12747"/>
                  </a:cubicBezTo>
                  <a:cubicBezTo>
                    <a:pt x="116" y="12747"/>
                    <a:pt x="1066" y="12747"/>
                    <a:pt x="3013" y="12260"/>
                  </a:cubicBezTo>
                  <a:cubicBezTo>
                    <a:pt x="3384" y="12074"/>
                    <a:pt x="3778" y="11889"/>
                    <a:pt x="4172" y="11588"/>
                  </a:cubicBezTo>
                  <a:cubicBezTo>
                    <a:pt x="4264" y="11310"/>
                    <a:pt x="5701" y="9085"/>
                    <a:pt x="6489" y="8320"/>
                  </a:cubicBezTo>
                  <a:cubicBezTo>
                    <a:pt x="6675" y="7741"/>
                    <a:pt x="6767" y="7045"/>
                    <a:pt x="6767" y="6373"/>
                  </a:cubicBezTo>
                  <a:cubicBezTo>
                    <a:pt x="6767" y="4635"/>
                    <a:pt x="6095" y="2990"/>
                    <a:pt x="4936" y="1831"/>
                  </a:cubicBezTo>
                  <a:cubicBezTo>
                    <a:pt x="3778" y="672"/>
                    <a:pt x="2132" y="0"/>
                    <a:pt x="3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0" name="Google Shape;5070;p98">
              <a:extLst>
                <a:ext uri="{FF2B5EF4-FFF2-40B4-BE49-F238E27FC236}">
                  <a16:creationId xmlns:a16="http://schemas.microsoft.com/office/drawing/2014/main" id="{58B1E8B0-12B2-8D56-2FDB-D109DAEC1104}"/>
                </a:ext>
              </a:extLst>
            </p:cNvPr>
            <p:cNvSpPr/>
            <p:nvPr/>
          </p:nvSpPr>
          <p:spPr>
            <a:xfrm>
              <a:off x="2216718" y="1865589"/>
              <a:ext cx="89823" cy="43070"/>
            </a:xfrm>
            <a:custGeom>
              <a:avLst/>
              <a:gdLst/>
              <a:ahLst/>
              <a:cxnLst/>
              <a:rect l="l" t="t" r="r" b="b"/>
              <a:pathLst>
                <a:path w="2805" h="1345" extrusionOk="0">
                  <a:moveTo>
                    <a:pt x="1368" y="0"/>
                  </a:moveTo>
                  <a:cubicBezTo>
                    <a:pt x="1067" y="0"/>
                    <a:pt x="789" y="0"/>
                    <a:pt x="580" y="93"/>
                  </a:cubicBezTo>
                  <a:cubicBezTo>
                    <a:pt x="395" y="394"/>
                    <a:pt x="116" y="672"/>
                    <a:pt x="1" y="973"/>
                  </a:cubicBezTo>
                  <a:cubicBezTo>
                    <a:pt x="1" y="1159"/>
                    <a:pt x="209" y="1252"/>
                    <a:pt x="209" y="1344"/>
                  </a:cubicBezTo>
                  <a:cubicBezTo>
                    <a:pt x="487" y="1159"/>
                    <a:pt x="974" y="973"/>
                    <a:pt x="1368" y="973"/>
                  </a:cubicBezTo>
                  <a:cubicBezTo>
                    <a:pt x="1646" y="973"/>
                    <a:pt x="1947" y="1066"/>
                    <a:pt x="2225" y="1159"/>
                  </a:cubicBezTo>
                  <a:cubicBezTo>
                    <a:pt x="2318" y="1252"/>
                    <a:pt x="2527" y="1252"/>
                    <a:pt x="2619" y="1344"/>
                  </a:cubicBezTo>
                  <a:cubicBezTo>
                    <a:pt x="2619" y="1159"/>
                    <a:pt x="2805" y="1066"/>
                    <a:pt x="2805" y="858"/>
                  </a:cubicBezTo>
                  <a:cubicBezTo>
                    <a:pt x="2712" y="672"/>
                    <a:pt x="2318" y="394"/>
                    <a:pt x="2225" y="93"/>
                  </a:cubicBezTo>
                  <a:cubicBezTo>
                    <a:pt x="1947" y="0"/>
                    <a:pt x="1646" y="0"/>
                    <a:pt x="13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1" name="Google Shape;5071;p98">
              <a:extLst>
                <a:ext uri="{FF2B5EF4-FFF2-40B4-BE49-F238E27FC236}">
                  <a16:creationId xmlns:a16="http://schemas.microsoft.com/office/drawing/2014/main" id="{167F1687-07EB-0CEA-6EA4-FA6653BDD1AC}"/>
                </a:ext>
              </a:extLst>
            </p:cNvPr>
            <p:cNvSpPr/>
            <p:nvPr/>
          </p:nvSpPr>
          <p:spPr>
            <a:xfrm>
              <a:off x="2195199" y="1868535"/>
              <a:ext cx="132861" cy="276674"/>
            </a:xfrm>
            <a:custGeom>
              <a:avLst/>
              <a:gdLst/>
              <a:ahLst/>
              <a:cxnLst/>
              <a:rect l="l" t="t" r="r" b="b"/>
              <a:pathLst>
                <a:path w="4149" h="8640" extrusionOk="0">
                  <a:moveTo>
                    <a:pt x="1252" y="1"/>
                  </a:moveTo>
                  <a:cubicBezTo>
                    <a:pt x="974" y="94"/>
                    <a:pt x="788" y="302"/>
                    <a:pt x="580" y="488"/>
                  </a:cubicBezTo>
                  <a:cubicBezTo>
                    <a:pt x="209" y="881"/>
                    <a:pt x="0" y="1345"/>
                    <a:pt x="0" y="1924"/>
                  </a:cubicBezTo>
                  <a:lnTo>
                    <a:pt x="0" y="2040"/>
                  </a:lnTo>
                  <a:cubicBezTo>
                    <a:pt x="0" y="4149"/>
                    <a:pt x="2805" y="7718"/>
                    <a:pt x="3477" y="8599"/>
                  </a:cubicBezTo>
                  <a:cubicBezTo>
                    <a:pt x="3477" y="8630"/>
                    <a:pt x="3487" y="8640"/>
                    <a:pt x="3501" y="8640"/>
                  </a:cubicBezTo>
                  <a:cubicBezTo>
                    <a:pt x="3528" y="8640"/>
                    <a:pt x="3569" y="8599"/>
                    <a:pt x="3569" y="8599"/>
                  </a:cubicBezTo>
                  <a:lnTo>
                    <a:pt x="4149" y="7347"/>
                  </a:lnTo>
                  <a:lnTo>
                    <a:pt x="4149" y="7255"/>
                  </a:lnTo>
                  <a:lnTo>
                    <a:pt x="2040" y="4056"/>
                  </a:lnTo>
                  <a:lnTo>
                    <a:pt x="1368" y="2990"/>
                  </a:lnTo>
                  <a:cubicBezTo>
                    <a:pt x="1368" y="2990"/>
                    <a:pt x="394" y="1345"/>
                    <a:pt x="12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2" name="Google Shape;5072;p98">
              <a:extLst>
                <a:ext uri="{FF2B5EF4-FFF2-40B4-BE49-F238E27FC236}">
                  <a16:creationId xmlns:a16="http://schemas.microsoft.com/office/drawing/2014/main" id="{2026FC3C-73B9-D9D7-F3DD-AAABFFBA0717}"/>
                </a:ext>
              </a:extLst>
            </p:cNvPr>
            <p:cNvSpPr/>
            <p:nvPr/>
          </p:nvSpPr>
          <p:spPr>
            <a:xfrm>
              <a:off x="2195199" y="1868535"/>
              <a:ext cx="123959" cy="265723"/>
            </a:xfrm>
            <a:custGeom>
              <a:avLst/>
              <a:gdLst/>
              <a:ahLst/>
              <a:cxnLst/>
              <a:rect l="l" t="t" r="r" b="b"/>
              <a:pathLst>
                <a:path w="3871" h="8298" extrusionOk="0">
                  <a:moveTo>
                    <a:pt x="2897" y="1"/>
                  </a:moveTo>
                  <a:lnTo>
                    <a:pt x="2897" y="1"/>
                  </a:lnTo>
                  <a:cubicBezTo>
                    <a:pt x="3199" y="488"/>
                    <a:pt x="3291" y="881"/>
                    <a:pt x="3291" y="1252"/>
                  </a:cubicBezTo>
                  <a:cubicBezTo>
                    <a:pt x="3291" y="2226"/>
                    <a:pt x="2805" y="2990"/>
                    <a:pt x="2805" y="2990"/>
                  </a:cubicBezTo>
                  <a:lnTo>
                    <a:pt x="2040" y="4056"/>
                  </a:lnTo>
                  <a:lnTo>
                    <a:pt x="0" y="7255"/>
                  </a:lnTo>
                  <a:lnTo>
                    <a:pt x="0" y="7347"/>
                  </a:lnTo>
                  <a:lnTo>
                    <a:pt x="302" y="8019"/>
                  </a:lnTo>
                  <a:lnTo>
                    <a:pt x="580" y="8297"/>
                  </a:lnTo>
                  <a:cubicBezTo>
                    <a:pt x="2990" y="5123"/>
                    <a:pt x="3871" y="1832"/>
                    <a:pt x="3871" y="1832"/>
                  </a:cubicBezTo>
                  <a:cubicBezTo>
                    <a:pt x="3871" y="1252"/>
                    <a:pt x="3106" y="94"/>
                    <a:pt x="28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3" name="Google Shape;5073;p98">
              <a:extLst>
                <a:ext uri="{FF2B5EF4-FFF2-40B4-BE49-F238E27FC236}">
                  <a16:creationId xmlns:a16="http://schemas.microsoft.com/office/drawing/2014/main" id="{D056CFE1-C0ED-1101-5DF6-2368C9473BFE}"/>
                </a:ext>
              </a:extLst>
            </p:cNvPr>
            <p:cNvSpPr/>
            <p:nvPr/>
          </p:nvSpPr>
          <p:spPr>
            <a:xfrm>
              <a:off x="2204838" y="1868535"/>
              <a:ext cx="123223" cy="276674"/>
            </a:xfrm>
            <a:custGeom>
              <a:avLst/>
              <a:gdLst/>
              <a:ahLst/>
              <a:cxnLst/>
              <a:rect l="l" t="t" r="r" b="b"/>
              <a:pathLst>
                <a:path w="3848" h="8640" extrusionOk="0">
                  <a:moveTo>
                    <a:pt x="2596" y="1"/>
                  </a:moveTo>
                  <a:lnTo>
                    <a:pt x="2596" y="1"/>
                  </a:lnTo>
                  <a:cubicBezTo>
                    <a:pt x="2898" y="488"/>
                    <a:pt x="2990" y="881"/>
                    <a:pt x="2990" y="1252"/>
                  </a:cubicBezTo>
                  <a:lnTo>
                    <a:pt x="2990" y="1646"/>
                  </a:lnTo>
                  <a:lnTo>
                    <a:pt x="2990" y="2040"/>
                  </a:lnTo>
                  <a:cubicBezTo>
                    <a:pt x="2990" y="3778"/>
                    <a:pt x="1067" y="6559"/>
                    <a:pt x="1" y="8019"/>
                  </a:cubicBezTo>
                  <a:lnTo>
                    <a:pt x="186" y="8599"/>
                  </a:lnTo>
                  <a:cubicBezTo>
                    <a:pt x="248" y="8599"/>
                    <a:pt x="269" y="8640"/>
                    <a:pt x="303" y="8640"/>
                  </a:cubicBezTo>
                  <a:cubicBezTo>
                    <a:pt x="320" y="8640"/>
                    <a:pt x="341" y="8630"/>
                    <a:pt x="372" y="8599"/>
                  </a:cubicBezTo>
                  <a:cubicBezTo>
                    <a:pt x="1067" y="7718"/>
                    <a:pt x="3755" y="4149"/>
                    <a:pt x="3848" y="2040"/>
                  </a:cubicBezTo>
                  <a:lnTo>
                    <a:pt x="3848" y="1924"/>
                  </a:lnTo>
                  <a:cubicBezTo>
                    <a:pt x="3848" y="1345"/>
                    <a:pt x="3570" y="881"/>
                    <a:pt x="3268" y="488"/>
                  </a:cubicBezTo>
                  <a:cubicBezTo>
                    <a:pt x="3083" y="302"/>
                    <a:pt x="2805" y="94"/>
                    <a:pt x="25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4" name="Google Shape;5074;p98">
              <a:extLst>
                <a:ext uri="{FF2B5EF4-FFF2-40B4-BE49-F238E27FC236}">
                  <a16:creationId xmlns:a16="http://schemas.microsoft.com/office/drawing/2014/main" id="{AF6BA33A-00F7-E401-3515-12CE652FD993}"/>
                </a:ext>
              </a:extLst>
            </p:cNvPr>
            <p:cNvSpPr/>
            <p:nvPr/>
          </p:nvSpPr>
          <p:spPr>
            <a:xfrm>
              <a:off x="2257547" y="2178001"/>
              <a:ext cx="70514" cy="83162"/>
            </a:xfrm>
            <a:custGeom>
              <a:avLst/>
              <a:gdLst/>
              <a:ahLst/>
              <a:cxnLst/>
              <a:rect l="l" t="t" r="r" b="b"/>
              <a:pathLst>
                <a:path w="2202" h="2597" extrusionOk="0">
                  <a:moveTo>
                    <a:pt x="1043" y="1"/>
                  </a:moveTo>
                  <a:cubicBezTo>
                    <a:pt x="858" y="1"/>
                    <a:pt x="672" y="94"/>
                    <a:pt x="580" y="279"/>
                  </a:cubicBezTo>
                  <a:lnTo>
                    <a:pt x="0" y="1438"/>
                  </a:lnTo>
                  <a:lnTo>
                    <a:pt x="0" y="1924"/>
                  </a:lnTo>
                  <a:lnTo>
                    <a:pt x="371" y="2596"/>
                  </a:lnTo>
                  <a:cubicBezTo>
                    <a:pt x="371" y="2596"/>
                    <a:pt x="1252" y="2318"/>
                    <a:pt x="1437" y="2017"/>
                  </a:cubicBezTo>
                  <a:cubicBezTo>
                    <a:pt x="2202" y="1345"/>
                    <a:pt x="2016" y="1"/>
                    <a:pt x="20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5" name="Google Shape;5075;p98">
              <a:extLst>
                <a:ext uri="{FF2B5EF4-FFF2-40B4-BE49-F238E27FC236}">
                  <a16:creationId xmlns:a16="http://schemas.microsoft.com/office/drawing/2014/main" id="{40496D5A-62F3-7A58-53A9-10B0050380E7}"/>
                </a:ext>
              </a:extLst>
            </p:cNvPr>
            <p:cNvSpPr/>
            <p:nvPr/>
          </p:nvSpPr>
          <p:spPr>
            <a:xfrm>
              <a:off x="2269427" y="2175055"/>
              <a:ext cx="80921" cy="104650"/>
            </a:xfrm>
            <a:custGeom>
              <a:avLst/>
              <a:gdLst/>
              <a:ahLst/>
              <a:cxnLst/>
              <a:rect l="l" t="t" r="r" b="b"/>
              <a:pathLst>
                <a:path w="2527" h="3268" extrusionOk="0">
                  <a:moveTo>
                    <a:pt x="2526" y="0"/>
                  </a:moveTo>
                  <a:lnTo>
                    <a:pt x="1645" y="93"/>
                  </a:lnTo>
                  <a:cubicBezTo>
                    <a:pt x="1367" y="1043"/>
                    <a:pt x="788" y="1924"/>
                    <a:pt x="93" y="2596"/>
                  </a:cubicBezTo>
                  <a:cubicBezTo>
                    <a:pt x="93" y="2688"/>
                    <a:pt x="0" y="2688"/>
                    <a:pt x="0" y="2688"/>
                  </a:cubicBezTo>
                  <a:lnTo>
                    <a:pt x="209" y="3268"/>
                  </a:lnTo>
                  <a:cubicBezTo>
                    <a:pt x="487" y="3082"/>
                    <a:pt x="672" y="2897"/>
                    <a:pt x="973" y="2596"/>
                  </a:cubicBezTo>
                  <a:cubicBezTo>
                    <a:pt x="1645" y="1924"/>
                    <a:pt x="2225" y="1043"/>
                    <a:pt x="25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6" name="Google Shape;5076;p98">
              <a:extLst>
                <a:ext uri="{FF2B5EF4-FFF2-40B4-BE49-F238E27FC236}">
                  <a16:creationId xmlns:a16="http://schemas.microsoft.com/office/drawing/2014/main" id="{0E5870E9-7DF4-3334-09A0-A09F1A132936}"/>
                </a:ext>
              </a:extLst>
            </p:cNvPr>
            <p:cNvSpPr/>
            <p:nvPr/>
          </p:nvSpPr>
          <p:spPr>
            <a:xfrm>
              <a:off x="2090549" y="2273748"/>
              <a:ext cx="138818" cy="43070"/>
            </a:xfrm>
            <a:custGeom>
              <a:avLst/>
              <a:gdLst/>
              <a:ahLst/>
              <a:cxnLst/>
              <a:rect l="l" t="t" r="r" b="b"/>
              <a:pathLst>
                <a:path w="4335" h="1345" extrusionOk="0">
                  <a:moveTo>
                    <a:pt x="3570" y="0"/>
                  </a:moveTo>
                  <a:lnTo>
                    <a:pt x="858" y="93"/>
                  </a:lnTo>
                  <a:cubicBezTo>
                    <a:pt x="766" y="93"/>
                    <a:pt x="580" y="186"/>
                    <a:pt x="464" y="394"/>
                  </a:cubicBezTo>
                  <a:lnTo>
                    <a:pt x="1" y="1066"/>
                  </a:lnTo>
                  <a:cubicBezTo>
                    <a:pt x="580" y="1252"/>
                    <a:pt x="1044" y="1345"/>
                    <a:pt x="1623" y="1345"/>
                  </a:cubicBezTo>
                  <a:lnTo>
                    <a:pt x="2202" y="1345"/>
                  </a:lnTo>
                  <a:cubicBezTo>
                    <a:pt x="3755" y="1159"/>
                    <a:pt x="4335" y="580"/>
                    <a:pt x="4335" y="580"/>
                  </a:cubicBezTo>
                  <a:lnTo>
                    <a:pt x="3941" y="186"/>
                  </a:lnTo>
                  <a:cubicBezTo>
                    <a:pt x="3848" y="0"/>
                    <a:pt x="3755" y="0"/>
                    <a:pt x="35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7" name="Google Shape;5077;p98">
              <a:extLst>
                <a:ext uri="{FF2B5EF4-FFF2-40B4-BE49-F238E27FC236}">
                  <a16:creationId xmlns:a16="http://schemas.microsoft.com/office/drawing/2014/main" id="{2C4176F1-DF8F-EF69-C135-B9A84CA416D4}"/>
                </a:ext>
              </a:extLst>
            </p:cNvPr>
            <p:cNvSpPr/>
            <p:nvPr/>
          </p:nvSpPr>
          <p:spPr>
            <a:xfrm>
              <a:off x="2142522" y="2292289"/>
              <a:ext cx="96484" cy="24529"/>
            </a:xfrm>
            <a:custGeom>
              <a:avLst/>
              <a:gdLst/>
              <a:ahLst/>
              <a:cxnLst/>
              <a:rect l="l" t="t" r="r" b="b"/>
              <a:pathLst>
                <a:path w="3013" h="766" extrusionOk="0">
                  <a:moveTo>
                    <a:pt x="2712" y="1"/>
                  </a:moveTo>
                  <a:cubicBezTo>
                    <a:pt x="1947" y="487"/>
                    <a:pt x="973" y="766"/>
                    <a:pt x="0" y="766"/>
                  </a:cubicBezTo>
                  <a:lnTo>
                    <a:pt x="394" y="766"/>
                  </a:lnTo>
                  <a:cubicBezTo>
                    <a:pt x="1367" y="766"/>
                    <a:pt x="2225" y="580"/>
                    <a:pt x="3013" y="279"/>
                  </a:cubicBezTo>
                  <a:lnTo>
                    <a:pt x="27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8" name="Google Shape;5078;p98">
              <a:extLst>
                <a:ext uri="{FF2B5EF4-FFF2-40B4-BE49-F238E27FC236}">
                  <a16:creationId xmlns:a16="http://schemas.microsoft.com/office/drawing/2014/main" id="{635CB113-146F-C894-0DD7-33BA6AD65DF5}"/>
                </a:ext>
              </a:extLst>
            </p:cNvPr>
            <p:cNvSpPr/>
            <p:nvPr/>
          </p:nvSpPr>
          <p:spPr>
            <a:xfrm>
              <a:off x="1975524" y="1914744"/>
              <a:ext cx="158095" cy="319104"/>
            </a:xfrm>
            <a:custGeom>
              <a:avLst/>
              <a:gdLst/>
              <a:ahLst/>
              <a:cxnLst/>
              <a:rect l="l" t="t" r="r" b="b"/>
              <a:pathLst>
                <a:path w="4937" h="9965" extrusionOk="0">
                  <a:moveTo>
                    <a:pt x="4258" y="0"/>
                  </a:moveTo>
                  <a:cubicBezTo>
                    <a:pt x="4230" y="0"/>
                    <a:pt x="4202" y="6"/>
                    <a:pt x="4172" y="18"/>
                  </a:cubicBezTo>
                  <a:cubicBezTo>
                    <a:pt x="3013" y="203"/>
                    <a:pt x="1947" y="875"/>
                    <a:pt x="1067" y="1640"/>
                  </a:cubicBezTo>
                  <a:cubicBezTo>
                    <a:pt x="696" y="2127"/>
                    <a:pt x="302" y="2613"/>
                    <a:pt x="1" y="3100"/>
                  </a:cubicBezTo>
                  <a:lnTo>
                    <a:pt x="1067" y="3007"/>
                  </a:lnTo>
                  <a:cubicBezTo>
                    <a:pt x="1275" y="3007"/>
                    <a:pt x="1461" y="3100"/>
                    <a:pt x="1553" y="3286"/>
                  </a:cubicBezTo>
                  <a:lnTo>
                    <a:pt x="1947" y="4352"/>
                  </a:lnTo>
                  <a:cubicBezTo>
                    <a:pt x="2040" y="4537"/>
                    <a:pt x="1947" y="4653"/>
                    <a:pt x="1855" y="4838"/>
                  </a:cubicBezTo>
                  <a:lnTo>
                    <a:pt x="974" y="5696"/>
                  </a:lnTo>
                  <a:cubicBezTo>
                    <a:pt x="881" y="5812"/>
                    <a:pt x="881" y="5904"/>
                    <a:pt x="881" y="5997"/>
                  </a:cubicBezTo>
                  <a:lnTo>
                    <a:pt x="881" y="7156"/>
                  </a:lnTo>
                  <a:cubicBezTo>
                    <a:pt x="974" y="7341"/>
                    <a:pt x="1067" y="7550"/>
                    <a:pt x="1275" y="7550"/>
                  </a:cubicBezTo>
                  <a:lnTo>
                    <a:pt x="2434" y="7921"/>
                  </a:lnTo>
                  <a:cubicBezTo>
                    <a:pt x="2527" y="7921"/>
                    <a:pt x="2619" y="7921"/>
                    <a:pt x="2619" y="8013"/>
                  </a:cubicBezTo>
                  <a:lnTo>
                    <a:pt x="3964" y="9960"/>
                  </a:lnTo>
                  <a:cubicBezTo>
                    <a:pt x="3964" y="9960"/>
                    <a:pt x="4000" y="9964"/>
                    <a:pt x="4058" y="9964"/>
                  </a:cubicBezTo>
                  <a:cubicBezTo>
                    <a:pt x="4267" y="9964"/>
                    <a:pt x="4752" y="9907"/>
                    <a:pt x="4752" y="9381"/>
                  </a:cubicBezTo>
                  <a:lnTo>
                    <a:pt x="4265" y="7248"/>
                  </a:lnTo>
                  <a:cubicBezTo>
                    <a:pt x="4265" y="7156"/>
                    <a:pt x="4937" y="5603"/>
                    <a:pt x="4844" y="5510"/>
                  </a:cubicBezTo>
                  <a:cubicBezTo>
                    <a:pt x="4844" y="5510"/>
                    <a:pt x="4358" y="4352"/>
                    <a:pt x="4172" y="4352"/>
                  </a:cubicBezTo>
                  <a:lnTo>
                    <a:pt x="3685" y="4166"/>
                  </a:lnTo>
                  <a:lnTo>
                    <a:pt x="3477" y="4166"/>
                  </a:lnTo>
                  <a:cubicBezTo>
                    <a:pt x="3292" y="4166"/>
                    <a:pt x="3106" y="4073"/>
                    <a:pt x="3106" y="3865"/>
                  </a:cubicBezTo>
                  <a:lnTo>
                    <a:pt x="2619" y="2915"/>
                  </a:lnTo>
                  <a:cubicBezTo>
                    <a:pt x="2619" y="2706"/>
                    <a:pt x="2712" y="2428"/>
                    <a:pt x="2898" y="2335"/>
                  </a:cubicBezTo>
                  <a:lnTo>
                    <a:pt x="3106" y="2219"/>
                  </a:lnTo>
                  <a:cubicBezTo>
                    <a:pt x="3155" y="2195"/>
                    <a:pt x="3212" y="2184"/>
                    <a:pt x="3271" y="2184"/>
                  </a:cubicBezTo>
                  <a:cubicBezTo>
                    <a:pt x="3436" y="2184"/>
                    <a:pt x="3617" y="2274"/>
                    <a:pt x="3685" y="2428"/>
                  </a:cubicBezTo>
                  <a:lnTo>
                    <a:pt x="3778" y="2428"/>
                  </a:lnTo>
                  <a:lnTo>
                    <a:pt x="4172" y="2521"/>
                  </a:lnTo>
                  <a:cubicBezTo>
                    <a:pt x="4358" y="2428"/>
                    <a:pt x="4636" y="2219"/>
                    <a:pt x="4543" y="2034"/>
                  </a:cubicBezTo>
                  <a:lnTo>
                    <a:pt x="4358" y="1269"/>
                  </a:lnTo>
                  <a:cubicBezTo>
                    <a:pt x="4265" y="1061"/>
                    <a:pt x="4543" y="481"/>
                    <a:pt x="4636" y="389"/>
                  </a:cubicBezTo>
                  <a:cubicBezTo>
                    <a:pt x="4636" y="389"/>
                    <a:pt x="4488" y="0"/>
                    <a:pt x="42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9" name="Google Shape;5079;p98">
              <a:extLst>
                <a:ext uri="{FF2B5EF4-FFF2-40B4-BE49-F238E27FC236}">
                  <a16:creationId xmlns:a16="http://schemas.microsoft.com/office/drawing/2014/main" id="{A0459FE3-FDF9-0C6A-B1E0-22579157619A}"/>
                </a:ext>
              </a:extLst>
            </p:cNvPr>
            <p:cNvSpPr/>
            <p:nvPr/>
          </p:nvSpPr>
          <p:spPr>
            <a:xfrm>
              <a:off x="2093527" y="2048149"/>
              <a:ext cx="52709" cy="191495"/>
            </a:xfrm>
            <a:custGeom>
              <a:avLst/>
              <a:gdLst/>
              <a:ahLst/>
              <a:cxnLst/>
              <a:rect l="l" t="t" r="r" b="b"/>
              <a:pathLst>
                <a:path w="1646" h="5980" extrusionOk="0">
                  <a:moveTo>
                    <a:pt x="0" y="0"/>
                  </a:moveTo>
                  <a:lnTo>
                    <a:pt x="36" y="4"/>
                  </a:lnTo>
                  <a:lnTo>
                    <a:pt x="36" y="4"/>
                  </a:lnTo>
                  <a:cubicBezTo>
                    <a:pt x="24" y="2"/>
                    <a:pt x="12" y="0"/>
                    <a:pt x="0" y="0"/>
                  </a:cubicBezTo>
                  <a:close/>
                  <a:moveTo>
                    <a:pt x="36" y="4"/>
                  </a:moveTo>
                  <a:cubicBezTo>
                    <a:pt x="117" y="24"/>
                    <a:pt x="198" y="105"/>
                    <a:pt x="279" y="186"/>
                  </a:cubicBezTo>
                  <a:lnTo>
                    <a:pt x="765" y="1159"/>
                  </a:lnTo>
                  <a:cubicBezTo>
                    <a:pt x="765" y="1344"/>
                    <a:pt x="765" y="1530"/>
                    <a:pt x="673" y="1646"/>
                  </a:cubicBezTo>
                  <a:lnTo>
                    <a:pt x="93" y="2503"/>
                  </a:lnTo>
                  <a:cubicBezTo>
                    <a:pt x="0" y="2596"/>
                    <a:pt x="0" y="2804"/>
                    <a:pt x="0" y="2897"/>
                  </a:cubicBezTo>
                  <a:lnTo>
                    <a:pt x="673" y="5122"/>
                  </a:lnTo>
                  <a:cubicBezTo>
                    <a:pt x="673" y="5400"/>
                    <a:pt x="580" y="5585"/>
                    <a:pt x="371" y="5701"/>
                  </a:cubicBezTo>
                  <a:lnTo>
                    <a:pt x="279" y="5794"/>
                  </a:lnTo>
                  <a:cubicBezTo>
                    <a:pt x="371" y="5979"/>
                    <a:pt x="580" y="5979"/>
                    <a:pt x="765" y="5979"/>
                  </a:cubicBezTo>
                  <a:lnTo>
                    <a:pt x="1252" y="5701"/>
                  </a:lnTo>
                  <a:cubicBezTo>
                    <a:pt x="1437" y="5585"/>
                    <a:pt x="1530" y="5400"/>
                    <a:pt x="1530" y="5215"/>
                  </a:cubicBezTo>
                  <a:lnTo>
                    <a:pt x="858" y="2897"/>
                  </a:lnTo>
                  <a:cubicBezTo>
                    <a:pt x="765" y="2804"/>
                    <a:pt x="858" y="2688"/>
                    <a:pt x="858" y="2596"/>
                  </a:cubicBezTo>
                  <a:lnTo>
                    <a:pt x="1530" y="1738"/>
                  </a:lnTo>
                  <a:cubicBezTo>
                    <a:pt x="1646" y="1530"/>
                    <a:pt x="1646" y="1437"/>
                    <a:pt x="1530" y="1252"/>
                  </a:cubicBezTo>
                  <a:lnTo>
                    <a:pt x="1159" y="278"/>
                  </a:lnTo>
                  <a:cubicBezTo>
                    <a:pt x="1067" y="186"/>
                    <a:pt x="858" y="93"/>
                    <a:pt x="765" y="93"/>
                  </a:cubicBezTo>
                  <a:lnTo>
                    <a:pt x="36" y="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0" name="Google Shape;5080;p98">
              <a:extLst>
                <a:ext uri="{FF2B5EF4-FFF2-40B4-BE49-F238E27FC236}">
                  <a16:creationId xmlns:a16="http://schemas.microsoft.com/office/drawing/2014/main" id="{1D2F96B1-17FD-BB47-08EB-5EF33B902978}"/>
                </a:ext>
              </a:extLst>
            </p:cNvPr>
            <p:cNvSpPr/>
            <p:nvPr/>
          </p:nvSpPr>
          <p:spPr>
            <a:xfrm>
              <a:off x="2093527" y="1908627"/>
              <a:ext cx="46048" cy="91776"/>
            </a:xfrm>
            <a:custGeom>
              <a:avLst/>
              <a:gdLst/>
              <a:ahLst/>
              <a:cxnLst/>
              <a:rect l="l" t="t" r="r" b="b"/>
              <a:pathLst>
                <a:path w="1438" h="2866" extrusionOk="0">
                  <a:moveTo>
                    <a:pt x="1345" y="0"/>
                  </a:moveTo>
                  <a:cubicBezTo>
                    <a:pt x="1067" y="93"/>
                    <a:pt x="765" y="93"/>
                    <a:pt x="487" y="209"/>
                  </a:cubicBezTo>
                  <a:lnTo>
                    <a:pt x="580" y="209"/>
                  </a:lnTo>
                  <a:cubicBezTo>
                    <a:pt x="580" y="394"/>
                    <a:pt x="580" y="487"/>
                    <a:pt x="487" y="580"/>
                  </a:cubicBezTo>
                  <a:lnTo>
                    <a:pt x="93" y="1066"/>
                  </a:lnTo>
                  <a:cubicBezTo>
                    <a:pt x="93" y="1159"/>
                    <a:pt x="0" y="1252"/>
                    <a:pt x="93" y="1460"/>
                  </a:cubicBezTo>
                  <a:lnTo>
                    <a:pt x="279" y="2132"/>
                  </a:lnTo>
                  <a:cubicBezTo>
                    <a:pt x="371" y="2318"/>
                    <a:pt x="279" y="2526"/>
                    <a:pt x="93" y="2619"/>
                  </a:cubicBezTo>
                  <a:lnTo>
                    <a:pt x="93" y="2712"/>
                  </a:lnTo>
                  <a:cubicBezTo>
                    <a:pt x="147" y="2820"/>
                    <a:pt x="273" y="2865"/>
                    <a:pt x="406" y="2865"/>
                  </a:cubicBezTo>
                  <a:cubicBezTo>
                    <a:pt x="499" y="2865"/>
                    <a:pt x="596" y="2843"/>
                    <a:pt x="673" y="2804"/>
                  </a:cubicBezTo>
                  <a:lnTo>
                    <a:pt x="858" y="2712"/>
                  </a:lnTo>
                  <a:cubicBezTo>
                    <a:pt x="1067" y="2619"/>
                    <a:pt x="1159" y="2410"/>
                    <a:pt x="1159" y="2225"/>
                  </a:cubicBezTo>
                  <a:lnTo>
                    <a:pt x="951" y="1460"/>
                  </a:lnTo>
                  <a:cubicBezTo>
                    <a:pt x="858" y="1368"/>
                    <a:pt x="858" y="1159"/>
                    <a:pt x="951" y="1066"/>
                  </a:cubicBezTo>
                  <a:lnTo>
                    <a:pt x="1345" y="672"/>
                  </a:lnTo>
                  <a:cubicBezTo>
                    <a:pt x="1437" y="580"/>
                    <a:pt x="1437" y="394"/>
                    <a:pt x="1437" y="302"/>
                  </a:cubicBezTo>
                  <a:lnTo>
                    <a:pt x="134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1" name="Google Shape;5081;p98">
            <a:extLst>
              <a:ext uri="{FF2B5EF4-FFF2-40B4-BE49-F238E27FC236}">
                <a16:creationId xmlns:a16="http://schemas.microsoft.com/office/drawing/2014/main" id="{9C555205-D5F9-4A44-9266-57642EBABF52}"/>
              </a:ext>
            </a:extLst>
          </p:cNvPr>
          <p:cNvGrpSpPr/>
          <p:nvPr/>
        </p:nvGrpSpPr>
        <p:grpSpPr>
          <a:xfrm>
            <a:off x="6170014" y="1068743"/>
            <a:ext cx="457922" cy="436371"/>
            <a:chOff x="2894282" y="2560958"/>
            <a:chExt cx="457922" cy="436371"/>
          </a:xfrm>
        </p:grpSpPr>
        <p:sp>
          <p:nvSpPr>
            <p:cNvPr id="5082" name="Google Shape;5082;p98">
              <a:extLst>
                <a:ext uri="{FF2B5EF4-FFF2-40B4-BE49-F238E27FC236}">
                  <a16:creationId xmlns:a16="http://schemas.microsoft.com/office/drawing/2014/main" id="{025D59D8-2196-6275-AF95-52C278D18F74}"/>
                </a:ext>
              </a:extLst>
            </p:cNvPr>
            <p:cNvSpPr/>
            <p:nvPr/>
          </p:nvSpPr>
          <p:spPr>
            <a:xfrm>
              <a:off x="3305419" y="2743518"/>
              <a:ext cx="46785" cy="40092"/>
            </a:xfrm>
            <a:custGeom>
              <a:avLst/>
              <a:gdLst/>
              <a:ahLst/>
              <a:cxnLst/>
              <a:rect l="l" t="t" r="r" b="b"/>
              <a:pathLst>
                <a:path w="1461" h="1252" extrusionOk="0">
                  <a:moveTo>
                    <a:pt x="580" y="0"/>
                  </a:moveTo>
                  <a:lnTo>
                    <a:pt x="1" y="1252"/>
                  </a:lnTo>
                  <a:lnTo>
                    <a:pt x="1461" y="881"/>
                  </a:lnTo>
                  <a:lnTo>
                    <a:pt x="1461" y="394"/>
                  </a:lnTo>
                  <a:cubicBezTo>
                    <a:pt x="1461" y="209"/>
                    <a:pt x="1252" y="0"/>
                    <a:pt x="9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3" name="Google Shape;5083;p98">
              <a:extLst>
                <a:ext uri="{FF2B5EF4-FFF2-40B4-BE49-F238E27FC236}">
                  <a16:creationId xmlns:a16="http://schemas.microsoft.com/office/drawing/2014/main" id="{9BAA03EC-9CF6-8F48-19BC-A71111A91653}"/>
                </a:ext>
              </a:extLst>
            </p:cNvPr>
            <p:cNvSpPr/>
            <p:nvPr/>
          </p:nvSpPr>
          <p:spPr>
            <a:xfrm>
              <a:off x="3249764" y="2650749"/>
              <a:ext cx="43070" cy="55687"/>
            </a:xfrm>
            <a:custGeom>
              <a:avLst/>
              <a:gdLst/>
              <a:ahLst/>
              <a:cxnLst/>
              <a:rect l="l" t="t" r="r" b="b"/>
              <a:pathLst>
                <a:path w="1345" h="1739" extrusionOk="0">
                  <a:moveTo>
                    <a:pt x="487" y="0"/>
                  </a:moveTo>
                  <a:lnTo>
                    <a:pt x="0" y="1738"/>
                  </a:lnTo>
                  <a:lnTo>
                    <a:pt x="1345" y="1368"/>
                  </a:lnTo>
                  <a:lnTo>
                    <a:pt x="1345" y="487"/>
                  </a:lnTo>
                  <a:cubicBezTo>
                    <a:pt x="1345" y="302"/>
                    <a:pt x="1159" y="0"/>
                    <a:pt x="9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4" name="Google Shape;5084;p98">
              <a:extLst>
                <a:ext uri="{FF2B5EF4-FFF2-40B4-BE49-F238E27FC236}">
                  <a16:creationId xmlns:a16="http://schemas.microsoft.com/office/drawing/2014/main" id="{300B81AD-F14F-BF6E-9640-33000255D2E6}"/>
                </a:ext>
              </a:extLst>
            </p:cNvPr>
            <p:cNvSpPr/>
            <p:nvPr/>
          </p:nvSpPr>
          <p:spPr>
            <a:xfrm>
              <a:off x="2952915" y="2669290"/>
              <a:ext cx="346612" cy="253842"/>
            </a:xfrm>
            <a:custGeom>
              <a:avLst/>
              <a:gdLst/>
              <a:ahLst/>
              <a:cxnLst/>
              <a:rect l="l" t="t" r="r" b="b"/>
              <a:pathLst>
                <a:path w="10824" h="7927" extrusionOk="0">
                  <a:moveTo>
                    <a:pt x="5516" y="1"/>
                  </a:moveTo>
                  <a:lnTo>
                    <a:pt x="0" y="93"/>
                  </a:lnTo>
                  <a:lnTo>
                    <a:pt x="0" y="7046"/>
                  </a:lnTo>
                  <a:cubicBezTo>
                    <a:pt x="0" y="7532"/>
                    <a:pt x="394" y="7926"/>
                    <a:pt x="881" y="7926"/>
                  </a:cubicBezTo>
                  <a:lnTo>
                    <a:pt x="9850" y="7926"/>
                  </a:lnTo>
                  <a:cubicBezTo>
                    <a:pt x="10336" y="7926"/>
                    <a:pt x="10823" y="7532"/>
                    <a:pt x="10823" y="7046"/>
                  </a:cubicBezTo>
                  <a:lnTo>
                    <a:pt x="10823" y="1646"/>
                  </a:lnTo>
                  <a:cubicBezTo>
                    <a:pt x="10823" y="1159"/>
                    <a:pt x="10336" y="789"/>
                    <a:pt x="9850" y="789"/>
                  </a:cubicBezTo>
                  <a:lnTo>
                    <a:pt x="9757" y="789"/>
                  </a:lnTo>
                  <a:lnTo>
                    <a:pt x="551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5" name="Google Shape;5085;p98">
              <a:extLst>
                <a:ext uri="{FF2B5EF4-FFF2-40B4-BE49-F238E27FC236}">
                  <a16:creationId xmlns:a16="http://schemas.microsoft.com/office/drawing/2014/main" id="{AA9A8440-2F6F-DE0B-1EF2-2362FC321961}"/>
                </a:ext>
              </a:extLst>
            </p:cNvPr>
            <p:cNvSpPr/>
            <p:nvPr/>
          </p:nvSpPr>
          <p:spPr>
            <a:xfrm>
              <a:off x="3265359" y="2694524"/>
              <a:ext cx="58633" cy="228609"/>
            </a:xfrm>
            <a:custGeom>
              <a:avLst/>
              <a:gdLst/>
              <a:ahLst/>
              <a:cxnLst/>
              <a:rect l="l" t="t" r="r" b="b"/>
              <a:pathLst>
                <a:path w="1831" h="7139" extrusionOk="0">
                  <a:moveTo>
                    <a:pt x="0" y="1"/>
                  </a:moveTo>
                  <a:cubicBezTo>
                    <a:pt x="579" y="1"/>
                    <a:pt x="973" y="371"/>
                    <a:pt x="973" y="858"/>
                  </a:cubicBezTo>
                  <a:lnTo>
                    <a:pt x="973" y="6258"/>
                  </a:lnTo>
                  <a:cubicBezTo>
                    <a:pt x="973" y="6744"/>
                    <a:pt x="579" y="7138"/>
                    <a:pt x="0" y="7138"/>
                  </a:cubicBezTo>
                  <a:lnTo>
                    <a:pt x="858" y="7138"/>
                  </a:lnTo>
                  <a:cubicBezTo>
                    <a:pt x="1344" y="7138"/>
                    <a:pt x="1831" y="6744"/>
                    <a:pt x="1831" y="6258"/>
                  </a:cubicBezTo>
                  <a:lnTo>
                    <a:pt x="1831" y="858"/>
                  </a:lnTo>
                  <a:cubicBezTo>
                    <a:pt x="1831" y="371"/>
                    <a:pt x="1344" y="1"/>
                    <a:pt x="8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6" name="Google Shape;5086;p98">
              <a:extLst>
                <a:ext uri="{FF2B5EF4-FFF2-40B4-BE49-F238E27FC236}">
                  <a16:creationId xmlns:a16="http://schemas.microsoft.com/office/drawing/2014/main" id="{E5994797-3E15-47A9-DCBE-667DAE39D6AF}"/>
                </a:ext>
              </a:extLst>
            </p:cNvPr>
            <p:cNvSpPr/>
            <p:nvPr/>
          </p:nvSpPr>
          <p:spPr>
            <a:xfrm>
              <a:off x="2952915" y="2650749"/>
              <a:ext cx="52709" cy="43807"/>
            </a:xfrm>
            <a:custGeom>
              <a:avLst/>
              <a:gdLst/>
              <a:ahLst/>
              <a:cxnLst/>
              <a:rect l="l" t="t" r="r" b="b"/>
              <a:pathLst>
                <a:path w="1646" h="1368" extrusionOk="0">
                  <a:moveTo>
                    <a:pt x="580" y="0"/>
                  </a:moveTo>
                  <a:cubicBezTo>
                    <a:pt x="302" y="0"/>
                    <a:pt x="0" y="394"/>
                    <a:pt x="0" y="672"/>
                  </a:cubicBezTo>
                  <a:cubicBezTo>
                    <a:pt x="0" y="1066"/>
                    <a:pt x="302" y="1368"/>
                    <a:pt x="580" y="1368"/>
                  </a:cubicBezTo>
                  <a:lnTo>
                    <a:pt x="1646" y="1368"/>
                  </a:lnTo>
                  <a:lnTo>
                    <a:pt x="16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7" name="Google Shape;5087;p98">
              <a:extLst>
                <a:ext uri="{FF2B5EF4-FFF2-40B4-BE49-F238E27FC236}">
                  <a16:creationId xmlns:a16="http://schemas.microsoft.com/office/drawing/2014/main" id="{0076BA5F-8825-F436-6F88-7C504CE11ECF}"/>
                </a:ext>
              </a:extLst>
            </p:cNvPr>
            <p:cNvSpPr/>
            <p:nvPr/>
          </p:nvSpPr>
          <p:spPr>
            <a:xfrm>
              <a:off x="3237147" y="2771698"/>
              <a:ext cx="86845" cy="86141"/>
            </a:xfrm>
            <a:custGeom>
              <a:avLst/>
              <a:gdLst/>
              <a:ahLst/>
              <a:cxnLst/>
              <a:rect l="l" t="t" r="r" b="b"/>
              <a:pathLst>
                <a:path w="2712" h="2690" extrusionOk="0">
                  <a:moveTo>
                    <a:pt x="487" y="1"/>
                  </a:moveTo>
                  <a:cubicBezTo>
                    <a:pt x="209" y="1"/>
                    <a:pt x="0" y="186"/>
                    <a:pt x="0" y="487"/>
                  </a:cubicBezTo>
                  <a:lnTo>
                    <a:pt x="0" y="2226"/>
                  </a:lnTo>
                  <a:cubicBezTo>
                    <a:pt x="0" y="2411"/>
                    <a:pt x="209" y="2689"/>
                    <a:pt x="487" y="2689"/>
                  </a:cubicBezTo>
                  <a:lnTo>
                    <a:pt x="2318" y="2689"/>
                  </a:lnTo>
                  <a:cubicBezTo>
                    <a:pt x="2527" y="2689"/>
                    <a:pt x="2712" y="2411"/>
                    <a:pt x="2712" y="2226"/>
                  </a:cubicBezTo>
                  <a:lnTo>
                    <a:pt x="271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8" name="Google Shape;5088;p98">
              <a:extLst>
                <a:ext uri="{FF2B5EF4-FFF2-40B4-BE49-F238E27FC236}">
                  <a16:creationId xmlns:a16="http://schemas.microsoft.com/office/drawing/2014/main" id="{EB8CB95C-FB83-970A-4CDD-44661987A415}"/>
                </a:ext>
              </a:extLst>
            </p:cNvPr>
            <p:cNvSpPr/>
            <p:nvPr/>
          </p:nvSpPr>
          <p:spPr>
            <a:xfrm>
              <a:off x="3308397" y="2771698"/>
              <a:ext cx="43807" cy="86141"/>
            </a:xfrm>
            <a:custGeom>
              <a:avLst/>
              <a:gdLst/>
              <a:ahLst/>
              <a:cxnLst/>
              <a:rect l="l" t="t" r="r" b="b"/>
              <a:pathLst>
                <a:path w="1368" h="2690" extrusionOk="0">
                  <a:moveTo>
                    <a:pt x="487" y="1"/>
                  </a:moveTo>
                  <a:lnTo>
                    <a:pt x="487" y="2226"/>
                  </a:lnTo>
                  <a:cubicBezTo>
                    <a:pt x="487" y="2411"/>
                    <a:pt x="302" y="2689"/>
                    <a:pt x="0" y="2689"/>
                  </a:cubicBezTo>
                  <a:lnTo>
                    <a:pt x="881" y="2689"/>
                  </a:lnTo>
                  <a:cubicBezTo>
                    <a:pt x="1159" y="2689"/>
                    <a:pt x="1368" y="2411"/>
                    <a:pt x="1368" y="2226"/>
                  </a:cubicBezTo>
                  <a:lnTo>
                    <a:pt x="1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9" name="Google Shape;5089;p98">
              <a:extLst>
                <a:ext uri="{FF2B5EF4-FFF2-40B4-BE49-F238E27FC236}">
                  <a16:creationId xmlns:a16="http://schemas.microsoft.com/office/drawing/2014/main" id="{7FE076E3-18D4-CCCE-45CA-E96854D6B2F2}"/>
                </a:ext>
              </a:extLst>
            </p:cNvPr>
            <p:cNvSpPr/>
            <p:nvPr/>
          </p:nvSpPr>
          <p:spPr>
            <a:xfrm>
              <a:off x="3265359" y="2799173"/>
              <a:ext cx="27475" cy="28212"/>
            </a:xfrm>
            <a:custGeom>
              <a:avLst/>
              <a:gdLst/>
              <a:ahLst/>
              <a:cxnLst/>
              <a:rect l="l" t="t" r="r" b="b"/>
              <a:pathLst>
                <a:path w="858" h="881" extrusionOk="0">
                  <a:moveTo>
                    <a:pt x="487" y="0"/>
                  </a:moveTo>
                  <a:cubicBezTo>
                    <a:pt x="186" y="0"/>
                    <a:pt x="0" y="209"/>
                    <a:pt x="0" y="487"/>
                  </a:cubicBezTo>
                  <a:cubicBezTo>
                    <a:pt x="0" y="672"/>
                    <a:pt x="186" y="881"/>
                    <a:pt x="487" y="881"/>
                  </a:cubicBezTo>
                  <a:cubicBezTo>
                    <a:pt x="672" y="881"/>
                    <a:pt x="858" y="672"/>
                    <a:pt x="858" y="487"/>
                  </a:cubicBezTo>
                  <a:cubicBezTo>
                    <a:pt x="858" y="209"/>
                    <a:pt x="672" y="0"/>
                    <a:pt x="4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0" name="Google Shape;5090;p98">
              <a:extLst>
                <a:ext uri="{FF2B5EF4-FFF2-40B4-BE49-F238E27FC236}">
                  <a16:creationId xmlns:a16="http://schemas.microsoft.com/office/drawing/2014/main" id="{A239FA29-C601-2565-96F0-19BBE2139F8B}"/>
                </a:ext>
              </a:extLst>
            </p:cNvPr>
            <p:cNvSpPr/>
            <p:nvPr/>
          </p:nvSpPr>
          <p:spPr>
            <a:xfrm>
              <a:off x="3215628" y="2595094"/>
              <a:ext cx="49763" cy="99462"/>
            </a:xfrm>
            <a:custGeom>
              <a:avLst/>
              <a:gdLst/>
              <a:ahLst/>
              <a:cxnLst/>
              <a:rect l="l" t="t" r="r" b="b"/>
              <a:pathLst>
                <a:path w="1554" h="3106" extrusionOk="0">
                  <a:moveTo>
                    <a:pt x="209" y="0"/>
                  </a:moveTo>
                  <a:lnTo>
                    <a:pt x="0" y="3106"/>
                  </a:lnTo>
                  <a:lnTo>
                    <a:pt x="1553" y="3106"/>
                  </a:lnTo>
                  <a:lnTo>
                    <a:pt x="1553" y="301"/>
                  </a:lnTo>
                  <a:cubicBezTo>
                    <a:pt x="1553" y="93"/>
                    <a:pt x="1460" y="0"/>
                    <a:pt x="125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1" name="Google Shape;5091;p98">
              <a:extLst>
                <a:ext uri="{FF2B5EF4-FFF2-40B4-BE49-F238E27FC236}">
                  <a16:creationId xmlns:a16="http://schemas.microsoft.com/office/drawing/2014/main" id="{36C30478-A3C7-6760-DCC9-84366572A7A5}"/>
                </a:ext>
              </a:extLst>
            </p:cNvPr>
            <p:cNvSpPr/>
            <p:nvPr/>
          </p:nvSpPr>
          <p:spPr>
            <a:xfrm>
              <a:off x="3005592" y="2560958"/>
              <a:ext cx="216728" cy="133598"/>
            </a:xfrm>
            <a:custGeom>
              <a:avLst/>
              <a:gdLst/>
              <a:ahLst/>
              <a:cxnLst/>
              <a:rect l="l" t="t" r="r" b="b"/>
              <a:pathLst>
                <a:path w="6768" h="4172" extrusionOk="0">
                  <a:moveTo>
                    <a:pt x="279" y="0"/>
                  </a:moveTo>
                  <a:cubicBezTo>
                    <a:pt x="186" y="0"/>
                    <a:pt x="1" y="116"/>
                    <a:pt x="1" y="301"/>
                  </a:cubicBezTo>
                  <a:lnTo>
                    <a:pt x="1" y="4172"/>
                  </a:lnTo>
                  <a:lnTo>
                    <a:pt x="858" y="4172"/>
                  </a:lnTo>
                  <a:lnTo>
                    <a:pt x="3384" y="3685"/>
                  </a:lnTo>
                  <a:lnTo>
                    <a:pt x="5887" y="4172"/>
                  </a:lnTo>
                  <a:lnTo>
                    <a:pt x="6768" y="4172"/>
                  </a:lnTo>
                  <a:lnTo>
                    <a:pt x="6768" y="301"/>
                  </a:lnTo>
                  <a:cubicBezTo>
                    <a:pt x="6768" y="116"/>
                    <a:pt x="6652" y="0"/>
                    <a:pt x="64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2" name="Google Shape;5092;p98">
              <a:extLst>
                <a:ext uri="{FF2B5EF4-FFF2-40B4-BE49-F238E27FC236}">
                  <a16:creationId xmlns:a16="http://schemas.microsoft.com/office/drawing/2014/main" id="{1DB14DD3-968C-A7C4-6C00-CB401108A470}"/>
                </a:ext>
              </a:extLst>
            </p:cNvPr>
            <p:cNvSpPr/>
            <p:nvPr/>
          </p:nvSpPr>
          <p:spPr>
            <a:xfrm>
              <a:off x="2912823" y="2759081"/>
              <a:ext cx="77238" cy="37146"/>
            </a:xfrm>
            <a:custGeom>
              <a:avLst/>
              <a:gdLst/>
              <a:ahLst/>
              <a:cxnLst/>
              <a:rect l="l" t="t" r="r" b="b"/>
              <a:pathLst>
                <a:path w="2412" h="1160" extrusionOk="0">
                  <a:moveTo>
                    <a:pt x="1252" y="1"/>
                  </a:moveTo>
                  <a:cubicBezTo>
                    <a:pt x="974" y="1"/>
                    <a:pt x="766" y="1"/>
                    <a:pt x="488" y="94"/>
                  </a:cubicBezTo>
                  <a:cubicBezTo>
                    <a:pt x="395" y="302"/>
                    <a:pt x="94" y="580"/>
                    <a:pt x="1" y="766"/>
                  </a:cubicBezTo>
                  <a:cubicBezTo>
                    <a:pt x="1" y="974"/>
                    <a:pt x="186" y="1067"/>
                    <a:pt x="186" y="1160"/>
                  </a:cubicBezTo>
                  <a:cubicBezTo>
                    <a:pt x="488" y="974"/>
                    <a:pt x="858" y="881"/>
                    <a:pt x="1252" y="881"/>
                  </a:cubicBezTo>
                  <a:cubicBezTo>
                    <a:pt x="1438" y="881"/>
                    <a:pt x="1739" y="881"/>
                    <a:pt x="1924" y="974"/>
                  </a:cubicBezTo>
                  <a:cubicBezTo>
                    <a:pt x="2017" y="1067"/>
                    <a:pt x="2133" y="1067"/>
                    <a:pt x="2226" y="1160"/>
                  </a:cubicBezTo>
                  <a:cubicBezTo>
                    <a:pt x="2226" y="1067"/>
                    <a:pt x="2411" y="881"/>
                    <a:pt x="2411" y="766"/>
                  </a:cubicBezTo>
                  <a:cubicBezTo>
                    <a:pt x="2411" y="580"/>
                    <a:pt x="2017" y="302"/>
                    <a:pt x="1924" y="94"/>
                  </a:cubicBezTo>
                  <a:cubicBezTo>
                    <a:pt x="1739" y="1"/>
                    <a:pt x="1438" y="1"/>
                    <a:pt x="12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3" name="Google Shape;5093;p98">
              <a:extLst>
                <a:ext uri="{FF2B5EF4-FFF2-40B4-BE49-F238E27FC236}">
                  <a16:creationId xmlns:a16="http://schemas.microsoft.com/office/drawing/2014/main" id="{FD267A92-1489-982D-1C23-FFFA63536310}"/>
                </a:ext>
              </a:extLst>
            </p:cNvPr>
            <p:cNvSpPr/>
            <p:nvPr/>
          </p:nvSpPr>
          <p:spPr>
            <a:xfrm>
              <a:off x="2894282" y="2762059"/>
              <a:ext cx="114320" cy="235269"/>
            </a:xfrm>
            <a:custGeom>
              <a:avLst/>
              <a:gdLst/>
              <a:ahLst/>
              <a:cxnLst/>
              <a:rect l="l" t="t" r="r" b="b"/>
              <a:pathLst>
                <a:path w="3570" h="7347" extrusionOk="0">
                  <a:moveTo>
                    <a:pt x="1067" y="1"/>
                  </a:moveTo>
                  <a:lnTo>
                    <a:pt x="1067" y="1"/>
                  </a:lnTo>
                  <a:cubicBezTo>
                    <a:pt x="858" y="93"/>
                    <a:pt x="673" y="209"/>
                    <a:pt x="580" y="394"/>
                  </a:cubicBezTo>
                  <a:cubicBezTo>
                    <a:pt x="186" y="673"/>
                    <a:pt x="1" y="1159"/>
                    <a:pt x="1" y="1646"/>
                  </a:cubicBezTo>
                  <a:cubicBezTo>
                    <a:pt x="93" y="3477"/>
                    <a:pt x="2411" y="6582"/>
                    <a:pt x="2990" y="7347"/>
                  </a:cubicBezTo>
                  <a:cubicBezTo>
                    <a:pt x="2990" y="7347"/>
                    <a:pt x="3083" y="7347"/>
                    <a:pt x="3083" y="7254"/>
                  </a:cubicBezTo>
                  <a:lnTo>
                    <a:pt x="3569" y="6188"/>
                  </a:lnTo>
                  <a:lnTo>
                    <a:pt x="1831" y="3477"/>
                  </a:lnTo>
                  <a:lnTo>
                    <a:pt x="1159" y="2527"/>
                  </a:lnTo>
                  <a:cubicBezTo>
                    <a:pt x="1159" y="2527"/>
                    <a:pt x="394" y="1159"/>
                    <a:pt x="10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4" name="Google Shape;5094;p98">
              <a:extLst>
                <a:ext uri="{FF2B5EF4-FFF2-40B4-BE49-F238E27FC236}">
                  <a16:creationId xmlns:a16="http://schemas.microsoft.com/office/drawing/2014/main" id="{DF5215AE-4AC5-54C8-127D-7B31CFE131C8}"/>
                </a:ext>
              </a:extLst>
            </p:cNvPr>
            <p:cNvSpPr/>
            <p:nvPr/>
          </p:nvSpPr>
          <p:spPr>
            <a:xfrm>
              <a:off x="2897260" y="2762059"/>
              <a:ext cx="98725" cy="222652"/>
            </a:xfrm>
            <a:custGeom>
              <a:avLst/>
              <a:gdLst/>
              <a:ahLst/>
              <a:cxnLst/>
              <a:rect l="l" t="t" r="r" b="b"/>
              <a:pathLst>
                <a:path w="3083" h="6953" extrusionOk="0">
                  <a:moveTo>
                    <a:pt x="2410" y="1"/>
                  </a:moveTo>
                  <a:lnTo>
                    <a:pt x="2410" y="1"/>
                  </a:lnTo>
                  <a:cubicBezTo>
                    <a:pt x="2619" y="394"/>
                    <a:pt x="2712" y="788"/>
                    <a:pt x="2712" y="1067"/>
                  </a:cubicBezTo>
                  <a:cubicBezTo>
                    <a:pt x="2712" y="1831"/>
                    <a:pt x="2318" y="2527"/>
                    <a:pt x="2318" y="2527"/>
                  </a:cubicBezTo>
                  <a:lnTo>
                    <a:pt x="1738" y="3477"/>
                  </a:lnTo>
                  <a:lnTo>
                    <a:pt x="0" y="6188"/>
                  </a:lnTo>
                  <a:lnTo>
                    <a:pt x="93" y="6675"/>
                  </a:lnTo>
                  <a:lnTo>
                    <a:pt x="487" y="6953"/>
                  </a:lnTo>
                  <a:cubicBezTo>
                    <a:pt x="974" y="6466"/>
                    <a:pt x="3083" y="3291"/>
                    <a:pt x="3083" y="1368"/>
                  </a:cubicBezTo>
                  <a:cubicBezTo>
                    <a:pt x="3083" y="1368"/>
                    <a:pt x="2619" y="93"/>
                    <a:pt x="24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5" name="Google Shape;5095;p98">
              <a:extLst>
                <a:ext uri="{FF2B5EF4-FFF2-40B4-BE49-F238E27FC236}">
                  <a16:creationId xmlns:a16="http://schemas.microsoft.com/office/drawing/2014/main" id="{091F8E1E-EE04-5CCB-0B96-D3BB20E111F1}"/>
                </a:ext>
              </a:extLst>
            </p:cNvPr>
            <p:cNvSpPr/>
            <p:nvPr/>
          </p:nvSpPr>
          <p:spPr>
            <a:xfrm>
              <a:off x="2900206" y="2762059"/>
              <a:ext cx="108396" cy="235269"/>
            </a:xfrm>
            <a:custGeom>
              <a:avLst/>
              <a:gdLst/>
              <a:ahLst/>
              <a:cxnLst/>
              <a:rect l="l" t="t" r="r" b="b"/>
              <a:pathLst>
                <a:path w="3385" h="7347" extrusionOk="0">
                  <a:moveTo>
                    <a:pt x="2318" y="1"/>
                  </a:moveTo>
                  <a:lnTo>
                    <a:pt x="2318" y="1"/>
                  </a:lnTo>
                  <a:cubicBezTo>
                    <a:pt x="2527" y="394"/>
                    <a:pt x="2620" y="788"/>
                    <a:pt x="2620" y="1067"/>
                  </a:cubicBezTo>
                  <a:cubicBezTo>
                    <a:pt x="2620" y="1368"/>
                    <a:pt x="2620" y="1646"/>
                    <a:pt x="2527" y="1831"/>
                  </a:cubicBezTo>
                  <a:cubicBezTo>
                    <a:pt x="2411" y="3291"/>
                    <a:pt x="882" y="5516"/>
                    <a:pt x="1" y="6675"/>
                  </a:cubicBezTo>
                  <a:lnTo>
                    <a:pt x="302" y="7254"/>
                  </a:lnTo>
                  <a:cubicBezTo>
                    <a:pt x="302" y="7347"/>
                    <a:pt x="395" y="7347"/>
                    <a:pt x="395" y="7347"/>
                  </a:cubicBezTo>
                  <a:cubicBezTo>
                    <a:pt x="974" y="6582"/>
                    <a:pt x="3384" y="3477"/>
                    <a:pt x="3384" y="1646"/>
                  </a:cubicBezTo>
                  <a:cubicBezTo>
                    <a:pt x="3384" y="1159"/>
                    <a:pt x="3199" y="673"/>
                    <a:pt x="2898" y="394"/>
                  </a:cubicBezTo>
                  <a:cubicBezTo>
                    <a:pt x="2712" y="209"/>
                    <a:pt x="2527" y="93"/>
                    <a:pt x="23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6" name="Google Shape;5096;p98">
              <a:extLst>
                <a:ext uri="{FF2B5EF4-FFF2-40B4-BE49-F238E27FC236}">
                  <a16:creationId xmlns:a16="http://schemas.microsoft.com/office/drawing/2014/main" id="{417CF750-96AA-A77D-F6BE-DD327AEA3805}"/>
                </a:ext>
              </a:extLst>
            </p:cNvPr>
            <p:cNvSpPr/>
            <p:nvPr/>
          </p:nvSpPr>
          <p:spPr>
            <a:xfrm>
              <a:off x="3033067" y="2589138"/>
              <a:ext cx="161073" cy="105418"/>
            </a:xfrm>
            <a:custGeom>
              <a:avLst/>
              <a:gdLst/>
              <a:ahLst/>
              <a:cxnLst/>
              <a:rect l="l" t="t" r="r" b="b"/>
              <a:pathLst>
                <a:path w="5030" h="3292" extrusionOk="0">
                  <a:moveTo>
                    <a:pt x="1159" y="1"/>
                  </a:moveTo>
                  <a:cubicBezTo>
                    <a:pt x="1159" y="1"/>
                    <a:pt x="1066" y="1"/>
                    <a:pt x="1066" y="93"/>
                  </a:cubicBezTo>
                  <a:lnTo>
                    <a:pt x="1066" y="279"/>
                  </a:lnTo>
                  <a:cubicBezTo>
                    <a:pt x="1066" y="673"/>
                    <a:pt x="788" y="974"/>
                    <a:pt x="394" y="974"/>
                  </a:cubicBezTo>
                  <a:lnTo>
                    <a:pt x="116" y="974"/>
                  </a:lnTo>
                  <a:lnTo>
                    <a:pt x="0" y="1067"/>
                  </a:lnTo>
                  <a:lnTo>
                    <a:pt x="0" y="3292"/>
                  </a:lnTo>
                  <a:lnTo>
                    <a:pt x="1368" y="3292"/>
                  </a:lnTo>
                  <a:lnTo>
                    <a:pt x="2526" y="2805"/>
                  </a:lnTo>
                  <a:lnTo>
                    <a:pt x="3778" y="3292"/>
                  </a:lnTo>
                  <a:lnTo>
                    <a:pt x="5029" y="3292"/>
                  </a:lnTo>
                  <a:lnTo>
                    <a:pt x="5029" y="1067"/>
                  </a:lnTo>
                  <a:cubicBezTo>
                    <a:pt x="5029" y="1067"/>
                    <a:pt x="5029" y="974"/>
                    <a:pt x="4937" y="974"/>
                  </a:cubicBezTo>
                  <a:lnTo>
                    <a:pt x="4751" y="974"/>
                  </a:lnTo>
                  <a:cubicBezTo>
                    <a:pt x="4357" y="974"/>
                    <a:pt x="4056" y="673"/>
                    <a:pt x="4056" y="279"/>
                  </a:cubicBezTo>
                  <a:lnTo>
                    <a:pt x="4056" y="93"/>
                  </a:lnTo>
                  <a:cubicBezTo>
                    <a:pt x="4056" y="1"/>
                    <a:pt x="3963" y="1"/>
                    <a:pt x="396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7" name="Google Shape;5097;p98">
              <a:extLst>
                <a:ext uri="{FF2B5EF4-FFF2-40B4-BE49-F238E27FC236}">
                  <a16:creationId xmlns:a16="http://schemas.microsoft.com/office/drawing/2014/main" id="{C09903E8-29C1-06EB-A6A8-E4AF2C5EFF8C}"/>
                </a:ext>
              </a:extLst>
            </p:cNvPr>
            <p:cNvSpPr/>
            <p:nvPr/>
          </p:nvSpPr>
          <p:spPr>
            <a:xfrm>
              <a:off x="3076842" y="2653695"/>
              <a:ext cx="77206" cy="40861"/>
            </a:xfrm>
            <a:custGeom>
              <a:avLst/>
              <a:gdLst/>
              <a:ahLst/>
              <a:cxnLst/>
              <a:rect l="l" t="t" r="r" b="b"/>
              <a:pathLst>
                <a:path w="2411" h="1276" extrusionOk="0">
                  <a:moveTo>
                    <a:pt x="1159" y="1"/>
                  </a:moveTo>
                  <a:cubicBezTo>
                    <a:pt x="580" y="1"/>
                    <a:pt x="1" y="580"/>
                    <a:pt x="1" y="1276"/>
                  </a:cubicBezTo>
                  <a:lnTo>
                    <a:pt x="2411" y="1276"/>
                  </a:lnTo>
                  <a:cubicBezTo>
                    <a:pt x="2411" y="580"/>
                    <a:pt x="1831" y="1"/>
                    <a:pt x="1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98" name="Google Shape;5098;p98">
            <a:extLst>
              <a:ext uri="{FF2B5EF4-FFF2-40B4-BE49-F238E27FC236}">
                <a16:creationId xmlns:a16="http://schemas.microsoft.com/office/drawing/2014/main" id="{9AFD18B6-03F6-8F34-3DAD-CD8DA8804E43}"/>
              </a:ext>
            </a:extLst>
          </p:cNvPr>
          <p:cNvSpPr/>
          <p:nvPr/>
        </p:nvSpPr>
        <p:spPr>
          <a:xfrm>
            <a:off x="6242753" y="2839080"/>
            <a:ext cx="312444" cy="374055"/>
          </a:xfrm>
          <a:custGeom>
            <a:avLst/>
            <a:gdLst/>
            <a:ahLst/>
            <a:cxnLst/>
            <a:rect l="l" t="t" r="r" b="b"/>
            <a:pathLst>
              <a:path w="9757" h="11681" extrusionOk="0">
                <a:moveTo>
                  <a:pt x="5307" y="0"/>
                </a:moveTo>
                <a:lnTo>
                  <a:pt x="0" y="580"/>
                </a:lnTo>
                <a:lnTo>
                  <a:pt x="0" y="10823"/>
                </a:lnTo>
                <a:cubicBezTo>
                  <a:pt x="0" y="11310"/>
                  <a:pt x="394" y="11680"/>
                  <a:pt x="881" y="11680"/>
                </a:cubicBezTo>
                <a:lnTo>
                  <a:pt x="8876" y="11680"/>
                </a:lnTo>
                <a:cubicBezTo>
                  <a:pt x="9363" y="11680"/>
                  <a:pt x="9757" y="11310"/>
                  <a:pt x="9757" y="10823"/>
                </a:cubicBezTo>
                <a:lnTo>
                  <a:pt x="9757" y="580"/>
                </a:lnTo>
                <a:lnTo>
                  <a:pt x="530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9" name="Google Shape;5099;p98">
            <a:extLst>
              <a:ext uri="{FF2B5EF4-FFF2-40B4-BE49-F238E27FC236}">
                <a16:creationId xmlns:a16="http://schemas.microsoft.com/office/drawing/2014/main" id="{B16CF69E-E173-F9FD-6858-300C1C82BF12}"/>
              </a:ext>
            </a:extLst>
          </p:cNvPr>
          <p:cNvSpPr/>
          <p:nvPr/>
        </p:nvSpPr>
        <p:spPr>
          <a:xfrm>
            <a:off x="6361845" y="2839080"/>
            <a:ext cx="74260" cy="374055"/>
          </a:xfrm>
          <a:custGeom>
            <a:avLst/>
            <a:gdLst/>
            <a:ahLst/>
            <a:cxnLst/>
            <a:rect l="l" t="t" r="r" b="b"/>
            <a:pathLst>
              <a:path w="2319" h="11681" extrusionOk="0">
                <a:moveTo>
                  <a:pt x="1160" y="0"/>
                </a:moveTo>
                <a:lnTo>
                  <a:pt x="1" y="5215"/>
                </a:lnTo>
                <a:lnTo>
                  <a:pt x="1461" y="10730"/>
                </a:lnTo>
                <a:lnTo>
                  <a:pt x="1461" y="10823"/>
                </a:lnTo>
                <a:cubicBezTo>
                  <a:pt x="1461" y="11310"/>
                  <a:pt x="1067" y="11680"/>
                  <a:pt x="580" y="11680"/>
                </a:cubicBezTo>
                <a:lnTo>
                  <a:pt x="1461" y="11680"/>
                </a:lnTo>
                <a:cubicBezTo>
                  <a:pt x="1947" y="11680"/>
                  <a:pt x="2318" y="11310"/>
                  <a:pt x="2318" y="10823"/>
                </a:cubicBezTo>
                <a:lnTo>
                  <a:pt x="2318" y="580"/>
                </a:lnTo>
                <a:lnTo>
                  <a:pt x="116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0" name="Google Shape;5100;p98">
            <a:extLst>
              <a:ext uri="{FF2B5EF4-FFF2-40B4-BE49-F238E27FC236}">
                <a16:creationId xmlns:a16="http://schemas.microsoft.com/office/drawing/2014/main" id="{30B267C4-AE96-4F98-C66D-54283210CC64}"/>
              </a:ext>
            </a:extLst>
          </p:cNvPr>
          <p:cNvSpPr/>
          <p:nvPr/>
        </p:nvSpPr>
        <p:spPr>
          <a:xfrm>
            <a:off x="6256843" y="2839080"/>
            <a:ext cx="284264" cy="333963"/>
          </a:xfrm>
          <a:custGeom>
            <a:avLst/>
            <a:gdLst/>
            <a:ahLst/>
            <a:cxnLst/>
            <a:rect l="l" t="t" r="r" b="b"/>
            <a:pathLst>
              <a:path w="8877" h="10429" extrusionOk="0">
                <a:moveTo>
                  <a:pt x="4427" y="0"/>
                </a:moveTo>
                <a:lnTo>
                  <a:pt x="1" y="580"/>
                </a:lnTo>
                <a:lnTo>
                  <a:pt x="1" y="9942"/>
                </a:lnTo>
                <a:lnTo>
                  <a:pt x="4427" y="10429"/>
                </a:lnTo>
                <a:lnTo>
                  <a:pt x="8877" y="9942"/>
                </a:lnTo>
                <a:lnTo>
                  <a:pt x="8877" y="580"/>
                </a:lnTo>
                <a:lnTo>
                  <a:pt x="442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1" name="Google Shape;5101;p98">
            <a:extLst>
              <a:ext uri="{FF2B5EF4-FFF2-40B4-BE49-F238E27FC236}">
                <a16:creationId xmlns:a16="http://schemas.microsoft.com/office/drawing/2014/main" id="{5BBC9997-8C95-A0C4-BA26-EFC66093A3C9}"/>
              </a:ext>
            </a:extLst>
          </p:cNvPr>
          <p:cNvSpPr/>
          <p:nvPr/>
        </p:nvSpPr>
        <p:spPr>
          <a:xfrm>
            <a:off x="6256843" y="3157447"/>
            <a:ext cx="284264" cy="28212"/>
          </a:xfrm>
          <a:custGeom>
            <a:avLst/>
            <a:gdLst/>
            <a:ahLst/>
            <a:cxnLst/>
            <a:rect l="l" t="t" r="r" b="b"/>
            <a:pathLst>
              <a:path w="8877" h="881" extrusionOk="0">
                <a:moveTo>
                  <a:pt x="1" y="0"/>
                </a:moveTo>
                <a:lnTo>
                  <a:pt x="1" y="788"/>
                </a:lnTo>
                <a:cubicBezTo>
                  <a:pt x="1" y="881"/>
                  <a:pt x="93" y="881"/>
                  <a:pt x="186" y="881"/>
                </a:cubicBezTo>
                <a:lnTo>
                  <a:pt x="8691" y="881"/>
                </a:lnTo>
                <a:cubicBezTo>
                  <a:pt x="8784" y="881"/>
                  <a:pt x="8877" y="881"/>
                  <a:pt x="8877" y="788"/>
                </a:cubicBezTo>
                <a:lnTo>
                  <a:pt x="887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2" name="Google Shape;5102;p98">
            <a:extLst>
              <a:ext uri="{FF2B5EF4-FFF2-40B4-BE49-F238E27FC236}">
                <a16:creationId xmlns:a16="http://schemas.microsoft.com/office/drawing/2014/main" id="{FFC6E1F2-6F4A-A912-82D8-BC25509DB05B}"/>
              </a:ext>
            </a:extLst>
          </p:cNvPr>
          <p:cNvSpPr/>
          <p:nvPr/>
        </p:nvSpPr>
        <p:spPr>
          <a:xfrm>
            <a:off x="6360372" y="2721757"/>
            <a:ext cx="77206" cy="40092"/>
          </a:xfrm>
          <a:custGeom>
            <a:avLst/>
            <a:gdLst/>
            <a:ahLst/>
            <a:cxnLst/>
            <a:rect l="l" t="t" r="r" b="b"/>
            <a:pathLst>
              <a:path w="2411" h="1252" extrusionOk="0">
                <a:moveTo>
                  <a:pt x="1159" y="0"/>
                </a:moveTo>
                <a:cubicBezTo>
                  <a:pt x="974" y="0"/>
                  <a:pt x="673" y="93"/>
                  <a:pt x="487" y="186"/>
                </a:cubicBezTo>
                <a:cubicBezTo>
                  <a:pt x="395" y="371"/>
                  <a:pt x="93" y="672"/>
                  <a:pt x="1" y="858"/>
                </a:cubicBezTo>
                <a:cubicBezTo>
                  <a:pt x="1" y="1066"/>
                  <a:pt x="186" y="1066"/>
                  <a:pt x="186" y="1252"/>
                </a:cubicBezTo>
                <a:cubicBezTo>
                  <a:pt x="487" y="1066"/>
                  <a:pt x="765" y="950"/>
                  <a:pt x="1159" y="950"/>
                </a:cubicBezTo>
                <a:cubicBezTo>
                  <a:pt x="1461" y="950"/>
                  <a:pt x="1646" y="950"/>
                  <a:pt x="1832" y="1066"/>
                </a:cubicBezTo>
                <a:cubicBezTo>
                  <a:pt x="2040" y="1159"/>
                  <a:pt x="2133" y="1159"/>
                  <a:pt x="2226" y="1252"/>
                </a:cubicBezTo>
                <a:cubicBezTo>
                  <a:pt x="2226" y="1066"/>
                  <a:pt x="2411" y="950"/>
                  <a:pt x="2411" y="765"/>
                </a:cubicBezTo>
                <a:cubicBezTo>
                  <a:pt x="2318" y="580"/>
                  <a:pt x="2040" y="371"/>
                  <a:pt x="1832" y="186"/>
                </a:cubicBezTo>
                <a:cubicBezTo>
                  <a:pt x="1646" y="93"/>
                  <a:pt x="1461" y="0"/>
                  <a:pt x="115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3" name="Google Shape;5103;p98">
            <a:extLst>
              <a:ext uri="{FF2B5EF4-FFF2-40B4-BE49-F238E27FC236}">
                <a16:creationId xmlns:a16="http://schemas.microsoft.com/office/drawing/2014/main" id="{8A76889C-033D-BF80-BE29-6D9682E04528}"/>
              </a:ext>
            </a:extLst>
          </p:cNvPr>
          <p:cNvSpPr/>
          <p:nvPr/>
        </p:nvSpPr>
        <p:spPr>
          <a:xfrm>
            <a:off x="6343304" y="2891757"/>
            <a:ext cx="111342" cy="234533"/>
          </a:xfrm>
          <a:custGeom>
            <a:avLst/>
            <a:gdLst/>
            <a:ahLst/>
            <a:cxnLst/>
            <a:rect l="l" t="t" r="r" b="b"/>
            <a:pathLst>
              <a:path w="3477" h="7324" extrusionOk="0">
                <a:moveTo>
                  <a:pt x="1066" y="1"/>
                </a:moveTo>
                <a:cubicBezTo>
                  <a:pt x="881" y="93"/>
                  <a:pt x="672" y="186"/>
                  <a:pt x="487" y="395"/>
                </a:cubicBezTo>
                <a:cubicBezTo>
                  <a:pt x="186" y="673"/>
                  <a:pt x="0" y="1159"/>
                  <a:pt x="0" y="1646"/>
                </a:cubicBezTo>
                <a:cubicBezTo>
                  <a:pt x="0" y="3477"/>
                  <a:pt x="2318" y="6466"/>
                  <a:pt x="2897" y="7254"/>
                </a:cubicBezTo>
                <a:cubicBezTo>
                  <a:pt x="2944" y="7301"/>
                  <a:pt x="2990" y="7324"/>
                  <a:pt x="3025" y="7324"/>
                </a:cubicBezTo>
                <a:cubicBezTo>
                  <a:pt x="3059" y="7324"/>
                  <a:pt x="3083" y="7301"/>
                  <a:pt x="3083" y="7254"/>
                </a:cubicBezTo>
                <a:lnTo>
                  <a:pt x="3477" y="6188"/>
                </a:lnTo>
                <a:lnTo>
                  <a:pt x="3477" y="6096"/>
                </a:lnTo>
                <a:lnTo>
                  <a:pt x="1738" y="3477"/>
                </a:lnTo>
                <a:lnTo>
                  <a:pt x="1159" y="2504"/>
                </a:lnTo>
                <a:cubicBezTo>
                  <a:pt x="1159" y="2504"/>
                  <a:pt x="302" y="1159"/>
                  <a:pt x="106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4" name="Google Shape;5104;p98">
            <a:extLst>
              <a:ext uri="{FF2B5EF4-FFF2-40B4-BE49-F238E27FC236}">
                <a16:creationId xmlns:a16="http://schemas.microsoft.com/office/drawing/2014/main" id="{F82732FC-E5B1-E42D-2712-4DEF67DBFBDA}"/>
              </a:ext>
            </a:extLst>
          </p:cNvPr>
          <p:cNvSpPr/>
          <p:nvPr/>
        </p:nvSpPr>
        <p:spPr>
          <a:xfrm>
            <a:off x="6343304" y="2891757"/>
            <a:ext cx="111342" cy="234533"/>
          </a:xfrm>
          <a:custGeom>
            <a:avLst/>
            <a:gdLst/>
            <a:ahLst/>
            <a:cxnLst/>
            <a:rect l="l" t="t" r="r" b="b"/>
            <a:pathLst>
              <a:path w="3477" h="7324" extrusionOk="0">
                <a:moveTo>
                  <a:pt x="2411" y="1"/>
                </a:moveTo>
                <a:lnTo>
                  <a:pt x="2411" y="1"/>
                </a:lnTo>
                <a:cubicBezTo>
                  <a:pt x="2712" y="395"/>
                  <a:pt x="2805" y="673"/>
                  <a:pt x="2805" y="1067"/>
                </a:cubicBezTo>
                <a:cubicBezTo>
                  <a:pt x="2805" y="1831"/>
                  <a:pt x="2411" y="2504"/>
                  <a:pt x="2411" y="2504"/>
                </a:cubicBezTo>
                <a:lnTo>
                  <a:pt x="1738" y="3477"/>
                </a:lnTo>
                <a:lnTo>
                  <a:pt x="0" y="6096"/>
                </a:lnTo>
                <a:lnTo>
                  <a:pt x="0" y="6188"/>
                </a:lnTo>
                <a:lnTo>
                  <a:pt x="394" y="7254"/>
                </a:lnTo>
                <a:cubicBezTo>
                  <a:pt x="441" y="7301"/>
                  <a:pt x="487" y="7324"/>
                  <a:pt x="522" y="7324"/>
                </a:cubicBezTo>
                <a:cubicBezTo>
                  <a:pt x="557" y="7324"/>
                  <a:pt x="580" y="7301"/>
                  <a:pt x="580" y="7254"/>
                </a:cubicBezTo>
                <a:cubicBezTo>
                  <a:pt x="1159" y="6466"/>
                  <a:pt x="3477" y="3477"/>
                  <a:pt x="3477" y="1646"/>
                </a:cubicBezTo>
                <a:cubicBezTo>
                  <a:pt x="3477" y="1159"/>
                  <a:pt x="3291" y="673"/>
                  <a:pt x="2990" y="395"/>
                </a:cubicBezTo>
                <a:cubicBezTo>
                  <a:pt x="2897" y="186"/>
                  <a:pt x="2712" y="93"/>
                  <a:pt x="241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5" name="Google Shape;5105;p98">
            <a:extLst>
              <a:ext uri="{FF2B5EF4-FFF2-40B4-BE49-F238E27FC236}">
                <a16:creationId xmlns:a16="http://schemas.microsoft.com/office/drawing/2014/main" id="{4680D462-DB20-5F7F-9748-7ED2EE9471A0}"/>
              </a:ext>
            </a:extLst>
          </p:cNvPr>
          <p:cNvSpPr/>
          <p:nvPr/>
        </p:nvSpPr>
        <p:spPr>
          <a:xfrm>
            <a:off x="6241264" y="2622296"/>
            <a:ext cx="315422" cy="71282"/>
          </a:xfrm>
          <a:custGeom>
            <a:avLst/>
            <a:gdLst/>
            <a:ahLst/>
            <a:cxnLst/>
            <a:rect l="l" t="t" r="r" b="b"/>
            <a:pathLst>
              <a:path w="9850" h="2226" extrusionOk="0">
                <a:moveTo>
                  <a:pt x="881" y="1"/>
                </a:moveTo>
                <a:cubicBezTo>
                  <a:pt x="394" y="1"/>
                  <a:pt x="0" y="395"/>
                  <a:pt x="0" y="881"/>
                </a:cubicBezTo>
                <a:lnTo>
                  <a:pt x="0" y="2226"/>
                </a:lnTo>
                <a:lnTo>
                  <a:pt x="9849" y="2226"/>
                </a:lnTo>
                <a:lnTo>
                  <a:pt x="9849" y="881"/>
                </a:lnTo>
                <a:cubicBezTo>
                  <a:pt x="9849" y="395"/>
                  <a:pt x="9456" y="1"/>
                  <a:pt x="899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6" name="Google Shape;5106;p98">
            <a:extLst>
              <a:ext uri="{FF2B5EF4-FFF2-40B4-BE49-F238E27FC236}">
                <a16:creationId xmlns:a16="http://schemas.microsoft.com/office/drawing/2014/main" id="{5F9B835F-3A6E-9AF0-BCF8-D2CE3FB49FEC}"/>
              </a:ext>
            </a:extLst>
          </p:cNvPr>
          <p:cNvSpPr/>
          <p:nvPr/>
        </p:nvSpPr>
        <p:spPr>
          <a:xfrm>
            <a:off x="6371131" y="2622296"/>
            <a:ext cx="55687" cy="71282"/>
          </a:xfrm>
          <a:custGeom>
            <a:avLst/>
            <a:gdLst/>
            <a:ahLst/>
            <a:cxnLst/>
            <a:rect l="l" t="t" r="r" b="b"/>
            <a:pathLst>
              <a:path w="1739" h="2226" extrusionOk="0">
                <a:moveTo>
                  <a:pt x="0" y="1"/>
                </a:moveTo>
                <a:cubicBezTo>
                  <a:pt x="487" y="1"/>
                  <a:pt x="881" y="395"/>
                  <a:pt x="881" y="881"/>
                </a:cubicBezTo>
                <a:lnTo>
                  <a:pt x="881" y="2226"/>
                </a:lnTo>
                <a:lnTo>
                  <a:pt x="1738" y="2226"/>
                </a:lnTo>
                <a:lnTo>
                  <a:pt x="1738" y="881"/>
                </a:lnTo>
                <a:cubicBezTo>
                  <a:pt x="1738" y="395"/>
                  <a:pt x="1367" y="1"/>
                  <a:pt x="88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7" name="Google Shape;5107;p98">
            <a:extLst>
              <a:ext uri="{FF2B5EF4-FFF2-40B4-BE49-F238E27FC236}">
                <a16:creationId xmlns:a16="http://schemas.microsoft.com/office/drawing/2014/main" id="{B23E0AEE-416F-0028-0E22-BA4FEAE324F9}"/>
              </a:ext>
            </a:extLst>
          </p:cNvPr>
          <p:cNvSpPr/>
          <p:nvPr/>
        </p:nvSpPr>
        <p:spPr>
          <a:xfrm>
            <a:off x="6380402" y="2594852"/>
            <a:ext cx="37146" cy="71282"/>
          </a:xfrm>
          <a:custGeom>
            <a:avLst/>
            <a:gdLst/>
            <a:ahLst/>
            <a:cxnLst/>
            <a:rect l="l" t="t" r="r" b="b"/>
            <a:pathLst>
              <a:path w="1160" h="2226" extrusionOk="0">
                <a:moveTo>
                  <a:pt x="464" y="0"/>
                </a:moveTo>
                <a:cubicBezTo>
                  <a:pt x="186" y="0"/>
                  <a:pt x="0" y="186"/>
                  <a:pt x="0" y="394"/>
                </a:cubicBezTo>
                <a:lnTo>
                  <a:pt x="0" y="1831"/>
                </a:lnTo>
                <a:cubicBezTo>
                  <a:pt x="0" y="2017"/>
                  <a:pt x="186" y="2225"/>
                  <a:pt x="464" y="2225"/>
                </a:cubicBezTo>
                <a:lnTo>
                  <a:pt x="765" y="2225"/>
                </a:lnTo>
                <a:cubicBezTo>
                  <a:pt x="951" y="2225"/>
                  <a:pt x="1159" y="2017"/>
                  <a:pt x="1159" y="1831"/>
                </a:cubicBezTo>
                <a:lnTo>
                  <a:pt x="1159" y="394"/>
                </a:lnTo>
                <a:cubicBezTo>
                  <a:pt x="1159" y="186"/>
                  <a:pt x="951" y="0"/>
                  <a:pt x="7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8" name="Google Shape;5108;p98">
            <a:extLst>
              <a:ext uri="{FF2B5EF4-FFF2-40B4-BE49-F238E27FC236}">
                <a16:creationId xmlns:a16="http://schemas.microsoft.com/office/drawing/2014/main" id="{526310F3-445F-7D8C-F838-5821F32BA474}"/>
              </a:ext>
            </a:extLst>
          </p:cNvPr>
          <p:cNvSpPr/>
          <p:nvPr/>
        </p:nvSpPr>
        <p:spPr>
          <a:xfrm>
            <a:off x="6378913" y="2594852"/>
            <a:ext cx="40124" cy="71282"/>
          </a:xfrm>
          <a:custGeom>
            <a:avLst/>
            <a:gdLst/>
            <a:ahLst/>
            <a:cxnLst/>
            <a:rect l="l" t="t" r="r" b="b"/>
            <a:pathLst>
              <a:path w="1253" h="2226" extrusionOk="0">
                <a:moveTo>
                  <a:pt x="1" y="0"/>
                </a:moveTo>
                <a:cubicBezTo>
                  <a:pt x="279" y="0"/>
                  <a:pt x="487" y="186"/>
                  <a:pt x="487" y="394"/>
                </a:cubicBezTo>
                <a:lnTo>
                  <a:pt x="487" y="1831"/>
                </a:lnTo>
                <a:cubicBezTo>
                  <a:pt x="487" y="2017"/>
                  <a:pt x="279" y="2225"/>
                  <a:pt x="1" y="2225"/>
                </a:cubicBezTo>
                <a:lnTo>
                  <a:pt x="858" y="2225"/>
                </a:lnTo>
                <a:cubicBezTo>
                  <a:pt x="1067" y="2225"/>
                  <a:pt x="1252" y="2017"/>
                  <a:pt x="1252" y="1831"/>
                </a:cubicBezTo>
                <a:lnTo>
                  <a:pt x="1252" y="394"/>
                </a:lnTo>
                <a:cubicBezTo>
                  <a:pt x="1252" y="186"/>
                  <a:pt x="1067" y="0"/>
                  <a:pt x="85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9" name="Google Shape;5109;p98">
            <a:extLst>
              <a:ext uri="{FF2B5EF4-FFF2-40B4-BE49-F238E27FC236}">
                <a16:creationId xmlns:a16="http://schemas.microsoft.com/office/drawing/2014/main" id="{FC961326-A650-F135-122F-4EFFA9612A63}"/>
              </a:ext>
            </a:extLst>
          </p:cNvPr>
          <p:cNvSpPr/>
          <p:nvPr/>
        </p:nvSpPr>
        <p:spPr>
          <a:xfrm>
            <a:off x="6368169" y="2594852"/>
            <a:ext cx="61611" cy="71282"/>
          </a:xfrm>
          <a:custGeom>
            <a:avLst/>
            <a:gdLst/>
            <a:ahLst/>
            <a:cxnLst/>
            <a:rect l="l" t="t" r="r" b="b"/>
            <a:pathLst>
              <a:path w="1924" h="2226" extrusionOk="0">
                <a:moveTo>
                  <a:pt x="371" y="0"/>
                </a:moveTo>
                <a:cubicBezTo>
                  <a:pt x="186" y="0"/>
                  <a:pt x="0" y="186"/>
                  <a:pt x="0" y="394"/>
                </a:cubicBezTo>
                <a:lnTo>
                  <a:pt x="0" y="1831"/>
                </a:lnTo>
                <a:cubicBezTo>
                  <a:pt x="0" y="2017"/>
                  <a:pt x="186" y="2225"/>
                  <a:pt x="371" y="2225"/>
                </a:cubicBezTo>
                <a:lnTo>
                  <a:pt x="1437" y="2225"/>
                </a:lnTo>
                <a:cubicBezTo>
                  <a:pt x="1739" y="2225"/>
                  <a:pt x="1924" y="2017"/>
                  <a:pt x="1924" y="1831"/>
                </a:cubicBezTo>
                <a:lnTo>
                  <a:pt x="1924" y="394"/>
                </a:lnTo>
                <a:cubicBezTo>
                  <a:pt x="1924" y="186"/>
                  <a:pt x="1739" y="0"/>
                  <a:pt x="143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3" name="Google Shape;5123;p98">
            <a:extLst>
              <a:ext uri="{FF2B5EF4-FFF2-40B4-BE49-F238E27FC236}">
                <a16:creationId xmlns:a16="http://schemas.microsoft.com/office/drawing/2014/main" id="{6B75D4CE-DCAA-A13F-1AF4-E5CE5FB8DC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79094" y="1713871"/>
            <a:ext cx="2380722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Il </a:t>
            </a:r>
            <a:r>
              <a:rPr lang="en" dirty="0" err="1"/>
              <a:t>problema</a:t>
            </a:r>
            <a:endParaRPr dirty="0"/>
          </a:p>
        </p:txBody>
      </p:sp>
      <p:sp>
        <p:nvSpPr>
          <p:cNvPr id="5125" name="Google Shape;5125;p98">
            <a:extLst>
              <a:ext uri="{FF2B5EF4-FFF2-40B4-BE49-F238E27FC236}">
                <a16:creationId xmlns:a16="http://schemas.microsoft.com/office/drawing/2014/main" id="{5FF1CD9D-8119-A0AC-836C-C074F62DBCB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090524" y="1742654"/>
            <a:ext cx="2616900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 err="1"/>
              <a:t>Explainable</a:t>
            </a:r>
            <a:r>
              <a:rPr lang="it-IT" dirty="0"/>
              <a:t> AI</a:t>
            </a:r>
            <a:endParaRPr dirty="0"/>
          </a:p>
        </p:txBody>
      </p:sp>
      <p:sp>
        <p:nvSpPr>
          <p:cNvPr id="5127" name="Google Shape;5127;p98">
            <a:extLst>
              <a:ext uri="{FF2B5EF4-FFF2-40B4-BE49-F238E27FC236}">
                <a16:creationId xmlns:a16="http://schemas.microsoft.com/office/drawing/2014/main" id="{5536042C-85FE-EA6C-78C1-508F942D8309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1328750" y="3392825"/>
            <a:ext cx="3024247" cy="116731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Clinical </a:t>
            </a:r>
            <a:r>
              <a:rPr lang="it-IT" dirty="0" err="1"/>
              <a:t>Decision</a:t>
            </a:r>
            <a:r>
              <a:rPr lang="it-IT" dirty="0"/>
              <a:t> Support</a:t>
            </a:r>
            <a:endParaRPr dirty="0"/>
          </a:p>
        </p:txBody>
      </p:sp>
      <p:sp>
        <p:nvSpPr>
          <p:cNvPr id="5131" name="Google Shape;5131;p98">
            <a:extLst>
              <a:ext uri="{FF2B5EF4-FFF2-40B4-BE49-F238E27FC236}">
                <a16:creationId xmlns:a16="http://schemas.microsoft.com/office/drawing/2014/main" id="{1B7BD98C-82F7-5784-FADA-9109077B74B4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4714707" y="3591897"/>
            <a:ext cx="3328411" cy="3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 err="1"/>
              <a:t>Medical</a:t>
            </a:r>
            <a:r>
              <a:rPr lang="it-IT" dirty="0"/>
              <a:t> Imaging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3321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1" name="Google Shape;320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7450" y="1198425"/>
            <a:ext cx="2143799" cy="2146949"/>
          </a:xfrm>
          <a:prstGeom prst="rect">
            <a:avLst/>
          </a:prstGeom>
          <a:noFill/>
          <a:ln>
            <a:noFill/>
          </a:ln>
        </p:spPr>
      </p:pic>
      <p:sp>
        <p:nvSpPr>
          <p:cNvPr id="3202" name="Google Shape;3202;p69"/>
          <p:cNvSpPr txBox="1">
            <a:spLocks noGrp="1"/>
          </p:cNvSpPr>
          <p:nvPr>
            <p:ph type="title"/>
          </p:nvPr>
        </p:nvSpPr>
        <p:spPr>
          <a:xfrm>
            <a:off x="4572000" y="932501"/>
            <a:ext cx="3810000" cy="268764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 dirty="0">
                <a:solidFill>
                  <a:schemeClr val="lt2"/>
                </a:solidFill>
              </a:rPr>
              <a:t>LA PIPELINE DI VISIONE</a:t>
            </a:r>
            <a:br>
              <a:rPr lang="it-IT" sz="3200" dirty="0">
                <a:solidFill>
                  <a:schemeClr val="lt2"/>
                </a:solidFill>
              </a:rPr>
            </a:br>
            <a:r>
              <a:rPr lang="it-IT" sz="3200" dirty="0">
                <a:solidFill>
                  <a:schemeClr val="lt2"/>
                </a:solidFill>
              </a:rPr>
              <a:t>-</a:t>
            </a:r>
            <a:br>
              <a:rPr lang="it-IT" sz="3200" dirty="0">
                <a:solidFill>
                  <a:schemeClr val="lt2"/>
                </a:solidFill>
              </a:rPr>
            </a:br>
            <a:r>
              <a:rPr lang="it-IT" sz="3200" dirty="0">
                <a:solidFill>
                  <a:schemeClr val="lt2"/>
                </a:solidFill>
              </a:rPr>
              <a:t>DAL PIXEL ALL'ANOMALIA</a:t>
            </a:r>
            <a:endParaRPr sz="3200" dirty="0">
              <a:solidFill>
                <a:schemeClr val="lt1"/>
              </a:solidFill>
            </a:endParaRPr>
          </a:p>
        </p:txBody>
      </p:sp>
      <p:sp>
        <p:nvSpPr>
          <p:cNvPr id="3204" name="Google Shape;3204;p69"/>
          <p:cNvSpPr/>
          <p:nvPr/>
        </p:nvSpPr>
        <p:spPr>
          <a:xfrm>
            <a:off x="2932900" y="1605450"/>
            <a:ext cx="1332900" cy="13329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5" name="Google Shape;3205;p69"/>
          <p:cNvSpPr txBox="1">
            <a:spLocks noGrp="1"/>
          </p:cNvSpPr>
          <p:nvPr>
            <p:ph type="title" idx="2"/>
          </p:nvPr>
        </p:nvSpPr>
        <p:spPr>
          <a:xfrm>
            <a:off x="2867525" y="1851000"/>
            <a:ext cx="1464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4" name="Google Shape;7896;p125">
            <a:extLst>
              <a:ext uri="{FF2B5EF4-FFF2-40B4-BE49-F238E27FC236}">
                <a16:creationId xmlns:a16="http://schemas.microsoft.com/office/drawing/2014/main" id="{D85ED2DA-9044-70C6-1BA8-3A93779363A9}"/>
              </a:ext>
            </a:extLst>
          </p:cNvPr>
          <p:cNvGrpSpPr/>
          <p:nvPr/>
        </p:nvGrpSpPr>
        <p:grpSpPr>
          <a:xfrm>
            <a:off x="116143" y="1851000"/>
            <a:ext cx="1906523" cy="1882802"/>
            <a:chOff x="5189150" y="906325"/>
            <a:chExt cx="836550" cy="729100"/>
          </a:xfrm>
        </p:grpSpPr>
        <p:sp>
          <p:nvSpPr>
            <p:cNvPr id="5" name="Google Shape;7897;p125">
              <a:extLst>
                <a:ext uri="{FF2B5EF4-FFF2-40B4-BE49-F238E27FC236}">
                  <a16:creationId xmlns:a16="http://schemas.microsoft.com/office/drawing/2014/main" id="{C4FF1253-B6C3-0D1F-36CE-E16142B7E8F7}"/>
                </a:ext>
              </a:extLst>
            </p:cNvPr>
            <p:cNvSpPr/>
            <p:nvPr/>
          </p:nvSpPr>
          <p:spPr>
            <a:xfrm>
              <a:off x="5539150" y="906325"/>
              <a:ext cx="165200" cy="322650"/>
            </a:xfrm>
            <a:custGeom>
              <a:avLst/>
              <a:gdLst/>
              <a:ahLst/>
              <a:cxnLst/>
              <a:rect l="l" t="t" r="r" b="b"/>
              <a:pathLst>
                <a:path w="6608" h="12906" extrusionOk="0">
                  <a:moveTo>
                    <a:pt x="3099" y="1"/>
                  </a:moveTo>
                  <a:cubicBezTo>
                    <a:pt x="3646" y="33"/>
                    <a:pt x="4167" y="87"/>
                    <a:pt x="4708" y="126"/>
                  </a:cubicBezTo>
                  <a:cubicBezTo>
                    <a:pt x="4661" y="1529"/>
                    <a:pt x="4478" y="2966"/>
                    <a:pt x="4412" y="4444"/>
                  </a:cubicBezTo>
                  <a:cubicBezTo>
                    <a:pt x="4385" y="5140"/>
                    <a:pt x="4292" y="5897"/>
                    <a:pt x="4292" y="6628"/>
                  </a:cubicBezTo>
                  <a:cubicBezTo>
                    <a:pt x="4292" y="7336"/>
                    <a:pt x="4237" y="8058"/>
                    <a:pt x="4455" y="8583"/>
                  </a:cubicBezTo>
                  <a:cubicBezTo>
                    <a:pt x="4688" y="9151"/>
                    <a:pt x="5151" y="9571"/>
                    <a:pt x="5516" y="9998"/>
                  </a:cubicBezTo>
                  <a:cubicBezTo>
                    <a:pt x="5901" y="10445"/>
                    <a:pt x="6247" y="10895"/>
                    <a:pt x="6608" y="11358"/>
                  </a:cubicBezTo>
                  <a:cubicBezTo>
                    <a:pt x="6200" y="11786"/>
                    <a:pt x="5827" y="12244"/>
                    <a:pt x="5454" y="12707"/>
                  </a:cubicBezTo>
                  <a:cubicBezTo>
                    <a:pt x="4964" y="12256"/>
                    <a:pt x="4649" y="11611"/>
                    <a:pt x="4097" y="11140"/>
                  </a:cubicBezTo>
                  <a:cubicBezTo>
                    <a:pt x="3759" y="10857"/>
                    <a:pt x="3397" y="10654"/>
                    <a:pt x="2904" y="10900"/>
                  </a:cubicBezTo>
                  <a:cubicBezTo>
                    <a:pt x="2317" y="11183"/>
                    <a:pt x="1811" y="11906"/>
                    <a:pt x="1357" y="12419"/>
                  </a:cubicBezTo>
                  <a:cubicBezTo>
                    <a:pt x="1256" y="12536"/>
                    <a:pt x="1120" y="12629"/>
                    <a:pt x="1042" y="12765"/>
                  </a:cubicBezTo>
                  <a:cubicBezTo>
                    <a:pt x="1019" y="12804"/>
                    <a:pt x="1093" y="12905"/>
                    <a:pt x="984" y="12843"/>
                  </a:cubicBezTo>
                  <a:cubicBezTo>
                    <a:pt x="825" y="12874"/>
                    <a:pt x="782" y="12653"/>
                    <a:pt x="720" y="12559"/>
                  </a:cubicBezTo>
                  <a:cubicBezTo>
                    <a:pt x="506" y="12213"/>
                    <a:pt x="222" y="11833"/>
                    <a:pt x="1" y="11487"/>
                  </a:cubicBezTo>
                  <a:cubicBezTo>
                    <a:pt x="491" y="10760"/>
                    <a:pt x="1042" y="10181"/>
                    <a:pt x="1563" y="9496"/>
                  </a:cubicBezTo>
                  <a:cubicBezTo>
                    <a:pt x="2096" y="8805"/>
                    <a:pt x="2290" y="7915"/>
                    <a:pt x="2394" y="6740"/>
                  </a:cubicBezTo>
                  <a:cubicBezTo>
                    <a:pt x="2593" y="4560"/>
                    <a:pt x="2706" y="2228"/>
                    <a:pt x="3040" y="83"/>
                  </a:cubicBezTo>
                  <a:cubicBezTo>
                    <a:pt x="3063" y="60"/>
                    <a:pt x="3060" y="9"/>
                    <a:pt x="30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7898;p125">
              <a:extLst>
                <a:ext uri="{FF2B5EF4-FFF2-40B4-BE49-F238E27FC236}">
                  <a16:creationId xmlns:a16="http://schemas.microsoft.com/office/drawing/2014/main" id="{CBF65FA0-050B-D679-37A1-D8C78D6E8D27}"/>
                </a:ext>
              </a:extLst>
            </p:cNvPr>
            <p:cNvSpPr/>
            <p:nvPr/>
          </p:nvSpPr>
          <p:spPr>
            <a:xfrm>
              <a:off x="5610975" y="933150"/>
              <a:ext cx="44500" cy="9175"/>
            </a:xfrm>
            <a:custGeom>
              <a:avLst/>
              <a:gdLst/>
              <a:ahLst/>
              <a:cxnLst/>
              <a:rect l="l" t="t" r="r" b="b"/>
              <a:pathLst>
                <a:path w="1780" h="367" extrusionOk="0">
                  <a:moveTo>
                    <a:pt x="0" y="1"/>
                  </a:moveTo>
                  <a:lnTo>
                    <a:pt x="0" y="366"/>
                  </a:lnTo>
                  <a:lnTo>
                    <a:pt x="1780" y="366"/>
                  </a:lnTo>
                  <a:lnTo>
                    <a:pt x="178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7899;p125">
              <a:extLst>
                <a:ext uri="{FF2B5EF4-FFF2-40B4-BE49-F238E27FC236}">
                  <a16:creationId xmlns:a16="http://schemas.microsoft.com/office/drawing/2014/main" id="{68FD9D67-935B-16C2-4A75-0CE9CA667CC9}"/>
                </a:ext>
              </a:extLst>
            </p:cNvPr>
            <p:cNvSpPr/>
            <p:nvPr/>
          </p:nvSpPr>
          <p:spPr>
            <a:xfrm>
              <a:off x="5605800" y="985725"/>
              <a:ext cx="45700" cy="6550"/>
            </a:xfrm>
            <a:custGeom>
              <a:avLst/>
              <a:gdLst/>
              <a:ahLst/>
              <a:cxnLst/>
              <a:rect l="l" t="t" r="r" b="b"/>
              <a:pathLst>
                <a:path w="1828" h="262" extrusionOk="0">
                  <a:moveTo>
                    <a:pt x="8" y="136"/>
                  </a:moveTo>
                  <a:cubicBezTo>
                    <a:pt x="5" y="160"/>
                    <a:pt x="5" y="183"/>
                    <a:pt x="1" y="206"/>
                  </a:cubicBezTo>
                  <a:lnTo>
                    <a:pt x="1" y="206"/>
                  </a:lnTo>
                  <a:cubicBezTo>
                    <a:pt x="5" y="183"/>
                    <a:pt x="5" y="160"/>
                    <a:pt x="8" y="136"/>
                  </a:cubicBezTo>
                  <a:close/>
                  <a:moveTo>
                    <a:pt x="1827" y="0"/>
                  </a:moveTo>
                  <a:cubicBezTo>
                    <a:pt x="1820" y="86"/>
                    <a:pt x="1812" y="176"/>
                    <a:pt x="1809" y="261"/>
                  </a:cubicBezTo>
                  <a:lnTo>
                    <a:pt x="1809" y="261"/>
                  </a:lnTo>
                  <a:cubicBezTo>
                    <a:pt x="1812" y="176"/>
                    <a:pt x="1820" y="90"/>
                    <a:pt x="18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7900;p125">
              <a:extLst>
                <a:ext uri="{FF2B5EF4-FFF2-40B4-BE49-F238E27FC236}">
                  <a16:creationId xmlns:a16="http://schemas.microsoft.com/office/drawing/2014/main" id="{4FD26EBD-9484-09CB-E89B-33693ABEFE98}"/>
                </a:ext>
              </a:extLst>
            </p:cNvPr>
            <p:cNvSpPr/>
            <p:nvPr/>
          </p:nvSpPr>
          <p:spPr>
            <a:xfrm>
              <a:off x="5605800" y="984450"/>
              <a:ext cx="45700" cy="7825"/>
            </a:xfrm>
            <a:custGeom>
              <a:avLst/>
              <a:gdLst/>
              <a:ahLst/>
              <a:cxnLst/>
              <a:rect l="l" t="t" r="r" b="b"/>
              <a:pathLst>
                <a:path w="1828" h="313" extrusionOk="0">
                  <a:moveTo>
                    <a:pt x="24" y="1"/>
                  </a:moveTo>
                  <a:cubicBezTo>
                    <a:pt x="20" y="63"/>
                    <a:pt x="13" y="126"/>
                    <a:pt x="8" y="187"/>
                  </a:cubicBezTo>
                  <a:cubicBezTo>
                    <a:pt x="5" y="211"/>
                    <a:pt x="5" y="234"/>
                    <a:pt x="1" y="257"/>
                  </a:cubicBezTo>
                  <a:cubicBezTo>
                    <a:pt x="603" y="273"/>
                    <a:pt x="1206" y="293"/>
                    <a:pt x="1809" y="312"/>
                  </a:cubicBezTo>
                  <a:cubicBezTo>
                    <a:pt x="1812" y="227"/>
                    <a:pt x="1820" y="137"/>
                    <a:pt x="1827" y="51"/>
                  </a:cubicBezTo>
                  <a:cubicBezTo>
                    <a:pt x="1653" y="47"/>
                    <a:pt x="1477" y="44"/>
                    <a:pt x="1307" y="36"/>
                  </a:cubicBezTo>
                  <a:cubicBezTo>
                    <a:pt x="880" y="24"/>
                    <a:pt x="451" y="13"/>
                    <a:pt x="2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901;p125">
              <a:extLst>
                <a:ext uri="{FF2B5EF4-FFF2-40B4-BE49-F238E27FC236}">
                  <a16:creationId xmlns:a16="http://schemas.microsoft.com/office/drawing/2014/main" id="{2214E0D4-8AE2-6FA7-0191-EAA110D4C5FC}"/>
                </a:ext>
              </a:extLst>
            </p:cNvPr>
            <p:cNvSpPr/>
            <p:nvPr/>
          </p:nvSpPr>
          <p:spPr>
            <a:xfrm>
              <a:off x="5602125" y="1027700"/>
              <a:ext cx="800" cy="10225"/>
            </a:xfrm>
            <a:custGeom>
              <a:avLst/>
              <a:gdLst/>
              <a:ahLst/>
              <a:cxnLst/>
              <a:rect l="l" t="t" r="r" b="b"/>
              <a:pathLst>
                <a:path w="32" h="409" extrusionOk="0">
                  <a:moveTo>
                    <a:pt x="31" y="0"/>
                  </a:moveTo>
                  <a:cubicBezTo>
                    <a:pt x="20" y="136"/>
                    <a:pt x="12" y="273"/>
                    <a:pt x="0" y="409"/>
                  </a:cubicBezTo>
                  <a:lnTo>
                    <a:pt x="0" y="409"/>
                  </a:lnTo>
                  <a:cubicBezTo>
                    <a:pt x="12" y="273"/>
                    <a:pt x="20" y="136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902;p125">
              <a:extLst>
                <a:ext uri="{FF2B5EF4-FFF2-40B4-BE49-F238E27FC236}">
                  <a16:creationId xmlns:a16="http://schemas.microsoft.com/office/drawing/2014/main" id="{58938DBB-F194-A7D9-F21A-7E0D9269C3A7}"/>
                </a:ext>
              </a:extLst>
            </p:cNvPr>
            <p:cNvSpPr/>
            <p:nvPr/>
          </p:nvSpPr>
          <p:spPr>
            <a:xfrm>
              <a:off x="5602125" y="1027700"/>
              <a:ext cx="46450" cy="14325"/>
            </a:xfrm>
            <a:custGeom>
              <a:avLst/>
              <a:gdLst/>
              <a:ahLst/>
              <a:cxnLst/>
              <a:rect l="l" t="t" r="r" b="b"/>
              <a:pathLst>
                <a:path w="1858" h="573" extrusionOk="0">
                  <a:moveTo>
                    <a:pt x="31" y="0"/>
                  </a:moveTo>
                  <a:cubicBezTo>
                    <a:pt x="20" y="136"/>
                    <a:pt x="12" y="273"/>
                    <a:pt x="0" y="409"/>
                  </a:cubicBezTo>
                  <a:cubicBezTo>
                    <a:pt x="611" y="463"/>
                    <a:pt x="1221" y="518"/>
                    <a:pt x="1831" y="572"/>
                  </a:cubicBezTo>
                  <a:cubicBezTo>
                    <a:pt x="1839" y="436"/>
                    <a:pt x="1850" y="303"/>
                    <a:pt x="1858" y="176"/>
                  </a:cubicBezTo>
                  <a:cubicBezTo>
                    <a:pt x="1703" y="160"/>
                    <a:pt x="1543" y="145"/>
                    <a:pt x="1388" y="129"/>
                  </a:cubicBezTo>
                  <a:cubicBezTo>
                    <a:pt x="941" y="86"/>
                    <a:pt x="490" y="43"/>
                    <a:pt x="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903;p125">
              <a:extLst>
                <a:ext uri="{FF2B5EF4-FFF2-40B4-BE49-F238E27FC236}">
                  <a16:creationId xmlns:a16="http://schemas.microsoft.com/office/drawing/2014/main" id="{234510C0-52F8-0FB7-BCFF-13C4A0EF95BF}"/>
                </a:ext>
              </a:extLst>
            </p:cNvPr>
            <p:cNvSpPr/>
            <p:nvPr/>
          </p:nvSpPr>
          <p:spPr>
            <a:xfrm>
              <a:off x="5597750" y="1076200"/>
              <a:ext cx="48625" cy="12350"/>
            </a:xfrm>
            <a:custGeom>
              <a:avLst/>
              <a:gdLst/>
              <a:ahLst/>
              <a:cxnLst/>
              <a:rect l="l" t="t" r="r" b="b"/>
              <a:pathLst>
                <a:path w="1945" h="494" extrusionOk="0">
                  <a:moveTo>
                    <a:pt x="1944" y="315"/>
                  </a:moveTo>
                  <a:cubicBezTo>
                    <a:pt x="1944" y="374"/>
                    <a:pt x="1944" y="431"/>
                    <a:pt x="1939" y="494"/>
                  </a:cubicBezTo>
                  <a:lnTo>
                    <a:pt x="1944" y="494"/>
                  </a:lnTo>
                  <a:lnTo>
                    <a:pt x="1944" y="315"/>
                  </a:lnTo>
                  <a:close/>
                  <a:moveTo>
                    <a:pt x="47" y="0"/>
                  </a:moveTo>
                  <a:cubicBezTo>
                    <a:pt x="32" y="148"/>
                    <a:pt x="16" y="291"/>
                    <a:pt x="0" y="428"/>
                  </a:cubicBezTo>
                  <a:lnTo>
                    <a:pt x="0" y="428"/>
                  </a:lnTo>
                  <a:cubicBezTo>
                    <a:pt x="20" y="291"/>
                    <a:pt x="32" y="148"/>
                    <a:pt x="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904;p125">
              <a:extLst>
                <a:ext uri="{FF2B5EF4-FFF2-40B4-BE49-F238E27FC236}">
                  <a16:creationId xmlns:a16="http://schemas.microsoft.com/office/drawing/2014/main" id="{2F39DBF7-74AB-094A-FC10-7571ED6BE894}"/>
                </a:ext>
              </a:extLst>
            </p:cNvPr>
            <p:cNvSpPr/>
            <p:nvPr/>
          </p:nvSpPr>
          <p:spPr>
            <a:xfrm>
              <a:off x="5597750" y="1076200"/>
              <a:ext cx="48625" cy="12350"/>
            </a:xfrm>
            <a:custGeom>
              <a:avLst/>
              <a:gdLst/>
              <a:ahLst/>
              <a:cxnLst/>
              <a:rect l="l" t="t" r="r" b="b"/>
              <a:pathLst>
                <a:path w="1945" h="494" extrusionOk="0">
                  <a:moveTo>
                    <a:pt x="47" y="0"/>
                  </a:moveTo>
                  <a:cubicBezTo>
                    <a:pt x="32" y="148"/>
                    <a:pt x="20" y="291"/>
                    <a:pt x="0" y="428"/>
                  </a:cubicBezTo>
                  <a:cubicBezTo>
                    <a:pt x="424" y="447"/>
                    <a:pt x="843" y="462"/>
                    <a:pt x="1259" y="474"/>
                  </a:cubicBezTo>
                  <a:cubicBezTo>
                    <a:pt x="1485" y="478"/>
                    <a:pt x="1715" y="486"/>
                    <a:pt x="1939" y="494"/>
                  </a:cubicBezTo>
                  <a:cubicBezTo>
                    <a:pt x="1944" y="431"/>
                    <a:pt x="1944" y="374"/>
                    <a:pt x="1944" y="315"/>
                  </a:cubicBezTo>
                  <a:lnTo>
                    <a:pt x="1944" y="101"/>
                  </a:lnTo>
                  <a:cubicBezTo>
                    <a:pt x="1310" y="66"/>
                    <a:pt x="676" y="31"/>
                    <a:pt x="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905;p125">
              <a:extLst>
                <a:ext uri="{FF2B5EF4-FFF2-40B4-BE49-F238E27FC236}">
                  <a16:creationId xmlns:a16="http://schemas.microsoft.com/office/drawing/2014/main" id="{689693C9-EF5B-87D4-2784-577573922D9E}"/>
                </a:ext>
              </a:extLst>
            </p:cNvPr>
            <p:cNvSpPr/>
            <p:nvPr/>
          </p:nvSpPr>
          <p:spPr>
            <a:xfrm>
              <a:off x="5587650" y="1118650"/>
              <a:ext cx="67150" cy="10500"/>
            </a:xfrm>
            <a:custGeom>
              <a:avLst/>
              <a:gdLst/>
              <a:ahLst/>
              <a:cxnLst/>
              <a:rect l="l" t="t" r="r" b="b"/>
              <a:pathLst>
                <a:path w="2686" h="420" extrusionOk="0">
                  <a:moveTo>
                    <a:pt x="2519" y="98"/>
                  </a:moveTo>
                  <a:cubicBezTo>
                    <a:pt x="2565" y="210"/>
                    <a:pt x="2620" y="315"/>
                    <a:pt x="2682" y="420"/>
                  </a:cubicBezTo>
                  <a:lnTo>
                    <a:pt x="2686" y="420"/>
                  </a:lnTo>
                  <a:cubicBezTo>
                    <a:pt x="2623" y="315"/>
                    <a:pt x="2565" y="210"/>
                    <a:pt x="2519" y="98"/>
                  </a:cubicBezTo>
                  <a:lnTo>
                    <a:pt x="2519" y="98"/>
                  </a:lnTo>
                  <a:close/>
                  <a:moveTo>
                    <a:pt x="140" y="0"/>
                  </a:moveTo>
                  <a:cubicBezTo>
                    <a:pt x="97" y="125"/>
                    <a:pt x="51" y="246"/>
                    <a:pt x="0" y="362"/>
                  </a:cubicBezTo>
                  <a:lnTo>
                    <a:pt x="0" y="362"/>
                  </a:lnTo>
                  <a:cubicBezTo>
                    <a:pt x="54" y="246"/>
                    <a:pt x="97" y="125"/>
                    <a:pt x="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906;p125">
              <a:extLst>
                <a:ext uri="{FF2B5EF4-FFF2-40B4-BE49-F238E27FC236}">
                  <a16:creationId xmlns:a16="http://schemas.microsoft.com/office/drawing/2014/main" id="{CF369CAC-8E3C-48C9-599D-99033F0B4FF2}"/>
                </a:ext>
              </a:extLst>
            </p:cNvPr>
            <p:cNvSpPr/>
            <p:nvPr/>
          </p:nvSpPr>
          <p:spPr>
            <a:xfrm>
              <a:off x="5587650" y="1118650"/>
              <a:ext cx="67075" cy="10500"/>
            </a:xfrm>
            <a:custGeom>
              <a:avLst/>
              <a:gdLst/>
              <a:ahLst/>
              <a:cxnLst/>
              <a:rect l="l" t="t" r="r" b="b"/>
              <a:pathLst>
                <a:path w="2683" h="420" extrusionOk="0">
                  <a:moveTo>
                    <a:pt x="140" y="0"/>
                  </a:moveTo>
                  <a:cubicBezTo>
                    <a:pt x="97" y="125"/>
                    <a:pt x="54" y="246"/>
                    <a:pt x="0" y="362"/>
                  </a:cubicBezTo>
                  <a:cubicBezTo>
                    <a:pt x="902" y="385"/>
                    <a:pt x="1796" y="405"/>
                    <a:pt x="2682" y="420"/>
                  </a:cubicBezTo>
                  <a:cubicBezTo>
                    <a:pt x="2620" y="315"/>
                    <a:pt x="2565" y="210"/>
                    <a:pt x="2519" y="98"/>
                  </a:cubicBezTo>
                  <a:cubicBezTo>
                    <a:pt x="1885" y="70"/>
                    <a:pt x="1247" y="47"/>
                    <a:pt x="614" y="20"/>
                  </a:cubicBezTo>
                  <a:cubicBezTo>
                    <a:pt x="454" y="16"/>
                    <a:pt x="300" y="9"/>
                    <a:pt x="1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907;p125">
              <a:extLst>
                <a:ext uri="{FF2B5EF4-FFF2-40B4-BE49-F238E27FC236}">
                  <a16:creationId xmlns:a16="http://schemas.microsoft.com/office/drawing/2014/main" id="{D492BBF4-44C3-AC3E-1B3B-68CED9537235}"/>
                </a:ext>
              </a:extLst>
            </p:cNvPr>
            <p:cNvSpPr/>
            <p:nvPr/>
          </p:nvSpPr>
          <p:spPr>
            <a:xfrm>
              <a:off x="5565100" y="1157125"/>
              <a:ext cx="2450" cy="3050"/>
            </a:xfrm>
            <a:custGeom>
              <a:avLst/>
              <a:gdLst/>
              <a:ahLst/>
              <a:cxnLst/>
              <a:rect l="l" t="t" r="r" b="b"/>
              <a:pathLst>
                <a:path w="98" h="122" extrusionOk="0">
                  <a:moveTo>
                    <a:pt x="97" y="0"/>
                  </a:moveTo>
                  <a:cubicBezTo>
                    <a:pt x="66" y="43"/>
                    <a:pt x="32" y="82"/>
                    <a:pt x="0" y="122"/>
                  </a:cubicBezTo>
                  <a:cubicBezTo>
                    <a:pt x="32" y="82"/>
                    <a:pt x="66" y="43"/>
                    <a:pt x="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908;p125">
              <a:extLst>
                <a:ext uri="{FF2B5EF4-FFF2-40B4-BE49-F238E27FC236}">
                  <a16:creationId xmlns:a16="http://schemas.microsoft.com/office/drawing/2014/main" id="{6B8E378D-B9FB-9C52-BECD-AE52F8706B98}"/>
                </a:ext>
              </a:extLst>
            </p:cNvPr>
            <p:cNvSpPr/>
            <p:nvPr/>
          </p:nvSpPr>
          <p:spPr>
            <a:xfrm>
              <a:off x="5559950" y="1155950"/>
              <a:ext cx="127600" cy="12975"/>
            </a:xfrm>
            <a:custGeom>
              <a:avLst/>
              <a:gdLst/>
              <a:ahLst/>
              <a:cxnLst/>
              <a:rect l="l" t="t" r="r" b="b"/>
              <a:pathLst>
                <a:path w="5104" h="519" extrusionOk="0">
                  <a:moveTo>
                    <a:pt x="346" y="1"/>
                  </a:moveTo>
                  <a:cubicBezTo>
                    <a:pt x="331" y="17"/>
                    <a:pt x="319" y="32"/>
                    <a:pt x="303" y="47"/>
                  </a:cubicBezTo>
                  <a:cubicBezTo>
                    <a:pt x="272" y="90"/>
                    <a:pt x="238" y="129"/>
                    <a:pt x="206" y="169"/>
                  </a:cubicBezTo>
                  <a:cubicBezTo>
                    <a:pt x="136" y="250"/>
                    <a:pt x="66" y="336"/>
                    <a:pt x="0" y="417"/>
                  </a:cubicBezTo>
                  <a:cubicBezTo>
                    <a:pt x="1699" y="467"/>
                    <a:pt x="3417" y="503"/>
                    <a:pt x="5103" y="518"/>
                  </a:cubicBezTo>
                  <a:cubicBezTo>
                    <a:pt x="5006" y="402"/>
                    <a:pt x="4913" y="285"/>
                    <a:pt x="4812" y="169"/>
                  </a:cubicBezTo>
                  <a:cubicBezTo>
                    <a:pt x="3840" y="122"/>
                    <a:pt x="2865" y="86"/>
                    <a:pt x="1901" y="47"/>
                  </a:cubicBezTo>
                  <a:cubicBezTo>
                    <a:pt x="1376" y="29"/>
                    <a:pt x="859" y="13"/>
                    <a:pt x="3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909;p125">
              <a:extLst>
                <a:ext uri="{FF2B5EF4-FFF2-40B4-BE49-F238E27FC236}">
                  <a16:creationId xmlns:a16="http://schemas.microsoft.com/office/drawing/2014/main" id="{007F6977-64B3-CF5D-CC4B-FE2DB208E98A}"/>
                </a:ext>
              </a:extLst>
            </p:cNvPr>
            <p:cNvSpPr/>
            <p:nvPr/>
          </p:nvSpPr>
          <p:spPr>
            <a:xfrm>
              <a:off x="5657600" y="1202700"/>
              <a:ext cx="33550" cy="9950"/>
            </a:xfrm>
            <a:custGeom>
              <a:avLst/>
              <a:gdLst/>
              <a:ahLst/>
              <a:cxnLst/>
              <a:rect l="l" t="t" r="r" b="b"/>
              <a:pathLst>
                <a:path w="1342" h="398" extrusionOk="0">
                  <a:moveTo>
                    <a:pt x="1341" y="94"/>
                  </a:moveTo>
                  <a:cubicBezTo>
                    <a:pt x="1256" y="191"/>
                    <a:pt x="1170" y="292"/>
                    <a:pt x="1089" y="397"/>
                  </a:cubicBezTo>
                  <a:lnTo>
                    <a:pt x="1089" y="397"/>
                  </a:lnTo>
                  <a:cubicBezTo>
                    <a:pt x="1174" y="292"/>
                    <a:pt x="1256" y="191"/>
                    <a:pt x="1341" y="94"/>
                  </a:cubicBezTo>
                  <a:lnTo>
                    <a:pt x="1341" y="94"/>
                  </a:lnTo>
                  <a:close/>
                  <a:moveTo>
                    <a:pt x="1" y="1"/>
                  </a:moveTo>
                  <a:cubicBezTo>
                    <a:pt x="40" y="48"/>
                    <a:pt x="74" y="94"/>
                    <a:pt x="110" y="141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910;p125">
              <a:extLst>
                <a:ext uri="{FF2B5EF4-FFF2-40B4-BE49-F238E27FC236}">
                  <a16:creationId xmlns:a16="http://schemas.microsoft.com/office/drawing/2014/main" id="{18522E89-5E03-5990-1661-68D142958BBD}"/>
                </a:ext>
              </a:extLst>
            </p:cNvPr>
            <p:cNvSpPr/>
            <p:nvPr/>
          </p:nvSpPr>
          <p:spPr>
            <a:xfrm>
              <a:off x="5657700" y="1202700"/>
              <a:ext cx="33450" cy="9950"/>
            </a:xfrm>
            <a:custGeom>
              <a:avLst/>
              <a:gdLst/>
              <a:ahLst/>
              <a:cxnLst/>
              <a:rect l="l" t="t" r="r" b="b"/>
              <a:pathLst>
                <a:path w="1338" h="398" extrusionOk="0">
                  <a:moveTo>
                    <a:pt x="0" y="1"/>
                  </a:moveTo>
                  <a:lnTo>
                    <a:pt x="106" y="141"/>
                  </a:lnTo>
                  <a:cubicBezTo>
                    <a:pt x="160" y="215"/>
                    <a:pt x="214" y="285"/>
                    <a:pt x="269" y="354"/>
                  </a:cubicBezTo>
                  <a:cubicBezTo>
                    <a:pt x="540" y="366"/>
                    <a:pt x="813" y="382"/>
                    <a:pt x="1085" y="397"/>
                  </a:cubicBezTo>
                  <a:cubicBezTo>
                    <a:pt x="1166" y="292"/>
                    <a:pt x="1252" y="191"/>
                    <a:pt x="1337" y="94"/>
                  </a:cubicBezTo>
                  <a:cubicBezTo>
                    <a:pt x="894" y="59"/>
                    <a:pt x="447" y="28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911;p125">
              <a:extLst>
                <a:ext uri="{FF2B5EF4-FFF2-40B4-BE49-F238E27FC236}">
                  <a16:creationId xmlns:a16="http://schemas.microsoft.com/office/drawing/2014/main" id="{C9065DB5-3F74-A7BC-21E8-DD3B88803B8D}"/>
                </a:ext>
              </a:extLst>
            </p:cNvPr>
            <p:cNvSpPr/>
            <p:nvPr/>
          </p:nvSpPr>
          <p:spPr>
            <a:xfrm>
              <a:off x="5581325" y="1198625"/>
              <a:ext cx="7200" cy="8475"/>
            </a:xfrm>
            <a:custGeom>
              <a:avLst/>
              <a:gdLst/>
              <a:ahLst/>
              <a:cxnLst/>
              <a:rect l="l" t="t" r="r" b="b"/>
              <a:pathLst>
                <a:path w="288" h="339" extrusionOk="0">
                  <a:moveTo>
                    <a:pt x="288" y="1"/>
                  </a:moveTo>
                  <a:cubicBezTo>
                    <a:pt x="191" y="113"/>
                    <a:pt x="94" y="226"/>
                    <a:pt x="0" y="338"/>
                  </a:cubicBezTo>
                  <a:cubicBezTo>
                    <a:pt x="94" y="226"/>
                    <a:pt x="191" y="113"/>
                    <a:pt x="2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912;p125">
              <a:extLst>
                <a:ext uri="{FF2B5EF4-FFF2-40B4-BE49-F238E27FC236}">
                  <a16:creationId xmlns:a16="http://schemas.microsoft.com/office/drawing/2014/main" id="{EB309484-77E6-23E6-8D33-993A4EB1A87A}"/>
                </a:ext>
              </a:extLst>
            </p:cNvPr>
            <p:cNvSpPr/>
            <p:nvPr/>
          </p:nvSpPr>
          <p:spPr>
            <a:xfrm>
              <a:off x="5541000" y="1196300"/>
              <a:ext cx="47525" cy="10900"/>
            </a:xfrm>
            <a:custGeom>
              <a:avLst/>
              <a:gdLst/>
              <a:ahLst/>
              <a:cxnLst/>
              <a:rect l="l" t="t" r="r" b="b"/>
              <a:pathLst>
                <a:path w="1901" h="436" extrusionOk="0">
                  <a:moveTo>
                    <a:pt x="1" y="0"/>
                  </a:moveTo>
                  <a:cubicBezTo>
                    <a:pt x="78" y="121"/>
                    <a:pt x="168" y="245"/>
                    <a:pt x="253" y="374"/>
                  </a:cubicBezTo>
                  <a:cubicBezTo>
                    <a:pt x="708" y="397"/>
                    <a:pt x="1163" y="416"/>
                    <a:pt x="1610" y="435"/>
                  </a:cubicBezTo>
                  <a:lnTo>
                    <a:pt x="1613" y="431"/>
                  </a:lnTo>
                  <a:cubicBezTo>
                    <a:pt x="1707" y="319"/>
                    <a:pt x="1804" y="206"/>
                    <a:pt x="1901" y="94"/>
                  </a:cubicBezTo>
                  <a:cubicBezTo>
                    <a:pt x="1267" y="58"/>
                    <a:pt x="630" y="24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7913;p125">
              <a:extLst>
                <a:ext uri="{FF2B5EF4-FFF2-40B4-BE49-F238E27FC236}">
                  <a16:creationId xmlns:a16="http://schemas.microsoft.com/office/drawing/2014/main" id="{7CC97263-A88F-6261-891C-4EE7CF2DBA67}"/>
                </a:ext>
              </a:extLst>
            </p:cNvPr>
            <p:cNvSpPr/>
            <p:nvPr/>
          </p:nvSpPr>
          <p:spPr>
            <a:xfrm>
              <a:off x="5189150" y="993100"/>
              <a:ext cx="378500" cy="613750"/>
            </a:xfrm>
            <a:custGeom>
              <a:avLst/>
              <a:gdLst/>
              <a:ahLst/>
              <a:cxnLst/>
              <a:rect l="l" t="t" r="r" b="b"/>
              <a:pathLst>
                <a:path w="15140" h="24550" extrusionOk="0">
                  <a:moveTo>
                    <a:pt x="11381" y="94"/>
                  </a:moveTo>
                  <a:cubicBezTo>
                    <a:pt x="11377" y="94"/>
                    <a:pt x="11396" y="67"/>
                    <a:pt x="11412" y="67"/>
                  </a:cubicBezTo>
                  <a:cubicBezTo>
                    <a:pt x="12182" y="1"/>
                    <a:pt x="12998" y="394"/>
                    <a:pt x="13546" y="763"/>
                  </a:cubicBezTo>
                  <a:cubicBezTo>
                    <a:pt x="14125" y="1151"/>
                    <a:pt x="14537" y="1660"/>
                    <a:pt x="14712" y="2317"/>
                  </a:cubicBezTo>
                  <a:cubicBezTo>
                    <a:pt x="14992" y="3375"/>
                    <a:pt x="14588" y="4910"/>
                    <a:pt x="14568" y="6286"/>
                  </a:cubicBezTo>
                  <a:cubicBezTo>
                    <a:pt x="14557" y="7067"/>
                    <a:pt x="14645" y="7592"/>
                    <a:pt x="14762" y="8128"/>
                  </a:cubicBezTo>
                  <a:cubicBezTo>
                    <a:pt x="14879" y="8676"/>
                    <a:pt x="15074" y="9185"/>
                    <a:pt x="15101" y="9842"/>
                  </a:cubicBezTo>
                  <a:cubicBezTo>
                    <a:pt x="15140" y="10918"/>
                    <a:pt x="14794" y="11878"/>
                    <a:pt x="14561" y="12834"/>
                  </a:cubicBezTo>
                  <a:cubicBezTo>
                    <a:pt x="14331" y="13767"/>
                    <a:pt x="14082" y="14700"/>
                    <a:pt x="13888" y="15680"/>
                  </a:cubicBezTo>
                  <a:cubicBezTo>
                    <a:pt x="13678" y="16752"/>
                    <a:pt x="13647" y="17810"/>
                    <a:pt x="13783" y="18801"/>
                  </a:cubicBezTo>
                  <a:cubicBezTo>
                    <a:pt x="13923" y="19854"/>
                    <a:pt x="14202" y="21262"/>
                    <a:pt x="13775" y="22171"/>
                  </a:cubicBezTo>
                  <a:cubicBezTo>
                    <a:pt x="13452" y="22844"/>
                    <a:pt x="12869" y="23364"/>
                    <a:pt x="12150" y="23551"/>
                  </a:cubicBezTo>
                  <a:cubicBezTo>
                    <a:pt x="11249" y="23791"/>
                    <a:pt x="10327" y="23578"/>
                    <a:pt x="9301" y="23621"/>
                  </a:cubicBezTo>
                  <a:cubicBezTo>
                    <a:pt x="8435" y="23660"/>
                    <a:pt x="7552" y="23811"/>
                    <a:pt x="6736" y="24001"/>
                  </a:cubicBezTo>
                  <a:cubicBezTo>
                    <a:pt x="5900" y="24200"/>
                    <a:pt x="5186" y="24453"/>
                    <a:pt x="4276" y="24499"/>
                  </a:cubicBezTo>
                  <a:cubicBezTo>
                    <a:pt x="3363" y="24550"/>
                    <a:pt x="2504" y="24173"/>
                    <a:pt x="1948" y="23795"/>
                  </a:cubicBezTo>
                  <a:cubicBezTo>
                    <a:pt x="747" y="22983"/>
                    <a:pt x="0" y="21533"/>
                    <a:pt x="156" y="19610"/>
                  </a:cubicBezTo>
                  <a:cubicBezTo>
                    <a:pt x="230" y="18696"/>
                    <a:pt x="479" y="17848"/>
                    <a:pt x="732" y="17060"/>
                  </a:cubicBezTo>
                  <a:cubicBezTo>
                    <a:pt x="1458" y="14806"/>
                    <a:pt x="2570" y="12811"/>
                    <a:pt x="3401" y="10460"/>
                  </a:cubicBezTo>
                  <a:cubicBezTo>
                    <a:pt x="3961" y="8878"/>
                    <a:pt x="4397" y="7269"/>
                    <a:pt x="5023" y="5901"/>
                  </a:cubicBezTo>
                  <a:cubicBezTo>
                    <a:pt x="5660" y="4509"/>
                    <a:pt x="6445" y="3328"/>
                    <a:pt x="7482" y="2228"/>
                  </a:cubicBezTo>
                  <a:cubicBezTo>
                    <a:pt x="7945" y="1730"/>
                    <a:pt x="8485" y="1202"/>
                    <a:pt x="9104" y="817"/>
                  </a:cubicBezTo>
                  <a:cubicBezTo>
                    <a:pt x="9737" y="421"/>
                    <a:pt x="10417" y="125"/>
                    <a:pt x="11381" y="9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914;p125">
              <a:extLst>
                <a:ext uri="{FF2B5EF4-FFF2-40B4-BE49-F238E27FC236}">
                  <a16:creationId xmlns:a16="http://schemas.microsoft.com/office/drawing/2014/main" id="{0DC52936-2608-6BE1-B1A9-AFC1156D78CD}"/>
                </a:ext>
              </a:extLst>
            </p:cNvPr>
            <p:cNvSpPr/>
            <p:nvPr/>
          </p:nvSpPr>
          <p:spPr>
            <a:xfrm>
              <a:off x="5498850" y="1017100"/>
              <a:ext cx="65100" cy="192425"/>
            </a:xfrm>
            <a:custGeom>
              <a:avLst/>
              <a:gdLst/>
              <a:ahLst/>
              <a:cxnLst/>
              <a:rect l="l" t="t" r="r" b="b"/>
              <a:pathLst>
                <a:path w="2604" h="7697" extrusionOk="0">
                  <a:moveTo>
                    <a:pt x="1426" y="1"/>
                  </a:moveTo>
                  <a:lnTo>
                    <a:pt x="1426" y="1"/>
                  </a:lnTo>
                  <a:cubicBezTo>
                    <a:pt x="1434" y="13"/>
                    <a:pt x="1441" y="24"/>
                    <a:pt x="1450" y="32"/>
                  </a:cubicBezTo>
                  <a:cubicBezTo>
                    <a:pt x="1647" y="323"/>
                    <a:pt x="1931" y="864"/>
                    <a:pt x="1830" y="1365"/>
                  </a:cubicBezTo>
                  <a:cubicBezTo>
                    <a:pt x="1760" y="1715"/>
                    <a:pt x="1360" y="1972"/>
                    <a:pt x="1053" y="2236"/>
                  </a:cubicBezTo>
                  <a:cubicBezTo>
                    <a:pt x="770" y="2476"/>
                    <a:pt x="451" y="2808"/>
                    <a:pt x="299" y="3161"/>
                  </a:cubicBezTo>
                  <a:cubicBezTo>
                    <a:pt x="0" y="3861"/>
                    <a:pt x="214" y="4700"/>
                    <a:pt x="571" y="5174"/>
                  </a:cubicBezTo>
                  <a:cubicBezTo>
                    <a:pt x="793" y="5474"/>
                    <a:pt x="1213" y="5699"/>
                    <a:pt x="1520" y="5983"/>
                  </a:cubicBezTo>
                  <a:cubicBezTo>
                    <a:pt x="1698" y="6146"/>
                    <a:pt x="1936" y="6453"/>
                    <a:pt x="2063" y="6717"/>
                  </a:cubicBezTo>
                  <a:cubicBezTo>
                    <a:pt x="2164" y="6923"/>
                    <a:pt x="2281" y="7429"/>
                    <a:pt x="2507" y="7696"/>
                  </a:cubicBezTo>
                  <a:cubicBezTo>
                    <a:pt x="2460" y="7522"/>
                    <a:pt x="2413" y="7347"/>
                    <a:pt x="2374" y="7168"/>
                  </a:cubicBezTo>
                  <a:cubicBezTo>
                    <a:pt x="2257" y="6632"/>
                    <a:pt x="2169" y="6107"/>
                    <a:pt x="2180" y="5326"/>
                  </a:cubicBezTo>
                  <a:cubicBezTo>
                    <a:pt x="2200" y="3950"/>
                    <a:pt x="2604" y="2415"/>
                    <a:pt x="2324" y="1357"/>
                  </a:cubicBezTo>
                  <a:cubicBezTo>
                    <a:pt x="2180" y="809"/>
                    <a:pt x="1861" y="363"/>
                    <a:pt x="14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915;p125">
              <a:extLst>
                <a:ext uri="{FF2B5EF4-FFF2-40B4-BE49-F238E27FC236}">
                  <a16:creationId xmlns:a16="http://schemas.microsoft.com/office/drawing/2014/main" id="{97CB69F9-7108-617B-1D65-D58BE456A65D}"/>
                </a:ext>
              </a:extLst>
            </p:cNvPr>
            <p:cNvSpPr/>
            <p:nvPr/>
          </p:nvSpPr>
          <p:spPr>
            <a:xfrm>
              <a:off x="5189150" y="1420050"/>
              <a:ext cx="355075" cy="185650"/>
            </a:xfrm>
            <a:custGeom>
              <a:avLst/>
              <a:gdLst/>
              <a:ahLst/>
              <a:cxnLst/>
              <a:rect l="l" t="t" r="r" b="b"/>
              <a:pathLst>
                <a:path w="14203" h="7426" extrusionOk="0">
                  <a:moveTo>
                    <a:pt x="13717" y="1"/>
                  </a:moveTo>
                  <a:cubicBezTo>
                    <a:pt x="12873" y="1362"/>
                    <a:pt x="11633" y="2216"/>
                    <a:pt x="10060" y="2878"/>
                  </a:cubicBezTo>
                  <a:cubicBezTo>
                    <a:pt x="9115" y="3274"/>
                    <a:pt x="8264" y="3709"/>
                    <a:pt x="7421" y="4378"/>
                  </a:cubicBezTo>
                  <a:cubicBezTo>
                    <a:pt x="6620" y="5015"/>
                    <a:pt x="5835" y="5703"/>
                    <a:pt x="4832" y="5967"/>
                  </a:cubicBezTo>
                  <a:cubicBezTo>
                    <a:pt x="4578" y="6033"/>
                    <a:pt x="4287" y="6068"/>
                    <a:pt x="3992" y="6068"/>
                  </a:cubicBezTo>
                  <a:cubicBezTo>
                    <a:pt x="3727" y="6068"/>
                    <a:pt x="3459" y="6040"/>
                    <a:pt x="3215" y="5979"/>
                  </a:cubicBezTo>
                  <a:cubicBezTo>
                    <a:pt x="2232" y="5734"/>
                    <a:pt x="1385" y="4824"/>
                    <a:pt x="972" y="3938"/>
                  </a:cubicBezTo>
                  <a:cubicBezTo>
                    <a:pt x="762" y="3488"/>
                    <a:pt x="607" y="2971"/>
                    <a:pt x="522" y="2302"/>
                  </a:cubicBezTo>
                  <a:cubicBezTo>
                    <a:pt x="502" y="2115"/>
                    <a:pt x="479" y="1672"/>
                    <a:pt x="456" y="1338"/>
                  </a:cubicBezTo>
                  <a:cubicBezTo>
                    <a:pt x="448" y="1237"/>
                    <a:pt x="440" y="1125"/>
                    <a:pt x="425" y="1023"/>
                  </a:cubicBezTo>
                  <a:cubicBezTo>
                    <a:pt x="300" y="1505"/>
                    <a:pt x="199" y="2006"/>
                    <a:pt x="156" y="2532"/>
                  </a:cubicBezTo>
                  <a:cubicBezTo>
                    <a:pt x="0" y="4455"/>
                    <a:pt x="747" y="5905"/>
                    <a:pt x="1948" y="6717"/>
                  </a:cubicBezTo>
                  <a:cubicBezTo>
                    <a:pt x="2470" y="7072"/>
                    <a:pt x="3260" y="7426"/>
                    <a:pt x="4110" y="7426"/>
                  </a:cubicBezTo>
                  <a:cubicBezTo>
                    <a:pt x="4166" y="7426"/>
                    <a:pt x="4221" y="7424"/>
                    <a:pt x="4276" y="7421"/>
                  </a:cubicBezTo>
                  <a:cubicBezTo>
                    <a:pt x="5186" y="7375"/>
                    <a:pt x="5900" y="7122"/>
                    <a:pt x="6736" y="6923"/>
                  </a:cubicBezTo>
                  <a:cubicBezTo>
                    <a:pt x="7552" y="6733"/>
                    <a:pt x="8435" y="6582"/>
                    <a:pt x="9301" y="6543"/>
                  </a:cubicBezTo>
                  <a:cubicBezTo>
                    <a:pt x="9400" y="6538"/>
                    <a:pt x="9499" y="6537"/>
                    <a:pt x="9596" y="6537"/>
                  </a:cubicBezTo>
                  <a:cubicBezTo>
                    <a:pt x="10128" y="6537"/>
                    <a:pt x="10633" y="6589"/>
                    <a:pt x="11124" y="6589"/>
                  </a:cubicBezTo>
                  <a:cubicBezTo>
                    <a:pt x="11472" y="6589"/>
                    <a:pt x="11812" y="6563"/>
                    <a:pt x="12150" y="6473"/>
                  </a:cubicBezTo>
                  <a:cubicBezTo>
                    <a:pt x="12869" y="6286"/>
                    <a:pt x="13452" y="5766"/>
                    <a:pt x="13775" y="5093"/>
                  </a:cubicBezTo>
                  <a:cubicBezTo>
                    <a:pt x="14202" y="4184"/>
                    <a:pt x="13923" y="2776"/>
                    <a:pt x="13783" y="1723"/>
                  </a:cubicBezTo>
                  <a:cubicBezTo>
                    <a:pt x="13705" y="1167"/>
                    <a:pt x="13686" y="588"/>
                    <a:pt x="137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916;p125">
              <a:extLst>
                <a:ext uri="{FF2B5EF4-FFF2-40B4-BE49-F238E27FC236}">
                  <a16:creationId xmlns:a16="http://schemas.microsoft.com/office/drawing/2014/main" id="{79279EFB-1AF0-B6AB-DE0B-02865FC74631}"/>
                </a:ext>
              </a:extLst>
            </p:cNvPr>
            <p:cNvSpPr/>
            <p:nvPr/>
          </p:nvSpPr>
          <p:spPr>
            <a:xfrm>
              <a:off x="5374075" y="1049850"/>
              <a:ext cx="43750" cy="38325"/>
            </a:xfrm>
            <a:custGeom>
              <a:avLst/>
              <a:gdLst/>
              <a:ahLst/>
              <a:cxnLst/>
              <a:rect l="l" t="t" r="r" b="b"/>
              <a:pathLst>
                <a:path w="1750" h="1533" extrusionOk="0">
                  <a:moveTo>
                    <a:pt x="1248" y="16"/>
                  </a:moveTo>
                  <a:cubicBezTo>
                    <a:pt x="1667" y="0"/>
                    <a:pt x="1750" y="452"/>
                    <a:pt x="1540" y="836"/>
                  </a:cubicBezTo>
                  <a:cubicBezTo>
                    <a:pt x="1388" y="1112"/>
                    <a:pt x="960" y="1532"/>
                    <a:pt x="641" y="1446"/>
                  </a:cubicBezTo>
                  <a:cubicBezTo>
                    <a:pt x="1" y="1272"/>
                    <a:pt x="738" y="215"/>
                    <a:pt x="1018" y="63"/>
                  </a:cubicBezTo>
                  <a:cubicBezTo>
                    <a:pt x="1092" y="24"/>
                    <a:pt x="1185" y="16"/>
                    <a:pt x="1248" y="1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7917;p125">
              <a:extLst>
                <a:ext uri="{FF2B5EF4-FFF2-40B4-BE49-F238E27FC236}">
                  <a16:creationId xmlns:a16="http://schemas.microsoft.com/office/drawing/2014/main" id="{CC84059A-A6C0-62E5-B1B1-AF6362B8DF81}"/>
                </a:ext>
              </a:extLst>
            </p:cNvPr>
            <p:cNvSpPr/>
            <p:nvPr/>
          </p:nvSpPr>
          <p:spPr>
            <a:xfrm>
              <a:off x="5301000" y="1096125"/>
              <a:ext cx="90275" cy="132275"/>
            </a:xfrm>
            <a:custGeom>
              <a:avLst/>
              <a:gdLst/>
              <a:ahLst/>
              <a:cxnLst/>
              <a:rect l="l" t="t" r="r" b="b"/>
              <a:pathLst>
                <a:path w="3611" h="5291" extrusionOk="0">
                  <a:moveTo>
                    <a:pt x="2888" y="47"/>
                  </a:moveTo>
                  <a:cubicBezTo>
                    <a:pt x="3611" y="0"/>
                    <a:pt x="3137" y="1220"/>
                    <a:pt x="2938" y="1714"/>
                  </a:cubicBezTo>
                  <a:cubicBezTo>
                    <a:pt x="2531" y="2720"/>
                    <a:pt x="1994" y="3552"/>
                    <a:pt x="1462" y="4314"/>
                  </a:cubicBezTo>
                  <a:cubicBezTo>
                    <a:pt x="1229" y="4648"/>
                    <a:pt x="801" y="5290"/>
                    <a:pt x="393" y="5150"/>
                  </a:cubicBezTo>
                  <a:cubicBezTo>
                    <a:pt x="0" y="5014"/>
                    <a:pt x="292" y="4096"/>
                    <a:pt x="459" y="3634"/>
                  </a:cubicBezTo>
                  <a:cubicBezTo>
                    <a:pt x="871" y="2503"/>
                    <a:pt x="1240" y="1885"/>
                    <a:pt x="1855" y="1022"/>
                  </a:cubicBezTo>
                  <a:cubicBezTo>
                    <a:pt x="2103" y="673"/>
                    <a:pt x="2519" y="70"/>
                    <a:pt x="2888" y="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7918;p125">
              <a:extLst>
                <a:ext uri="{FF2B5EF4-FFF2-40B4-BE49-F238E27FC236}">
                  <a16:creationId xmlns:a16="http://schemas.microsoft.com/office/drawing/2014/main" id="{69043B8C-99AD-963F-287D-B1F97C367CD4}"/>
                </a:ext>
              </a:extLst>
            </p:cNvPr>
            <p:cNvSpPr/>
            <p:nvPr/>
          </p:nvSpPr>
          <p:spPr>
            <a:xfrm>
              <a:off x="5211025" y="1467875"/>
              <a:ext cx="65600" cy="123325"/>
            </a:xfrm>
            <a:custGeom>
              <a:avLst/>
              <a:gdLst/>
              <a:ahLst/>
              <a:cxnLst/>
              <a:rect l="l" t="t" r="r" b="b"/>
              <a:pathLst>
                <a:path w="2624" h="4933" extrusionOk="0">
                  <a:moveTo>
                    <a:pt x="144" y="638"/>
                  </a:moveTo>
                  <a:cubicBezTo>
                    <a:pt x="218" y="416"/>
                    <a:pt x="490" y="0"/>
                    <a:pt x="926" y="183"/>
                  </a:cubicBezTo>
                  <a:cubicBezTo>
                    <a:pt x="1493" y="424"/>
                    <a:pt x="1656" y="1648"/>
                    <a:pt x="1812" y="2122"/>
                  </a:cubicBezTo>
                  <a:cubicBezTo>
                    <a:pt x="2006" y="2701"/>
                    <a:pt x="2623" y="3701"/>
                    <a:pt x="2165" y="4210"/>
                  </a:cubicBezTo>
                  <a:cubicBezTo>
                    <a:pt x="1512" y="4933"/>
                    <a:pt x="832" y="3300"/>
                    <a:pt x="618" y="2733"/>
                  </a:cubicBezTo>
                  <a:cubicBezTo>
                    <a:pt x="510" y="2430"/>
                    <a:pt x="428" y="2118"/>
                    <a:pt x="346" y="1858"/>
                  </a:cubicBezTo>
                  <a:cubicBezTo>
                    <a:pt x="206" y="1411"/>
                    <a:pt x="0" y="1065"/>
                    <a:pt x="144" y="63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7919;p125">
              <a:extLst>
                <a:ext uri="{FF2B5EF4-FFF2-40B4-BE49-F238E27FC236}">
                  <a16:creationId xmlns:a16="http://schemas.microsoft.com/office/drawing/2014/main" id="{D974427E-72D4-A8F4-BBF2-258CBF63D3A5}"/>
                </a:ext>
              </a:extLst>
            </p:cNvPr>
            <p:cNvSpPr/>
            <p:nvPr/>
          </p:nvSpPr>
          <p:spPr>
            <a:xfrm>
              <a:off x="5471625" y="1300350"/>
              <a:ext cx="53175" cy="102150"/>
            </a:xfrm>
            <a:custGeom>
              <a:avLst/>
              <a:gdLst/>
              <a:ahLst/>
              <a:cxnLst/>
              <a:rect l="l" t="t" r="r" b="b"/>
              <a:pathLst>
                <a:path w="2127" h="4086" extrusionOk="0">
                  <a:moveTo>
                    <a:pt x="1559" y="110"/>
                  </a:moveTo>
                  <a:cubicBezTo>
                    <a:pt x="2126" y="716"/>
                    <a:pt x="2080" y="4085"/>
                    <a:pt x="933" y="3996"/>
                  </a:cubicBezTo>
                  <a:cubicBezTo>
                    <a:pt x="0" y="3926"/>
                    <a:pt x="110" y="953"/>
                    <a:pt x="781" y="241"/>
                  </a:cubicBezTo>
                  <a:cubicBezTo>
                    <a:pt x="957" y="59"/>
                    <a:pt x="1120" y="1"/>
                    <a:pt x="1559" y="1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7920;p125">
              <a:extLst>
                <a:ext uri="{FF2B5EF4-FFF2-40B4-BE49-F238E27FC236}">
                  <a16:creationId xmlns:a16="http://schemas.microsoft.com/office/drawing/2014/main" id="{2E0C9C22-0A11-A377-6B5C-28C8E3469469}"/>
                </a:ext>
              </a:extLst>
            </p:cNvPr>
            <p:cNvSpPr/>
            <p:nvPr/>
          </p:nvSpPr>
          <p:spPr>
            <a:xfrm>
              <a:off x="5414775" y="1386950"/>
              <a:ext cx="50950" cy="50525"/>
            </a:xfrm>
            <a:custGeom>
              <a:avLst/>
              <a:gdLst/>
              <a:ahLst/>
              <a:cxnLst/>
              <a:rect l="l" t="t" r="r" b="b"/>
              <a:pathLst>
                <a:path w="2038" h="2021" extrusionOk="0">
                  <a:moveTo>
                    <a:pt x="953" y="260"/>
                  </a:moveTo>
                  <a:cubicBezTo>
                    <a:pt x="2038" y="0"/>
                    <a:pt x="1948" y="1683"/>
                    <a:pt x="1295" y="1827"/>
                  </a:cubicBezTo>
                  <a:cubicBezTo>
                    <a:pt x="425" y="2021"/>
                    <a:pt x="0" y="490"/>
                    <a:pt x="953" y="2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7921;p125">
              <a:extLst>
                <a:ext uri="{FF2B5EF4-FFF2-40B4-BE49-F238E27FC236}">
                  <a16:creationId xmlns:a16="http://schemas.microsoft.com/office/drawing/2014/main" id="{73089101-67E0-E4E5-A546-10878BCD3396}"/>
                </a:ext>
              </a:extLst>
            </p:cNvPr>
            <p:cNvSpPr/>
            <p:nvPr/>
          </p:nvSpPr>
          <p:spPr>
            <a:xfrm>
              <a:off x="5478425" y="1435800"/>
              <a:ext cx="46100" cy="64050"/>
            </a:xfrm>
            <a:custGeom>
              <a:avLst/>
              <a:gdLst/>
              <a:ahLst/>
              <a:cxnLst/>
              <a:rect l="l" t="t" r="r" b="b"/>
              <a:pathLst>
                <a:path w="1844" h="2562" extrusionOk="0">
                  <a:moveTo>
                    <a:pt x="789" y="43"/>
                  </a:moveTo>
                  <a:cubicBezTo>
                    <a:pt x="1843" y="0"/>
                    <a:pt x="1687" y="2562"/>
                    <a:pt x="724" y="2477"/>
                  </a:cubicBezTo>
                  <a:cubicBezTo>
                    <a:pt x="315" y="2438"/>
                    <a:pt x="229" y="2154"/>
                    <a:pt x="136" y="1641"/>
                  </a:cubicBezTo>
                  <a:cubicBezTo>
                    <a:pt x="1" y="883"/>
                    <a:pt x="51" y="70"/>
                    <a:pt x="789" y="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7922;p125">
              <a:extLst>
                <a:ext uri="{FF2B5EF4-FFF2-40B4-BE49-F238E27FC236}">
                  <a16:creationId xmlns:a16="http://schemas.microsoft.com/office/drawing/2014/main" id="{25812DE0-2A6B-8BED-23E2-02C6935EB754}"/>
                </a:ext>
              </a:extLst>
            </p:cNvPr>
            <p:cNvSpPr/>
            <p:nvPr/>
          </p:nvSpPr>
          <p:spPr>
            <a:xfrm>
              <a:off x="5671000" y="1004950"/>
              <a:ext cx="354700" cy="630475"/>
            </a:xfrm>
            <a:custGeom>
              <a:avLst/>
              <a:gdLst/>
              <a:ahLst/>
              <a:cxnLst/>
              <a:rect l="l" t="t" r="r" b="b"/>
              <a:pathLst>
                <a:path w="14188" h="25219" extrusionOk="0">
                  <a:moveTo>
                    <a:pt x="4676" y="160"/>
                  </a:moveTo>
                  <a:cubicBezTo>
                    <a:pt x="4685" y="160"/>
                    <a:pt x="4665" y="133"/>
                    <a:pt x="4653" y="133"/>
                  </a:cubicBezTo>
                  <a:cubicBezTo>
                    <a:pt x="3892" y="1"/>
                    <a:pt x="3044" y="320"/>
                    <a:pt x="2465" y="642"/>
                  </a:cubicBezTo>
                  <a:cubicBezTo>
                    <a:pt x="1854" y="976"/>
                    <a:pt x="1400" y="1451"/>
                    <a:pt x="1171" y="2092"/>
                  </a:cubicBezTo>
                  <a:cubicBezTo>
                    <a:pt x="801" y="3118"/>
                    <a:pt x="1070" y="4684"/>
                    <a:pt x="973" y="6057"/>
                  </a:cubicBezTo>
                  <a:cubicBezTo>
                    <a:pt x="918" y="6834"/>
                    <a:pt x="782" y="7351"/>
                    <a:pt x="619" y="7876"/>
                  </a:cubicBezTo>
                  <a:cubicBezTo>
                    <a:pt x="455" y="8412"/>
                    <a:pt x="218" y="8902"/>
                    <a:pt x="137" y="9555"/>
                  </a:cubicBezTo>
                  <a:cubicBezTo>
                    <a:pt x="1" y="10620"/>
                    <a:pt x="265" y="11611"/>
                    <a:pt x="417" y="12579"/>
                  </a:cubicBezTo>
                  <a:cubicBezTo>
                    <a:pt x="564" y="13535"/>
                    <a:pt x="731" y="14483"/>
                    <a:pt x="841" y="15474"/>
                  </a:cubicBezTo>
                  <a:cubicBezTo>
                    <a:pt x="957" y="16558"/>
                    <a:pt x="898" y="17616"/>
                    <a:pt x="677" y="18592"/>
                  </a:cubicBezTo>
                  <a:cubicBezTo>
                    <a:pt x="444" y="19629"/>
                    <a:pt x="48" y="21009"/>
                    <a:pt x="397" y="21950"/>
                  </a:cubicBezTo>
                  <a:cubicBezTo>
                    <a:pt x="658" y="22649"/>
                    <a:pt x="1194" y="23217"/>
                    <a:pt x="1894" y="23466"/>
                  </a:cubicBezTo>
                  <a:cubicBezTo>
                    <a:pt x="2772" y="23780"/>
                    <a:pt x="3709" y="23648"/>
                    <a:pt x="4728" y="23780"/>
                  </a:cubicBezTo>
                  <a:cubicBezTo>
                    <a:pt x="5586" y="23893"/>
                    <a:pt x="6453" y="24119"/>
                    <a:pt x="7250" y="24383"/>
                  </a:cubicBezTo>
                  <a:cubicBezTo>
                    <a:pt x="8062" y="24650"/>
                    <a:pt x="8754" y="24962"/>
                    <a:pt x="9659" y="25090"/>
                  </a:cubicBezTo>
                  <a:cubicBezTo>
                    <a:pt x="10565" y="25218"/>
                    <a:pt x="11455" y="24915"/>
                    <a:pt x="12038" y="24589"/>
                  </a:cubicBezTo>
                  <a:cubicBezTo>
                    <a:pt x="13305" y="23881"/>
                    <a:pt x="14172" y="22501"/>
                    <a:pt x="14183" y="20569"/>
                  </a:cubicBezTo>
                  <a:cubicBezTo>
                    <a:pt x="14187" y="19656"/>
                    <a:pt x="14013" y="18789"/>
                    <a:pt x="13830" y="17981"/>
                  </a:cubicBezTo>
                  <a:cubicBezTo>
                    <a:pt x="13301" y="15672"/>
                    <a:pt x="12364" y="13593"/>
                    <a:pt x="11739" y="11180"/>
                  </a:cubicBezTo>
                  <a:cubicBezTo>
                    <a:pt x="11319" y="9551"/>
                    <a:pt x="11019" y="7911"/>
                    <a:pt x="10515" y="6496"/>
                  </a:cubicBezTo>
                  <a:cubicBezTo>
                    <a:pt x="9998" y="5050"/>
                    <a:pt x="9317" y="3810"/>
                    <a:pt x="8380" y="2621"/>
                  </a:cubicBezTo>
                  <a:cubicBezTo>
                    <a:pt x="7961" y="2088"/>
                    <a:pt x="7471" y="1517"/>
                    <a:pt x="6884" y="1078"/>
                  </a:cubicBezTo>
                  <a:cubicBezTo>
                    <a:pt x="6290" y="630"/>
                    <a:pt x="5637" y="277"/>
                    <a:pt x="4676" y="16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7923;p125">
              <a:extLst>
                <a:ext uri="{FF2B5EF4-FFF2-40B4-BE49-F238E27FC236}">
                  <a16:creationId xmlns:a16="http://schemas.microsoft.com/office/drawing/2014/main" id="{69D9912F-B845-606D-EE1A-4E40F7A2A97A}"/>
                </a:ext>
              </a:extLst>
            </p:cNvPr>
            <p:cNvSpPr/>
            <p:nvPr/>
          </p:nvSpPr>
          <p:spPr>
            <a:xfrm>
              <a:off x="5682100" y="1025350"/>
              <a:ext cx="70650" cy="189325"/>
            </a:xfrm>
            <a:custGeom>
              <a:avLst/>
              <a:gdLst/>
              <a:ahLst/>
              <a:cxnLst/>
              <a:rect l="l" t="t" r="r" b="b"/>
              <a:pathLst>
                <a:path w="2826" h="7573" extrusionOk="0">
                  <a:moveTo>
                    <a:pt x="1737" y="1"/>
                  </a:moveTo>
                  <a:lnTo>
                    <a:pt x="1737" y="1"/>
                  </a:lnTo>
                  <a:cubicBezTo>
                    <a:pt x="1271" y="324"/>
                    <a:pt x="917" y="740"/>
                    <a:pt x="727" y="1276"/>
                  </a:cubicBezTo>
                  <a:cubicBezTo>
                    <a:pt x="357" y="2302"/>
                    <a:pt x="626" y="3868"/>
                    <a:pt x="529" y="5241"/>
                  </a:cubicBezTo>
                  <a:cubicBezTo>
                    <a:pt x="474" y="6018"/>
                    <a:pt x="338" y="6535"/>
                    <a:pt x="175" y="7060"/>
                  </a:cubicBezTo>
                  <a:cubicBezTo>
                    <a:pt x="120" y="7235"/>
                    <a:pt x="63" y="7402"/>
                    <a:pt x="0" y="7573"/>
                  </a:cubicBezTo>
                  <a:cubicBezTo>
                    <a:pt x="249" y="7324"/>
                    <a:pt x="404" y="6830"/>
                    <a:pt x="521" y="6636"/>
                  </a:cubicBezTo>
                  <a:cubicBezTo>
                    <a:pt x="673" y="6383"/>
                    <a:pt x="937" y="6100"/>
                    <a:pt x="1127" y="5952"/>
                  </a:cubicBezTo>
                  <a:cubicBezTo>
                    <a:pt x="1457" y="5696"/>
                    <a:pt x="1896" y="5505"/>
                    <a:pt x="2146" y="5229"/>
                  </a:cubicBezTo>
                  <a:cubicBezTo>
                    <a:pt x="2542" y="4786"/>
                    <a:pt x="2826" y="3970"/>
                    <a:pt x="2585" y="3247"/>
                  </a:cubicBezTo>
                  <a:cubicBezTo>
                    <a:pt x="2465" y="2881"/>
                    <a:pt x="2180" y="2524"/>
                    <a:pt x="1916" y="2259"/>
                  </a:cubicBezTo>
                  <a:cubicBezTo>
                    <a:pt x="1632" y="1968"/>
                    <a:pt x="1259" y="1680"/>
                    <a:pt x="1216" y="1323"/>
                  </a:cubicBezTo>
                  <a:cubicBezTo>
                    <a:pt x="1159" y="817"/>
                    <a:pt x="1489" y="300"/>
                    <a:pt x="1710" y="33"/>
                  </a:cubicBezTo>
                  <a:cubicBezTo>
                    <a:pt x="1722" y="21"/>
                    <a:pt x="1729" y="13"/>
                    <a:pt x="17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7924;p125">
              <a:extLst>
                <a:ext uri="{FF2B5EF4-FFF2-40B4-BE49-F238E27FC236}">
                  <a16:creationId xmlns:a16="http://schemas.microsoft.com/office/drawing/2014/main" id="{4767DD99-427C-0107-B359-B49B9E70A2FD}"/>
                </a:ext>
              </a:extLst>
            </p:cNvPr>
            <p:cNvSpPr/>
            <p:nvPr/>
          </p:nvSpPr>
          <p:spPr>
            <a:xfrm>
              <a:off x="5672175" y="1426950"/>
              <a:ext cx="353525" cy="206000"/>
            </a:xfrm>
            <a:custGeom>
              <a:avLst/>
              <a:gdLst/>
              <a:ahLst/>
              <a:cxnLst/>
              <a:rect l="l" t="t" r="r" b="b"/>
              <a:pathLst>
                <a:path w="14141" h="8240" extrusionOk="0">
                  <a:moveTo>
                    <a:pt x="844" y="1"/>
                  </a:moveTo>
                  <a:cubicBezTo>
                    <a:pt x="824" y="592"/>
                    <a:pt x="754" y="1163"/>
                    <a:pt x="630" y="1712"/>
                  </a:cubicBezTo>
                  <a:cubicBezTo>
                    <a:pt x="397" y="2749"/>
                    <a:pt x="1" y="4129"/>
                    <a:pt x="350" y="5070"/>
                  </a:cubicBezTo>
                  <a:cubicBezTo>
                    <a:pt x="611" y="5769"/>
                    <a:pt x="1147" y="6337"/>
                    <a:pt x="1847" y="6586"/>
                  </a:cubicBezTo>
                  <a:cubicBezTo>
                    <a:pt x="2725" y="6900"/>
                    <a:pt x="3662" y="6768"/>
                    <a:pt x="4681" y="6900"/>
                  </a:cubicBezTo>
                  <a:cubicBezTo>
                    <a:pt x="5539" y="7013"/>
                    <a:pt x="6406" y="7239"/>
                    <a:pt x="7203" y="7503"/>
                  </a:cubicBezTo>
                  <a:cubicBezTo>
                    <a:pt x="8015" y="7770"/>
                    <a:pt x="8707" y="8082"/>
                    <a:pt x="9612" y="8210"/>
                  </a:cubicBezTo>
                  <a:cubicBezTo>
                    <a:pt x="9758" y="8230"/>
                    <a:pt x="9904" y="8240"/>
                    <a:pt x="10048" y="8240"/>
                  </a:cubicBezTo>
                  <a:cubicBezTo>
                    <a:pt x="10797" y="8240"/>
                    <a:pt x="11502" y="7983"/>
                    <a:pt x="11991" y="7709"/>
                  </a:cubicBezTo>
                  <a:cubicBezTo>
                    <a:pt x="13258" y="7001"/>
                    <a:pt x="14125" y="5621"/>
                    <a:pt x="14136" y="3689"/>
                  </a:cubicBezTo>
                  <a:cubicBezTo>
                    <a:pt x="14140" y="3165"/>
                    <a:pt x="14082" y="2656"/>
                    <a:pt x="13996" y="2162"/>
                  </a:cubicBezTo>
                  <a:cubicBezTo>
                    <a:pt x="13973" y="2267"/>
                    <a:pt x="13957" y="2376"/>
                    <a:pt x="13942" y="2477"/>
                  </a:cubicBezTo>
                  <a:cubicBezTo>
                    <a:pt x="13892" y="2808"/>
                    <a:pt x="13830" y="3246"/>
                    <a:pt x="13790" y="3429"/>
                  </a:cubicBezTo>
                  <a:cubicBezTo>
                    <a:pt x="13650" y="4090"/>
                    <a:pt x="13449" y="4591"/>
                    <a:pt x="13200" y="5023"/>
                  </a:cubicBezTo>
                  <a:cubicBezTo>
                    <a:pt x="12714" y="5866"/>
                    <a:pt x="11793" y="6702"/>
                    <a:pt x="10794" y="6861"/>
                  </a:cubicBezTo>
                  <a:cubicBezTo>
                    <a:pt x="10641" y="6886"/>
                    <a:pt x="10480" y="6898"/>
                    <a:pt x="10317" y="6898"/>
                  </a:cubicBezTo>
                  <a:cubicBezTo>
                    <a:pt x="9922" y="6898"/>
                    <a:pt x="9516" y="6828"/>
                    <a:pt x="9185" y="6710"/>
                  </a:cubicBezTo>
                  <a:cubicBezTo>
                    <a:pt x="8206" y="6364"/>
                    <a:pt x="7483" y="5610"/>
                    <a:pt x="6740" y="4907"/>
                  </a:cubicBezTo>
                  <a:cubicBezTo>
                    <a:pt x="5958" y="4168"/>
                    <a:pt x="5147" y="3658"/>
                    <a:pt x="4241" y="3181"/>
                  </a:cubicBezTo>
                  <a:cubicBezTo>
                    <a:pt x="2729" y="2392"/>
                    <a:pt x="1567" y="1432"/>
                    <a:pt x="8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7925;p125">
              <a:extLst>
                <a:ext uri="{FF2B5EF4-FFF2-40B4-BE49-F238E27FC236}">
                  <a16:creationId xmlns:a16="http://schemas.microsoft.com/office/drawing/2014/main" id="{CF0E8DE6-613C-1454-17C4-34B233EBC767}"/>
                </a:ext>
              </a:extLst>
            </p:cNvPr>
            <p:cNvSpPr/>
            <p:nvPr/>
          </p:nvSpPr>
          <p:spPr>
            <a:xfrm>
              <a:off x="5838025" y="1068225"/>
              <a:ext cx="41825" cy="39675"/>
            </a:xfrm>
            <a:custGeom>
              <a:avLst/>
              <a:gdLst/>
              <a:ahLst/>
              <a:cxnLst/>
              <a:rect l="l" t="t" r="r" b="b"/>
              <a:pathLst>
                <a:path w="1673" h="1587" extrusionOk="0">
                  <a:moveTo>
                    <a:pt x="533" y="51"/>
                  </a:moveTo>
                  <a:cubicBezTo>
                    <a:pt x="122" y="0"/>
                    <a:pt x="1" y="440"/>
                    <a:pt x="176" y="840"/>
                  </a:cubicBezTo>
                  <a:cubicBezTo>
                    <a:pt x="300" y="1131"/>
                    <a:pt x="693" y="1586"/>
                    <a:pt x="1016" y="1527"/>
                  </a:cubicBezTo>
                  <a:cubicBezTo>
                    <a:pt x="1672" y="1411"/>
                    <a:pt x="1023" y="291"/>
                    <a:pt x="759" y="117"/>
                  </a:cubicBezTo>
                  <a:cubicBezTo>
                    <a:pt x="689" y="70"/>
                    <a:pt x="596" y="58"/>
                    <a:pt x="533" y="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7926;p125">
              <a:extLst>
                <a:ext uri="{FF2B5EF4-FFF2-40B4-BE49-F238E27FC236}">
                  <a16:creationId xmlns:a16="http://schemas.microsoft.com/office/drawing/2014/main" id="{7439225E-6CD7-047B-04A3-B03278542CD2}"/>
                </a:ext>
              </a:extLst>
            </p:cNvPr>
            <p:cNvSpPr/>
            <p:nvPr/>
          </p:nvSpPr>
          <p:spPr>
            <a:xfrm>
              <a:off x="5940350" y="1380050"/>
              <a:ext cx="60175" cy="144500"/>
            </a:xfrm>
            <a:custGeom>
              <a:avLst/>
              <a:gdLst/>
              <a:ahLst/>
              <a:cxnLst/>
              <a:rect l="l" t="t" r="r" b="b"/>
              <a:pathLst>
                <a:path w="2407" h="5780" extrusionOk="0">
                  <a:moveTo>
                    <a:pt x="697" y="206"/>
                  </a:moveTo>
                  <a:cubicBezTo>
                    <a:pt x="1" y="0"/>
                    <a:pt x="191" y="1294"/>
                    <a:pt x="277" y="1819"/>
                  </a:cubicBezTo>
                  <a:cubicBezTo>
                    <a:pt x="451" y="2892"/>
                    <a:pt x="786" y="3821"/>
                    <a:pt x="1136" y="4684"/>
                  </a:cubicBezTo>
                  <a:cubicBezTo>
                    <a:pt x="1291" y="5061"/>
                    <a:pt x="1563" y="5780"/>
                    <a:pt x="1994" y="5733"/>
                  </a:cubicBezTo>
                  <a:cubicBezTo>
                    <a:pt x="2407" y="5690"/>
                    <a:pt x="2329" y="4734"/>
                    <a:pt x="2267" y="4244"/>
                  </a:cubicBezTo>
                  <a:cubicBezTo>
                    <a:pt x="2119" y="3051"/>
                    <a:pt x="1894" y="2367"/>
                    <a:pt x="1490" y="1387"/>
                  </a:cubicBezTo>
                  <a:cubicBezTo>
                    <a:pt x="1326" y="991"/>
                    <a:pt x="1054" y="311"/>
                    <a:pt x="697" y="2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7927;p125">
              <a:extLst>
                <a:ext uri="{FF2B5EF4-FFF2-40B4-BE49-F238E27FC236}">
                  <a16:creationId xmlns:a16="http://schemas.microsoft.com/office/drawing/2014/main" id="{56FB333A-79AB-0752-C14A-C35D53C83794}"/>
                </a:ext>
              </a:extLst>
            </p:cNvPr>
            <p:cNvSpPr/>
            <p:nvPr/>
          </p:nvSpPr>
          <p:spPr>
            <a:xfrm>
              <a:off x="5718325" y="1393550"/>
              <a:ext cx="45900" cy="103400"/>
            </a:xfrm>
            <a:custGeom>
              <a:avLst/>
              <a:gdLst/>
              <a:ahLst/>
              <a:cxnLst/>
              <a:rect l="l" t="t" r="r" b="b"/>
              <a:pathLst>
                <a:path w="1836" h="4136" extrusionOk="0">
                  <a:moveTo>
                    <a:pt x="401" y="136"/>
                  </a:moveTo>
                  <a:cubicBezTo>
                    <a:pt x="1" y="773"/>
                    <a:pt x="234" y="4135"/>
                    <a:pt x="1116" y="3980"/>
                  </a:cubicBezTo>
                  <a:cubicBezTo>
                    <a:pt x="1835" y="3852"/>
                    <a:pt x="1575" y="890"/>
                    <a:pt x="1016" y="221"/>
                  </a:cubicBezTo>
                  <a:cubicBezTo>
                    <a:pt x="867" y="51"/>
                    <a:pt x="736" y="0"/>
                    <a:pt x="401" y="13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7928;p125">
              <a:extLst>
                <a:ext uri="{FF2B5EF4-FFF2-40B4-BE49-F238E27FC236}">
                  <a16:creationId xmlns:a16="http://schemas.microsoft.com/office/drawing/2014/main" id="{657A9D92-FED7-ADBA-1B8D-D4B224058F4D}"/>
                </a:ext>
              </a:extLst>
            </p:cNvPr>
            <p:cNvSpPr/>
            <p:nvPr/>
          </p:nvSpPr>
          <p:spPr>
            <a:xfrm>
              <a:off x="5702600" y="1498575"/>
              <a:ext cx="51125" cy="53850"/>
            </a:xfrm>
            <a:custGeom>
              <a:avLst/>
              <a:gdLst/>
              <a:ahLst/>
              <a:cxnLst/>
              <a:rect l="l" t="t" r="r" b="b"/>
              <a:pathLst>
                <a:path w="2045" h="2154" extrusionOk="0">
                  <a:moveTo>
                    <a:pt x="1112" y="354"/>
                  </a:moveTo>
                  <a:cubicBezTo>
                    <a:pt x="54" y="1"/>
                    <a:pt x="0" y="1687"/>
                    <a:pt x="633" y="1886"/>
                  </a:cubicBezTo>
                  <a:cubicBezTo>
                    <a:pt x="1489" y="2153"/>
                    <a:pt x="2045" y="666"/>
                    <a:pt x="1112" y="3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7929;p125">
              <a:extLst>
                <a:ext uri="{FF2B5EF4-FFF2-40B4-BE49-F238E27FC236}">
                  <a16:creationId xmlns:a16="http://schemas.microsoft.com/office/drawing/2014/main" id="{1783F4B7-ED70-6354-321F-AC8D43286B23}"/>
                </a:ext>
              </a:extLst>
            </p:cNvPr>
            <p:cNvSpPr/>
            <p:nvPr/>
          </p:nvSpPr>
          <p:spPr>
            <a:xfrm>
              <a:off x="5853500" y="1113500"/>
              <a:ext cx="61050" cy="73950"/>
            </a:xfrm>
            <a:custGeom>
              <a:avLst/>
              <a:gdLst/>
              <a:ahLst/>
              <a:cxnLst/>
              <a:rect l="l" t="t" r="r" b="b"/>
              <a:pathLst>
                <a:path w="2442" h="2958" extrusionOk="0">
                  <a:moveTo>
                    <a:pt x="964" y="299"/>
                  </a:moveTo>
                  <a:cubicBezTo>
                    <a:pt x="0" y="728"/>
                    <a:pt x="1263" y="2958"/>
                    <a:pt x="2092" y="2457"/>
                  </a:cubicBezTo>
                  <a:cubicBezTo>
                    <a:pt x="2441" y="2243"/>
                    <a:pt x="2395" y="1951"/>
                    <a:pt x="2250" y="1451"/>
                  </a:cubicBezTo>
                  <a:cubicBezTo>
                    <a:pt x="2040" y="708"/>
                    <a:pt x="1640" y="1"/>
                    <a:pt x="964" y="2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" name="Google Shape;7930;p125">
            <a:extLst>
              <a:ext uri="{FF2B5EF4-FFF2-40B4-BE49-F238E27FC236}">
                <a16:creationId xmlns:a16="http://schemas.microsoft.com/office/drawing/2014/main" id="{3D7C9520-E758-D341-1265-D4A635B9337B}"/>
              </a:ext>
            </a:extLst>
          </p:cNvPr>
          <p:cNvGrpSpPr/>
          <p:nvPr/>
        </p:nvGrpSpPr>
        <p:grpSpPr>
          <a:xfrm>
            <a:off x="1029765" y="2189792"/>
            <a:ext cx="1837410" cy="2149689"/>
            <a:chOff x="5285450" y="2266500"/>
            <a:chExt cx="806225" cy="832450"/>
          </a:xfrm>
        </p:grpSpPr>
        <p:sp>
          <p:nvSpPr>
            <p:cNvPr id="39" name="Google Shape;7931;p125">
              <a:extLst>
                <a:ext uri="{FF2B5EF4-FFF2-40B4-BE49-F238E27FC236}">
                  <a16:creationId xmlns:a16="http://schemas.microsoft.com/office/drawing/2014/main" id="{DE343ED5-9A2F-9EB8-E253-702DE1A000B9}"/>
                </a:ext>
              </a:extLst>
            </p:cNvPr>
            <p:cNvSpPr/>
            <p:nvPr/>
          </p:nvSpPr>
          <p:spPr>
            <a:xfrm>
              <a:off x="5386325" y="2516225"/>
              <a:ext cx="445425" cy="582725"/>
            </a:xfrm>
            <a:custGeom>
              <a:avLst/>
              <a:gdLst/>
              <a:ahLst/>
              <a:cxnLst/>
              <a:rect l="l" t="t" r="r" b="b"/>
              <a:pathLst>
                <a:path w="17817" h="23309" extrusionOk="0">
                  <a:moveTo>
                    <a:pt x="16526" y="9833"/>
                  </a:moveTo>
                  <a:cubicBezTo>
                    <a:pt x="15815" y="11645"/>
                    <a:pt x="15127" y="13728"/>
                    <a:pt x="14334" y="15726"/>
                  </a:cubicBezTo>
                  <a:cubicBezTo>
                    <a:pt x="13440" y="17969"/>
                    <a:pt x="12574" y="20118"/>
                    <a:pt x="10832" y="21264"/>
                  </a:cubicBezTo>
                  <a:cubicBezTo>
                    <a:pt x="10215" y="21676"/>
                    <a:pt x="9099" y="21917"/>
                    <a:pt x="8290" y="21521"/>
                  </a:cubicBezTo>
                  <a:cubicBezTo>
                    <a:pt x="7556" y="21160"/>
                    <a:pt x="7081" y="20351"/>
                    <a:pt x="6716" y="19457"/>
                  </a:cubicBezTo>
                  <a:cubicBezTo>
                    <a:pt x="5655" y="16853"/>
                    <a:pt x="5721" y="13223"/>
                    <a:pt x="5667" y="9791"/>
                  </a:cubicBezTo>
                  <a:cubicBezTo>
                    <a:pt x="5632" y="7525"/>
                    <a:pt x="5356" y="5411"/>
                    <a:pt x="4633" y="3685"/>
                  </a:cubicBezTo>
                  <a:cubicBezTo>
                    <a:pt x="3883" y="1905"/>
                    <a:pt x="2713" y="214"/>
                    <a:pt x="264" y="1"/>
                  </a:cubicBezTo>
                  <a:cubicBezTo>
                    <a:pt x="155" y="195"/>
                    <a:pt x="78" y="428"/>
                    <a:pt x="0" y="657"/>
                  </a:cubicBezTo>
                  <a:cubicBezTo>
                    <a:pt x="4419" y="1741"/>
                    <a:pt x="4011" y="7051"/>
                    <a:pt x="4306" y="12029"/>
                  </a:cubicBezTo>
                  <a:cubicBezTo>
                    <a:pt x="4442" y="14331"/>
                    <a:pt x="4633" y="16912"/>
                    <a:pt x="5107" y="18955"/>
                  </a:cubicBezTo>
                  <a:cubicBezTo>
                    <a:pt x="5348" y="20001"/>
                    <a:pt x="5717" y="20887"/>
                    <a:pt x="6390" y="21607"/>
                  </a:cubicBezTo>
                  <a:cubicBezTo>
                    <a:pt x="7023" y="22283"/>
                    <a:pt x="7924" y="22870"/>
                    <a:pt x="9025" y="23018"/>
                  </a:cubicBezTo>
                  <a:cubicBezTo>
                    <a:pt x="11159" y="23309"/>
                    <a:pt x="12297" y="22132"/>
                    <a:pt x="13176" y="20934"/>
                  </a:cubicBezTo>
                  <a:cubicBezTo>
                    <a:pt x="13980" y="19838"/>
                    <a:pt x="14556" y="18606"/>
                    <a:pt x="15127" y="17421"/>
                  </a:cubicBezTo>
                  <a:cubicBezTo>
                    <a:pt x="16226" y="15136"/>
                    <a:pt x="17035" y="12698"/>
                    <a:pt x="17817" y="10277"/>
                  </a:cubicBezTo>
                  <a:cubicBezTo>
                    <a:pt x="17392" y="10098"/>
                    <a:pt x="16969" y="9912"/>
                    <a:pt x="16526" y="98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7932;p125">
              <a:extLst>
                <a:ext uri="{FF2B5EF4-FFF2-40B4-BE49-F238E27FC236}">
                  <a16:creationId xmlns:a16="http://schemas.microsoft.com/office/drawing/2014/main" id="{FC811551-2477-3656-DD5D-CF0C5B61583D}"/>
                </a:ext>
              </a:extLst>
            </p:cNvPr>
            <p:cNvSpPr/>
            <p:nvPr/>
          </p:nvSpPr>
          <p:spPr>
            <a:xfrm>
              <a:off x="5285450" y="2454900"/>
              <a:ext cx="111975" cy="111950"/>
            </a:xfrm>
            <a:custGeom>
              <a:avLst/>
              <a:gdLst/>
              <a:ahLst/>
              <a:cxnLst/>
              <a:rect l="l" t="t" r="r" b="b"/>
              <a:pathLst>
                <a:path w="4479" h="4478" extrusionOk="0">
                  <a:moveTo>
                    <a:pt x="4423" y="2332"/>
                  </a:moveTo>
                  <a:cubicBezTo>
                    <a:pt x="4373" y="3541"/>
                    <a:pt x="3351" y="4478"/>
                    <a:pt x="2142" y="4424"/>
                  </a:cubicBezTo>
                  <a:cubicBezTo>
                    <a:pt x="937" y="4373"/>
                    <a:pt x="1" y="3351"/>
                    <a:pt x="51" y="2146"/>
                  </a:cubicBezTo>
                  <a:cubicBezTo>
                    <a:pt x="102" y="938"/>
                    <a:pt x="1124" y="0"/>
                    <a:pt x="2333" y="52"/>
                  </a:cubicBezTo>
                  <a:cubicBezTo>
                    <a:pt x="3541" y="106"/>
                    <a:pt x="4478" y="1124"/>
                    <a:pt x="4423" y="23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7933;p125">
              <a:extLst>
                <a:ext uri="{FF2B5EF4-FFF2-40B4-BE49-F238E27FC236}">
                  <a16:creationId xmlns:a16="http://schemas.microsoft.com/office/drawing/2014/main" id="{278A9994-45F6-6B87-A778-13A7648A0A7A}"/>
                </a:ext>
              </a:extLst>
            </p:cNvPr>
            <p:cNvSpPr/>
            <p:nvPr/>
          </p:nvSpPr>
          <p:spPr>
            <a:xfrm>
              <a:off x="5307500" y="2476950"/>
              <a:ext cx="67775" cy="67750"/>
            </a:xfrm>
            <a:custGeom>
              <a:avLst/>
              <a:gdLst/>
              <a:ahLst/>
              <a:cxnLst/>
              <a:rect l="l" t="t" r="r" b="b"/>
              <a:pathLst>
                <a:path w="2711" h="2710" extrusionOk="0">
                  <a:moveTo>
                    <a:pt x="2678" y="1416"/>
                  </a:moveTo>
                  <a:cubicBezTo>
                    <a:pt x="2648" y="2146"/>
                    <a:pt x="2029" y="2710"/>
                    <a:pt x="1299" y="2679"/>
                  </a:cubicBezTo>
                  <a:cubicBezTo>
                    <a:pt x="568" y="2648"/>
                    <a:pt x="0" y="2030"/>
                    <a:pt x="32" y="1299"/>
                  </a:cubicBezTo>
                  <a:cubicBezTo>
                    <a:pt x="63" y="569"/>
                    <a:pt x="681" y="1"/>
                    <a:pt x="1412" y="33"/>
                  </a:cubicBezTo>
                  <a:cubicBezTo>
                    <a:pt x="2142" y="67"/>
                    <a:pt x="2710" y="686"/>
                    <a:pt x="2678" y="14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7934;p125">
              <a:extLst>
                <a:ext uri="{FF2B5EF4-FFF2-40B4-BE49-F238E27FC236}">
                  <a16:creationId xmlns:a16="http://schemas.microsoft.com/office/drawing/2014/main" id="{04393CB8-1A5C-6FEB-D51B-DD0430250C79}"/>
                </a:ext>
              </a:extLst>
            </p:cNvPr>
            <p:cNvSpPr/>
            <p:nvPr/>
          </p:nvSpPr>
          <p:spPr>
            <a:xfrm>
              <a:off x="5710650" y="2276125"/>
              <a:ext cx="141975" cy="502075"/>
            </a:xfrm>
            <a:custGeom>
              <a:avLst/>
              <a:gdLst/>
              <a:ahLst/>
              <a:cxnLst/>
              <a:rect l="l" t="t" r="r" b="b"/>
              <a:pathLst>
                <a:path w="5679" h="20083" extrusionOk="0">
                  <a:moveTo>
                    <a:pt x="5240" y="18812"/>
                  </a:moveTo>
                  <a:cubicBezTo>
                    <a:pt x="5108" y="19224"/>
                    <a:pt x="5011" y="19671"/>
                    <a:pt x="4878" y="20083"/>
                  </a:cubicBezTo>
                  <a:cubicBezTo>
                    <a:pt x="3126" y="19744"/>
                    <a:pt x="2139" y="18497"/>
                    <a:pt x="1481" y="17132"/>
                  </a:cubicBezTo>
                  <a:cubicBezTo>
                    <a:pt x="828" y="15776"/>
                    <a:pt x="537" y="14066"/>
                    <a:pt x="335" y="12150"/>
                  </a:cubicBezTo>
                  <a:cubicBezTo>
                    <a:pt x="148" y="10355"/>
                    <a:pt x="1" y="8364"/>
                    <a:pt x="152" y="6254"/>
                  </a:cubicBezTo>
                  <a:cubicBezTo>
                    <a:pt x="292" y="4276"/>
                    <a:pt x="548" y="2247"/>
                    <a:pt x="1551" y="1197"/>
                  </a:cubicBezTo>
                  <a:cubicBezTo>
                    <a:pt x="2100" y="626"/>
                    <a:pt x="2920" y="237"/>
                    <a:pt x="3809" y="85"/>
                  </a:cubicBezTo>
                  <a:cubicBezTo>
                    <a:pt x="4125" y="35"/>
                    <a:pt x="4471" y="58"/>
                    <a:pt x="4844" y="27"/>
                  </a:cubicBezTo>
                  <a:cubicBezTo>
                    <a:pt x="5197" y="0"/>
                    <a:pt x="5625" y="74"/>
                    <a:pt x="5648" y="424"/>
                  </a:cubicBezTo>
                  <a:cubicBezTo>
                    <a:pt x="5679" y="902"/>
                    <a:pt x="5088" y="987"/>
                    <a:pt x="4746" y="1077"/>
                  </a:cubicBezTo>
                  <a:cubicBezTo>
                    <a:pt x="3576" y="1391"/>
                    <a:pt x="2659" y="2072"/>
                    <a:pt x="2189" y="3129"/>
                  </a:cubicBezTo>
                  <a:cubicBezTo>
                    <a:pt x="1933" y="3705"/>
                    <a:pt x="1847" y="4373"/>
                    <a:pt x="1714" y="5165"/>
                  </a:cubicBezTo>
                  <a:cubicBezTo>
                    <a:pt x="1606" y="5827"/>
                    <a:pt x="1486" y="6643"/>
                    <a:pt x="1416" y="7389"/>
                  </a:cubicBezTo>
                  <a:cubicBezTo>
                    <a:pt x="1113" y="10518"/>
                    <a:pt x="1528" y="13480"/>
                    <a:pt x="2259" y="15855"/>
                  </a:cubicBezTo>
                  <a:cubicBezTo>
                    <a:pt x="2434" y="16438"/>
                    <a:pt x="2683" y="16993"/>
                    <a:pt x="3036" y="17482"/>
                  </a:cubicBezTo>
                  <a:cubicBezTo>
                    <a:pt x="3359" y="17930"/>
                    <a:pt x="3822" y="18431"/>
                    <a:pt x="4295" y="18645"/>
                  </a:cubicBezTo>
                  <a:cubicBezTo>
                    <a:pt x="4556" y="18757"/>
                    <a:pt x="4828" y="18784"/>
                    <a:pt x="5240" y="18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7935;p125">
              <a:extLst>
                <a:ext uri="{FF2B5EF4-FFF2-40B4-BE49-F238E27FC236}">
                  <a16:creationId xmlns:a16="http://schemas.microsoft.com/office/drawing/2014/main" id="{544A6283-932C-AAD2-887A-04FB5C74096C}"/>
                </a:ext>
              </a:extLst>
            </p:cNvPr>
            <p:cNvSpPr/>
            <p:nvPr/>
          </p:nvSpPr>
          <p:spPr>
            <a:xfrm>
              <a:off x="5835525" y="2266500"/>
              <a:ext cx="49075" cy="51800"/>
            </a:xfrm>
            <a:custGeom>
              <a:avLst/>
              <a:gdLst/>
              <a:ahLst/>
              <a:cxnLst/>
              <a:rect l="l" t="t" r="r" b="b"/>
              <a:pathLst>
                <a:path w="1963" h="2072" extrusionOk="0">
                  <a:moveTo>
                    <a:pt x="479" y="106"/>
                  </a:moveTo>
                  <a:cubicBezTo>
                    <a:pt x="812" y="0"/>
                    <a:pt x="1139" y="358"/>
                    <a:pt x="1435" y="583"/>
                  </a:cubicBezTo>
                  <a:cubicBezTo>
                    <a:pt x="1715" y="801"/>
                    <a:pt x="1963" y="988"/>
                    <a:pt x="1943" y="1275"/>
                  </a:cubicBezTo>
                  <a:cubicBezTo>
                    <a:pt x="1924" y="1563"/>
                    <a:pt x="1659" y="1660"/>
                    <a:pt x="1407" y="1765"/>
                  </a:cubicBezTo>
                  <a:cubicBezTo>
                    <a:pt x="1135" y="1878"/>
                    <a:pt x="922" y="1995"/>
                    <a:pt x="676" y="2018"/>
                  </a:cubicBezTo>
                  <a:cubicBezTo>
                    <a:pt x="74" y="2072"/>
                    <a:pt x="0" y="1788"/>
                    <a:pt x="74" y="1116"/>
                  </a:cubicBezTo>
                  <a:cubicBezTo>
                    <a:pt x="113" y="750"/>
                    <a:pt x="217" y="187"/>
                    <a:pt x="479" y="10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7936;p125">
              <a:extLst>
                <a:ext uri="{FF2B5EF4-FFF2-40B4-BE49-F238E27FC236}">
                  <a16:creationId xmlns:a16="http://schemas.microsoft.com/office/drawing/2014/main" id="{2E2522AD-2E23-03F8-1B1E-2E63E6116FE6}"/>
                </a:ext>
              </a:extLst>
            </p:cNvPr>
            <p:cNvSpPr/>
            <p:nvPr/>
          </p:nvSpPr>
          <p:spPr>
            <a:xfrm>
              <a:off x="5805375" y="2310625"/>
              <a:ext cx="286300" cy="472250"/>
            </a:xfrm>
            <a:custGeom>
              <a:avLst/>
              <a:gdLst/>
              <a:ahLst/>
              <a:cxnLst/>
              <a:rect l="l" t="t" r="r" b="b"/>
              <a:pathLst>
                <a:path w="11452" h="18890" extrusionOk="0">
                  <a:moveTo>
                    <a:pt x="207" y="17152"/>
                  </a:moveTo>
                  <a:cubicBezTo>
                    <a:pt x="153" y="17580"/>
                    <a:pt x="56" y="18027"/>
                    <a:pt x="1" y="18454"/>
                  </a:cubicBezTo>
                  <a:cubicBezTo>
                    <a:pt x="1735" y="18890"/>
                    <a:pt x="3154" y="18174"/>
                    <a:pt x="4323" y="17214"/>
                  </a:cubicBezTo>
                  <a:cubicBezTo>
                    <a:pt x="5489" y="16258"/>
                    <a:pt x="6476" y="14832"/>
                    <a:pt x="7468" y="13180"/>
                  </a:cubicBezTo>
                  <a:cubicBezTo>
                    <a:pt x="8396" y="11633"/>
                    <a:pt x="9368" y="9888"/>
                    <a:pt x="10122" y="7913"/>
                  </a:cubicBezTo>
                  <a:cubicBezTo>
                    <a:pt x="10830" y="6060"/>
                    <a:pt x="11451" y="4112"/>
                    <a:pt x="10985" y="2736"/>
                  </a:cubicBezTo>
                  <a:cubicBezTo>
                    <a:pt x="10728" y="1986"/>
                    <a:pt x="10150" y="1290"/>
                    <a:pt x="9407" y="777"/>
                  </a:cubicBezTo>
                  <a:cubicBezTo>
                    <a:pt x="9142" y="599"/>
                    <a:pt x="8821" y="470"/>
                    <a:pt x="8498" y="287"/>
                  </a:cubicBezTo>
                  <a:cubicBezTo>
                    <a:pt x="8186" y="117"/>
                    <a:pt x="7771" y="0"/>
                    <a:pt x="7599" y="307"/>
                  </a:cubicBezTo>
                  <a:cubicBezTo>
                    <a:pt x="7366" y="727"/>
                    <a:pt x="7868" y="1053"/>
                    <a:pt x="8140" y="1283"/>
                  </a:cubicBezTo>
                  <a:cubicBezTo>
                    <a:pt x="9069" y="2060"/>
                    <a:pt x="9609" y="3062"/>
                    <a:pt x="9594" y="4217"/>
                  </a:cubicBezTo>
                  <a:cubicBezTo>
                    <a:pt x="9582" y="4851"/>
                    <a:pt x="9376" y="5492"/>
                    <a:pt x="9162" y="6266"/>
                  </a:cubicBezTo>
                  <a:cubicBezTo>
                    <a:pt x="8984" y="6910"/>
                    <a:pt x="8746" y="7703"/>
                    <a:pt x="8498" y="8407"/>
                  </a:cubicBezTo>
                  <a:cubicBezTo>
                    <a:pt x="7452" y="11373"/>
                    <a:pt x="5823" y="13879"/>
                    <a:pt x="4160" y="15729"/>
                  </a:cubicBezTo>
                  <a:cubicBezTo>
                    <a:pt x="3755" y="16181"/>
                    <a:pt x="3297" y="16581"/>
                    <a:pt x="2768" y="16877"/>
                  </a:cubicBezTo>
                  <a:cubicBezTo>
                    <a:pt x="2291" y="17144"/>
                    <a:pt x="1657" y="17404"/>
                    <a:pt x="1136" y="17397"/>
                  </a:cubicBezTo>
                  <a:cubicBezTo>
                    <a:pt x="856" y="17390"/>
                    <a:pt x="596" y="17300"/>
                    <a:pt x="207" y="171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7937;p125">
              <a:extLst>
                <a:ext uri="{FF2B5EF4-FFF2-40B4-BE49-F238E27FC236}">
                  <a16:creationId xmlns:a16="http://schemas.microsoft.com/office/drawing/2014/main" id="{378ADCC7-C5F2-8B60-C05F-C2E038B34968}"/>
                </a:ext>
              </a:extLst>
            </p:cNvPr>
            <p:cNvSpPr/>
            <p:nvPr/>
          </p:nvSpPr>
          <p:spPr>
            <a:xfrm>
              <a:off x="5958625" y="2298375"/>
              <a:ext cx="53175" cy="54725"/>
            </a:xfrm>
            <a:custGeom>
              <a:avLst/>
              <a:gdLst/>
              <a:ahLst/>
              <a:cxnLst/>
              <a:rect l="l" t="t" r="r" b="b"/>
              <a:pathLst>
                <a:path w="2127" h="2189" extrusionOk="0">
                  <a:moveTo>
                    <a:pt x="1925" y="234"/>
                  </a:moveTo>
                  <a:cubicBezTo>
                    <a:pt x="1664" y="0"/>
                    <a:pt x="1217" y="187"/>
                    <a:pt x="856" y="264"/>
                  </a:cubicBezTo>
                  <a:cubicBezTo>
                    <a:pt x="510" y="343"/>
                    <a:pt x="203" y="408"/>
                    <a:pt x="102" y="677"/>
                  </a:cubicBezTo>
                  <a:cubicBezTo>
                    <a:pt x="0" y="944"/>
                    <a:pt x="195" y="1147"/>
                    <a:pt x="382" y="1349"/>
                  </a:cubicBezTo>
                  <a:cubicBezTo>
                    <a:pt x="580" y="1563"/>
                    <a:pt x="723" y="1761"/>
                    <a:pt x="937" y="1882"/>
                  </a:cubicBezTo>
                  <a:cubicBezTo>
                    <a:pt x="1462" y="2189"/>
                    <a:pt x="1649" y="1963"/>
                    <a:pt x="1862" y="1322"/>
                  </a:cubicBezTo>
                  <a:cubicBezTo>
                    <a:pt x="1983" y="972"/>
                    <a:pt x="2126" y="420"/>
                    <a:pt x="1925" y="2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7938;p125">
              <a:extLst>
                <a:ext uri="{FF2B5EF4-FFF2-40B4-BE49-F238E27FC236}">
                  <a16:creationId xmlns:a16="http://schemas.microsoft.com/office/drawing/2014/main" id="{E0C115B5-3DAA-5A3E-0C36-A73CBF1E3F5E}"/>
                </a:ext>
              </a:extLst>
            </p:cNvPr>
            <p:cNvSpPr/>
            <p:nvPr/>
          </p:nvSpPr>
          <p:spPr>
            <a:xfrm>
              <a:off x="5783725" y="2741725"/>
              <a:ext cx="60375" cy="61550"/>
            </a:xfrm>
            <a:custGeom>
              <a:avLst/>
              <a:gdLst/>
              <a:ahLst/>
              <a:cxnLst/>
              <a:rect l="l" t="t" r="r" b="b"/>
              <a:pathLst>
                <a:path w="2415" h="2462" extrusionOk="0">
                  <a:moveTo>
                    <a:pt x="2056" y="2030"/>
                  </a:moveTo>
                  <a:cubicBezTo>
                    <a:pt x="1982" y="2302"/>
                    <a:pt x="1703" y="2462"/>
                    <a:pt x="1435" y="2392"/>
                  </a:cubicBezTo>
                  <a:lnTo>
                    <a:pt x="432" y="2119"/>
                  </a:lnTo>
                  <a:cubicBezTo>
                    <a:pt x="160" y="2049"/>
                    <a:pt x="0" y="1770"/>
                    <a:pt x="74" y="1498"/>
                  </a:cubicBezTo>
                  <a:lnTo>
                    <a:pt x="362" y="433"/>
                  </a:lnTo>
                  <a:cubicBezTo>
                    <a:pt x="432" y="160"/>
                    <a:pt x="712" y="1"/>
                    <a:pt x="983" y="76"/>
                  </a:cubicBezTo>
                  <a:lnTo>
                    <a:pt x="1982" y="343"/>
                  </a:lnTo>
                  <a:cubicBezTo>
                    <a:pt x="2255" y="417"/>
                    <a:pt x="2414" y="693"/>
                    <a:pt x="2341" y="96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6">
          <a:extLst>
            <a:ext uri="{FF2B5EF4-FFF2-40B4-BE49-F238E27FC236}">
              <a16:creationId xmlns:a16="http://schemas.microsoft.com/office/drawing/2014/main" id="{D85905CD-2FAD-64A7-D617-9D0BB0599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 descr="Immagine che contiene lastra dei raggi X, Imaging medicale, radiologia, radiografia&#10;&#10;Descrizione generata automaticamente">
            <a:extLst>
              <a:ext uri="{FF2B5EF4-FFF2-40B4-BE49-F238E27FC236}">
                <a16:creationId xmlns:a16="http://schemas.microsoft.com/office/drawing/2014/main" id="{1FCFE7A9-D2A9-DF7B-4674-FE0F6685F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827" y="1865014"/>
            <a:ext cx="2598119" cy="2598119"/>
          </a:xfrm>
          <a:prstGeom prst="rect">
            <a:avLst/>
          </a:prstGeom>
        </p:spPr>
      </p:pic>
      <p:sp>
        <p:nvSpPr>
          <p:cNvPr id="5978" name="Google Shape;5978;p121">
            <a:extLst>
              <a:ext uri="{FF2B5EF4-FFF2-40B4-BE49-F238E27FC236}">
                <a16:creationId xmlns:a16="http://schemas.microsoft.com/office/drawing/2014/main" id="{CF88C76A-0CAA-D318-7443-F604205184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999"/>
            <a:ext cx="6651372" cy="110555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IL PRE-PROCESSING</a:t>
            </a:r>
            <a:br>
              <a:rPr lang="it-IT" dirty="0"/>
            </a:br>
            <a:r>
              <a:rPr lang="it-IT" dirty="0"/>
              <a:t>(CLAHE)</a:t>
            </a:r>
          </a:p>
        </p:txBody>
      </p:sp>
      <p:pic>
        <p:nvPicPr>
          <p:cNvPr id="13" name="Immagine 12" descr="Immagine che contiene lastra dei raggi X, Imaging medicale, radiologia, radiografia&#10;&#10;Descrizione generata automaticamente">
            <a:extLst>
              <a:ext uri="{FF2B5EF4-FFF2-40B4-BE49-F238E27FC236}">
                <a16:creationId xmlns:a16="http://schemas.microsoft.com/office/drawing/2014/main" id="{CA214F7A-A770-DD56-5D0B-9E28732A0D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5056" y="1865014"/>
            <a:ext cx="2598119" cy="2598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618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9" name="Google Shape;4149;p83"/>
          <p:cNvSpPr txBox="1">
            <a:spLocks noGrp="1"/>
          </p:cNvSpPr>
          <p:nvPr>
            <p:ph type="subTitle" idx="3"/>
          </p:nvPr>
        </p:nvSpPr>
        <p:spPr>
          <a:xfrm>
            <a:off x="975900" y="3421963"/>
            <a:ext cx="28677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it-IT" sz="1200" dirty="0"/>
              <a:t>I Transformer analizzano l'immagine tramite 'Sliding Windows'</a:t>
            </a:r>
            <a:endParaRPr sz="1200" dirty="0"/>
          </a:p>
        </p:txBody>
      </p:sp>
      <p:sp>
        <p:nvSpPr>
          <p:cNvPr id="4150" name="Google Shape;4150;p83"/>
          <p:cNvSpPr txBox="1">
            <a:spLocks noGrp="1"/>
          </p:cNvSpPr>
          <p:nvPr>
            <p:ph type="subTitle" idx="1"/>
          </p:nvPr>
        </p:nvSpPr>
        <p:spPr>
          <a:xfrm>
            <a:off x="975900" y="2787163"/>
            <a:ext cx="28677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it-IT" sz="1800" dirty="0"/>
              <a:t>Visione Globale</a:t>
            </a:r>
          </a:p>
          <a:p>
            <a:pPr marL="0" lvl="0" indent="0"/>
            <a:r>
              <a:rPr lang="it-IT" sz="1800" dirty="0"/>
              <a:t>(</a:t>
            </a:r>
            <a:r>
              <a:rPr lang="it-IT" sz="1800" dirty="0" err="1"/>
              <a:t>Swin</a:t>
            </a:r>
            <a:r>
              <a:rPr lang="it-IT" sz="1800" dirty="0"/>
              <a:t> Transformer-B)</a:t>
            </a:r>
            <a:endParaRPr sz="1800" dirty="0"/>
          </a:p>
        </p:txBody>
      </p:sp>
      <p:sp>
        <p:nvSpPr>
          <p:cNvPr id="4151" name="Google Shape;4151;p83"/>
          <p:cNvSpPr txBox="1">
            <a:spLocks noGrp="1"/>
          </p:cNvSpPr>
          <p:nvPr>
            <p:ph type="subTitle" idx="2"/>
          </p:nvPr>
        </p:nvSpPr>
        <p:spPr>
          <a:xfrm>
            <a:off x="5300400" y="2787163"/>
            <a:ext cx="28677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it-IT" sz="1800" dirty="0"/>
              <a:t>Visione Locale</a:t>
            </a:r>
          </a:p>
          <a:p>
            <a:pPr marL="0" lvl="0" indent="0"/>
            <a:r>
              <a:rPr lang="it-IT" sz="1800" dirty="0"/>
              <a:t>(YOLO v10 &amp; v11)</a:t>
            </a:r>
            <a:endParaRPr sz="1800" dirty="0"/>
          </a:p>
        </p:txBody>
      </p:sp>
      <p:sp>
        <p:nvSpPr>
          <p:cNvPr id="4152" name="Google Shape;4152;p83"/>
          <p:cNvSpPr txBox="1">
            <a:spLocks noGrp="1"/>
          </p:cNvSpPr>
          <p:nvPr>
            <p:ph type="subTitle" idx="4"/>
          </p:nvPr>
        </p:nvSpPr>
        <p:spPr>
          <a:xfrm>
            <a:off x="5300400" y="3345738"/>
            <a:ext cx="2867700" cy="96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it-IT" sz="1200" dirty="0"/>
              <a:t>Ensemble di due versioni di YOLO per localizzare i </a:t>
            </a:r>
            <a:r>
              <a:rPr lang="it-IT" sz="1200" dirty="0" err="1"/>
              <a:t>bounding</a:t>
            </a:r>
            <a:r>
              <a:rPr lang="it-IT" sz="1200" dirty="0"/>
              <a:t> box.</a:t>
            </a:r>
          </a:p>
          <a:p>
            <a:pPr marL="0" lvl="0" indent="0"/>
            <a:r>
              <a:rPr lang="it-IT" sz="1200" dirty="0"/>
              <a:t>Utilizzo del </a:t>
            </a:r>
            <a:r>
              <a:rPr lang="it-IT" sz="1200" dirty="0" err="1"/>
              <a:t>Weighted</a:t>
            </a:r>
            <a:r>
              <a:rPr lang="it-IT" sz="1200" dirty="0"/>
              <a:t> Box Fusion (WBF) invece di algoritmi semplici che scartano i box (come NMS)</a:t>
            </a:r>
            <a:endParaRPr sz="1200" dirty="0"/>
          </a:p>
        </p:txBody>
      </p:sp>
      <p:sp>
        <p:nvSpPr>
          <p:cNvPr id="4153" name="Google Shape;4153;p83"/>
          <p:cNvSpPr/>
          <p:nvPr/>
        </p:nvSpPr>
        <p:spPr>
          <a:xfrm>
            <a:off x="2018550" y="1928563"/>
            <a:ext cx="782400" cy="7824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4" name="Google Shape;4154;p8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102194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ENSEMBLE MULTI-LIVELLO</a:t>
            </a:r>
          </a:p>
        </p:txBody>
      </p:sp>
      <p:sp>
        <p:nvSpPr>
          <p:cNvPr id="4155" name="Google Shape;4155;p83"/>
          <p:cNvSpPr/>
          <p:nvPr/>
        </p:nvSpPr>
        <p:spPr>
          <a:xfrm>
            <a:off x="6343050" y="1928563"/>
            <a:ext cx="782400" cy="7824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56" name="Google Shape;4156;p83"/>
          <p:cNvGrpSpPr/>
          <p:nvPr/>
        </p:nvGrpSpPr>
        <p:grpSpPr>
          <a:xfrm>
            <a:off x="2180789" y="2117158"/>
            <a:ext cx="457922" cy="405213"/>
            <a:chOff x="2894282" y="1203620"/>
            <a:chExt cx="457922" cy="405213"/>
          </a:xfrm>
        </p:grpSpPr>
        <p:sp>
          <p:nvSpPr>
            <p:cNvPr id="4157" name="Google Shape;4157;p83"/>
            <p:cNvSpPr/>
            <p:nvPr/>
          </p:nvSpPr>
          <p:spPr>
            <a:xfrm>
              <a:off x="2906899" y="1314930"/>
              <a:ext cx="120244" cy="120981"/>
            </a:xfrm>
            <a:custGeom>
              <a:avLst/>
              <a:gdLst/>
              <a:ahLst/>
              <a:cxnLst/>
              <a:rect l="l" t="t" r="r" b="b"/>
              <a:pathLst>
                <a:path w="3755" h="3778" extrusionOk="0">
                  <a:moveTo>
                    <a:pt x="1530" y="0"/>
                  </a:moveTo>
                  <a:cubicBezTo>
                    <a:pt x="1437" y="0"/>
                    <a:pt x="1437" y="93"/>
                    <a:pt x="1437" y="209"/>
                  </a:cubicBezTo>
                  <a:lnTo>
                    <a:pt x="1437" y="1368"/>
                  </a:lnTo>
                  <a:lnTo>
                    <a:pt x="1345" y="1460"/>
                  </a:lnTo>
                  <a:lnTo>
                    <a:pt x="186" y="1460"/>
                  </a:lnTo>
                  <a:cubicBezTo>
                    <a:pt x="93" y="1460"/>
                    <a:pt x="0" y="1460"/>
                    <a:pt x="0" y="1553"/>
                  </a:cubicBezTo>
                  <a:lnTo>
                    <a:pt x="0" y="2318"/>
                  </a:lnTo>
                  <a:cubicBezTo>
                    <a:pt x="0" y="2318"/>
                    <a:pt x="93" y="2411"/>
                    <a:pt x="186" y="2411"/>
                  </a:cubicBezTo>
                  <a:lnTo>
                    <a:pt x="1345" y="2411"/>
                  </a:lnTo>
                  <a:cubicBezTo>
                    <a:pt x="1345" y="2411"/>
                    <a:pt x="1437" y="2411"/>
                    <a:pt x="1437" y="2526"/>
                  </a:cubicBezTo>
                  <a:lnTo>
                    <a:pt x="1437" y="3685"/>
                  </a:lnTo>
                  <a:cubicBezTo>
                    <a:pt x="1437" y="3778"/>
                    <a:pt x="1437" y="3778"/>
                    <a:pt x="1530" y="3778"/>
                  </a:cubicBezTo>
                  <a:lnTo>
                    <a:pt x="2202" y="3778"/>
                  </a:lnTo>
                  <a:cubicBezTo>
                    <a:pt x="2318" y="3778"/>
                    <a:pt x="2411" y="3778"/>
                    <a:pt x="2411" y="3685"/>
                  </a:cubicBezTo>
                  <a:lnTo>
                    <a:pt x="2411" y="2526"/>
                  </a:lnTo>
                  <a:cubicBezTo>
                    <a:pt x="2411" y="2411"/>
                    <a:pt x="2411" y="2411"/>
                    <a:pt x="2503" y="2411"/>
                  </a:cubicBezTo>
                  <a:lnTo>
                    <a:pt x="3662" y="2411"/>
                  </a:lnTo>
                  <a:cubicBezTo>
                    <a:pt x="3755" y="2411"/>
                    <a:pt x="3755" y="2318"/>
                    <a:pt x="3755" y="2318"/>
                  </a:cubicBezTo>
                  <a:lnTo>
                    <a:pt x="3755" y="1553"/>
                  </a:lnTo>
                  <a:cubicBezTo>
                    <a:pt x="3755" y="1460"/>
                    <a:pt x="3755" y="1460"/>
                    <a:pt x="3662" y="1460"/>
                  </a:cubicBezTo>
                  <a:lnTo>
                    <a:pt x="2503" y="1460"/>
                  </a:lnTo>
                  <a:cubicBezTo>
                    <a:pt x="2411" y="1460"/>
                    <a:pt x="2411" y="1368"/>
                    <a:pt x="2411" y="1368"/>
                  </a:cubicBezTo>
                  <a:lnTo>
                    <a:pt x="2411" y="209"/>
                  </a:lnTo>
                  <a:cubicBezTo>
                    <a:pt x="2411" y="93"/>
                    <a:pt x="2318" y="0"/>
                    <a:pt x="22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83"/>
            <p:cNvSpPr/>
            <p:nvPr/>
          </p:nvSpPr>
          <p:spPr>
            <a:xfrm>
              <a:off x="3098361" y="1228854"/>
              <a:ext cx="194473" cy="58633"/>
            </a:xfrm>
            <a:custGeom>
              <a:avLst/>
              <a:gdLst/>
              <a:ahLst/>
              <a:cxnLst/>
              <a:rect l="l" t="t" r="r" b="b"/>
              <a:pathLst>
                <a:path w="6073" h="1831" extrusionOk="0">
                  <a:moveTo>
                    <a:pt x="6073" y="0"/>
                  </a:moveTo>
                  <a:lnTo>
                    <a:pt x="1" y="464"/>
                  </a:lnTo>
                  <a:lnTo>
                    <a:pt x="1" y="1344"/>
                  </a:lnTo>
                  <a:lnTo>
                    <a:pt x="5702" y="1831"/>
                  </a:lnTo>
                  <a:lnTo>
                    <a:pt x="60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83"/>
            <p:cNvSpPr/>
            <p:nvPr/>
          </p:nvSpPr>
          <p:spPr>
            <a:xfrm>
              <a:off x="3280922" y="1234778"/>
              <a:ext cx="27507" cy="46048"/>
            </a:xfrm>
            <a:custGeom>
              <a:avLst/>
              <a:gdLst/>
              <a:ahLst/>
              <a:cxnLst/>
              <a:rect l="l" t="t" r="r" b="b"/>
              <a:pathLst>
                <a:path w="859" h="1438" extrusionOk="0">
                  <a:moveTo>
                    <a:pt x="1" y="0"/>
                  </a:moveTo>
                  <a:lnTo>
                    <a:pt x="1" y="1437"/>
                  </a:lnTo>
                  <a:lnTo>
                    <a:pt x="858" y="1159"/>
                  </a:lnTo>
                  <a:lnTo>
                    <a:pt x="858" y="2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83"/>
            <p:cNvSpPr/>
            <p:nvPr/>
          </p:nvSpPr>
          <p:spPr>
            <a:xfrm>
              <a:off x="3055323" y="1271892"/>
              <a:ext cx="268669" cy="336941"/>
            </a:xfrm>
            <a:custGeom>
              <a:avLst/>
              <a:gdLst/>
              <a:ahLst/>
              <a:cxnLst/>
              <a:rect l="l" t="t" r="r" b="b"/>
              <a:pathLst>
                <a:path w="8390" h="10522" extrusionOk="0">
                  <a:moveTo>
                    <a:pt x="1345" y="0"/>
                  </a:moveTo>
                  <a:cubicBezTo>
                    <a:pt x="580" y="0"/>
                    <a:pt x="1" y="580"/>
                    <a:pt x="1" y="1252"/>
                  </a:cubicBezTo>
                  <a:lnTo>
                    <a:pt x="1" y="2016"/>
                  </a:lnTo>
                  <a:cubicBezTo>
                    <a:pt x="1" y="2016"/>
                    <a:pt x="2897" y="10522"/>
                    <a:pt x="3570" y="10522"/>
                  </a:cubicBezTo>
                  <a:lnTo>
                    <a:pt x="7138" y="10522"/>
                  </a:lnTo>
                  <a:cubicBezTo>
                    <a:pt x="7811" y="10522"/>
                    <a:pt x="8390" y="9942"/>
                    <a:pt x="8390" y="9270"/>
                  </a:cubicBezTo>
                  <a:lnTo>
                    <a:pt x="8390" y="1252"/>
                  </a:lnTo>
                  <a:cubicBezTo>
                    <a:pt x="8390" y="580"/>
                    <a:pt x="7811" y="0"/>
                    <a:pt x="71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83"/>
            <p:cNvSpPr/>
            <p:nvPr/>
          </p:nvSpPr>
          <p:spPr>
            <a:xfrm>
              <a:off x="3280922" y="1271892"/>
              <a:ext cx="71282" cy="336941"/>
            </a:xfrm>
            <a:custGeom>
              <a:avLst/>
              <a:gdLst/>
              <a:ahLst/>
              <a:cxnLst/>
              <a:rect l="l" t="t" r="r" b="b"/>
              <a:pathLst>
                <a:path w="2226" h="10522" extrusionOk="0">
                  <a:moveTo>
                    <a:pt x="1" y="0"/>
                  </a:moveTo>
                  <a:cubicBezTo>
                    <a:pt x="766" y="0"/>
                    <a:pt x="1345" y="580"/>
                    <a:pt x="1345" y="1252"/>
                  </a:cubicBezTo>
                  <a:lnTo>
                    <a:pt x="1345" y="2016"/>
                  </a:lnTo>
                  <a:lnTo>
                    <a:pt x="1646" y="5609"/>
                  </a:lnTo>
                  <a:lnTo>
                    <a:pt x="1345" y="8598"/>
                  </a:lnTo>
                  <a:lnTo>
                    <a:pt x="1345" y="9270"/>
                  </a:lnTo>
                  <a:cubicBezTo>
                    <a:pt x="1345" y="9942"/>
                    <a:pt x="766" y="10522"/>
                    <a:pt x="1" y="10522"/>
                  </a:cubicBezTo>
                  <a:lnTo>
                    <a:pt x="858" y="10522"/>
                  </a:lnTo>
                  <a:cubicBezTo>
                    <a:pt x="1646" y="10522"/>
                    <a:pt x="2226" y="9942"/>
                    <a:pt x="2226" y="9270"/>
                  </a:cubicBezTo>
                  <a:lnTo>
                    <a:pt x="2226" y="8598"/>
                  </a:lnTo>
                  <a:lnTo>
                    <a:pt x="1739" y="5609"/>
                  </a:lnTo>
                  <a:lnTo>
                    <a:pt x="2226" y="2016"/>
                  </a:lnTo>
                  <a:lnTo>
                    <a:pt x="2226" y="1252"/>
                  </a:lnTo>
                  <a:cubicBezTo>
                    <a:pt x="2226" y="580"/>
                    <a:pt x="1646" y="0"/>
                    <a:pt x="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83"/>
            <p:cNvSpPr/>
            <p:nvPr/>
          </p:nvSpPr>
          <p:spPr>
            <a:xfrm>
              <a:off x="3079820" y="1203620"/>
              <a:ext cx="222652" cy="40092"/>
            </a:xfrm>
            <a:custGeom>
              <a:avLst/>
              <a:gdLst/>
              <a:ahLst/>
              <a:cxnLst/>
              <a:rect l="l" t="t" r="r" b="b"/>
              <a:pathLst>
                <a:path w="6953" h="1252" extrusionOk="0">
                  <a:moveTo>
                    <a:pt x="278" y="0"/>
                  </a:moveTo>
                  <a:cubicBezTo>
                    <a:pt x="93" y="0"/>
                    <a:pt x="0" y="93"/>
                    <a:pt x="0" y="301"/>
                  </a:cubicBezTo>
                  <a:lnTo>
                    <a:pt x="0" y="973"/>
                  </a:lnTo>
                  <a:cubicBezTo>
                    <a:pt x="0" y="1159"/>
                    <a:pt x="93" y="1252"/>
                    <a:pt x="278" y="1252"/>
                  </a:cubicBezTo>
                  <a:lnTo>
                    <a:pt x="6652" y="1252"/>
                  </a:lnTo>
                  <a:cubicBezTo>
                    <a:pt x="6767" y="1252"/>
                    <a:pt x="6953" y="1159"/>
                    <a:pt x="6953" y="973"/>
                  </a:cubicBezTo>
                  <a:lnTo>
                    <a:pt x="6953" y="301"/>
                  </a:lnTo>
                  <a:cubicBezTo>
                    <a:pt x="6953" y="93"/>
                    <a:pt x="6767" y="0"/>
                    <a:pt x="66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83"/>
            <p:cNvSpPr/>
            <p:nvPr/>
          </p:nvSpPr>
          <p:spPr>
            <a:xfrm>
              <a:off x="3289824" y="1203620"/>
              <a:ext cx="37146" cy="40092"/>
            </a:xfrm>
            <a:custGeom>
              <a:avLst/>
              <a:gdLst/>
              <a:ahLst/>
              <a:cxnLst/>
              <a:rect l="l" t="t" r="r" b="b"/>
              <a:pathLst>
                <a:path w="1160" h="1252" extrusionOk="0">
                  <a:moveTo>
                    <a:pt x="1" y="0"/>
                  </a:moveTo>
                  <a:cubicBezTo>
                    <a:pt x="209" y="0"/>
                    <a:pt x="302" y="93"/>
                    <a:pt x="302" y="301"/>
                  </a:cubicBezTo>
                  <a:lnTo>
                    <a:pt x="302" y="973"/>
                  </a:lnTo>
                  <a:cubicBezTo>
                    <a:pt x="302" y="1159"/>
                    <a:pt x="209" y="1252"/>
                    <a:pt x="1" y="1252"/>
                  </a:cubicBezTo>
                  <a:lnTo>
                    <a:pt x="882" y="1252"/>
                  </a:lnTo>
                  <a:cubicBezTo>
                    <a:pt x="1067" y="1252"/>
                    <a:pt x="1160" y="1159"/>
                    <a:pt x="1160" y="973"/>
                  </a:cubicBezTo>
                  <a:lnTo>
                    <a:pt x="1160" y="301"/>
                  </a:lnTo>
                  <a:cubicBezTo>
                    <a:pt x="1160" y="93"/>
                    <a:pt x="1067" y="0"/>
                    <a:pt x="8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83"/>
            <p:cNvSpPr/>
            <p:nvPr/>
          </p:nvSpPr>
          <p:spPr>
            <a:xfrm>
              <a:off x="3055323" y="1336449"/>
              <a:ext cx="290220" cy="210804"/>
            </a:xfrm>
            <a:custGeom>
              <a:avLst/>
              <a:gdLst/>
              <a:ahLst/>
              <a:cxnLst/>
              <a:rect l="l" t="t" r="r" b="b"/>
              <a:pathLst>
                <a:path w="9063" h="6583" extrusionOk="0">
                  <a:moveTo>
                    <a:pt x="1" y="0"/>
                  </a:moveTo>
                  <a:lnTo>
                    <a:pt x="1" y="6582"/>
                  </a:lnTo>
                  <a:lnTo>
                    <a:pt x="8390" y="6582"/>
                  </a:lnTo>
                  <a:lnTo>
                    <a:pt x="9062" y="5215"/>
                  </a:lnTo>
                  <a:lnTo>
                    <a:pt x="839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83"/>
            <p:cNvSpPr/>
            <p:nvPr/>
          </p:nvSpPr>
          <p:spPr>
            <a:xfrm>
              <a:off x="3323960" y="1336449"/>
              <a:ext cx="28244" cy="210804"/>
            </a:xfrm>
            <a:custGeom>
              <a:avLst/>
              <a:gdLst/>
              <a:ahLst/>
              <a:cxnLst/>
              <a:rect l="l" t="t" r="r" b="b"/>
              <a:pathLst>
                <a:path w="882" h="6583" extrusionOk="0">
                  <a:moveTo>
                    <a:pt x="1" y="0"/>
                  </a:moveTo>
                  <a:lnTo>
                    <a:pt x="1" y="6582"/>
                  </a:lnTo>
                  <a:lnTo>
                    <a:pt x="882" y="6582"/>
                  </a:lnTo>
                  <a:lnTo>
                    <a:pt x="88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83"/>
            <p:cNvSpPr/>
            <p:nvPr/>
          </p:nvSpPr>
          <p:spPr>
            <a:xfrm>
              <a:off x="3156995" y="1395819"/>
              <a:ext cx="92801" cy="92801"/>
            </a:xfrm>
            <a:custGeom>
              <a:avLst/>
              <a:gdLst/>
              <a:ahLst/>
              <a:cxnLst/>
              <a:rect l="l" t="t" r="r" b="b"/>
              <a:pathLst>
                <a:path w="2898" h="2898" extrusionOk="0">
                  <a:moveTo>
                    <a:pt x="765" y="0"/>
                  </a:moveTo>
                  <a:cubicBezTo>
                    <a:pt x="302" y="0"/>
                    <a:pt x="1" y="278"/>
                    <a:pt x="1" y="672"/>
                  </a:cubicBezTo>
                  <a:lnTo>
                    <a:pt x="1" y="2109"/>
                  </a:lnTo>
                  <a:cubicBezTo>
                    <a:pt x="1" y="2503"/>
                    <a:pt x="302" y="2897"/>
                    <a:pt x="765" y="2897"/>
                  </a:cubicBezTo>
                  <a:lnTo>
                    <a:pt x="2133" y="2897"/>
                  </a:lnTo>
                  <a:cubicBezTo>
                    <a:pt x="2503" y="2897"/>
                    <a:pt x="2897" y="2503"/>
                    <a:pt x="2897" y="2109"/>
                  </a:cubicBezTo>
                  <a:lnTo>
                    <a:pt x="2897" y="672"/>
                  </a:lnTo>
                  <a:cubicBezTo>
                    <a:pt x="2897" y="278"/>
                    <a:pt x="2503" y="0"/>
                    <a:pt x="21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83"/>
            <p:cNvSpPr/>
            <p:nvPr/>
          </p:nvSpPr>
          <p:spPr>
            <a:xfrm>
              <a:off x="2894282" y="1463355"/>
              <a:ext cx="179614" cy="145478"/>
            </a:xfrm>
            <a:custGeom>
              <a:avLst/>
              <a:gdLst/>
              <a:ahLst/>
              <a:cxnLst/>
              <a:rect l="l" t="t" r="r" b="b"/>
              <a:pathLst>
                <a:path w="5609" h="4543" extrusionOk="0">
                  <a:moveTo>
                    <a:pt x="2318" y="0"/>
                  </a:moveTo>
                  <a:cubicBezTo>
                    <a:pt x="1067" y="0"/>
                    <a:pt x="1" y="1066"/>
                    <a:pt x="1" y="2318"/>
                  </a:cubicBezTo>
                  <a:cubicBezTo>
                    <a:pt x="1" y="3569"/>
                    <a:pt x="1067" y="4543"/>
                    <a:pt x="2318" y="4543"/>
                  </a:cubicBezTo>
                  <a:lnTo>
                    <a:pt x="5030" y="4543"/>
                  </a:lnTo>
                  <a:lnTo>
                    <a:pt x="5609" y="2318"/>
                  </a:lnTo>
                  <a:lnTo>
                    <a:pt x="50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83"/>
            <p:cNvSpPr/>
            <p:nvPr/>
          </p:nvSpPr>
          <p:spPr>
            <a:xfrm>
              <a:off x="3067203" y="1463355"/>
              <a:ext cx="151434" cy="145478"/>
            </a:xfrm>
            <a:custGeom>
              <a:avLst/>
              <a:gdLst/>
              <a:ahLst/>
              <a:cxnLst/>
              <a:rect l="l" t="t" r="r" b="b"/>
              <a:pathLst>
                <a:path w="4729" h="4543" extrusionOk="0">
                  <a:moveTo>
                    <a:pt x="487" y="0"/>
                  </a:moveTo>
                  <a:lnTo>
                    <a:pt x="0" y="2318"/>
                  </a:lnTo>
                  <a:lnTo>
                    <a:pt x="487" y="4543"/>
                  </a:lnTo>
                  <a:lnTo>
                    <a:pt x="2411" y="4543"/>
                  </a:lnTo>
                  <a:cubicBezTo>
                    <a:pt x="3106" y="4543"/>
                    <a:pt x="3685" y="4357"/>
                    <a:pt x="4056" y="3871"/>
                  </a:cubicBezTo>
                  <a:cubicBezTo>
                    <a:pt x="4450" y="3477"/>
                    <a:pt x="4728" y="2897"/>
                    <a:pt x="4728" y="2318"/>
                  </a:cubicBezTo>
                  <a:cubicBezTo>
                    <a:pt x="4728" y="1066"/>
                    <a:pt x="3685" y="0"/>
                    <a:pt x="24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83"/>
            <p:cNvSpPr/>
            <p:nvPr/>
          </p:nvSpPr>
          <p:spPr>
            <a:xfrm>
              <a:off x="3144378" y="1463355"/>
              <a:ext cx="99494" cy="145478"/>
            </a:xfrm>
            <a:custGeom>
              <a:avLst/>
              <a:gdLst/>
              <a:ahLst/>
              <a:cxnLst/>
              <a:rect l="l" t="t" r="r" b="b"/>
              <a:pathLst>
                <a:path w="3107" h="4543" extrusionOk="0">
                  <a:moveTo>
                    <a:pt x="1" y="0"/>
                  </a:moveTo>
                  <a:cubicBezTo>
                    <a:pt x="1275" y="0"/>
                    <a:pt x="2225" y="1066"/>
                    <a:pt x="2225" y="2318"/>
                  </a:cubicBezTo>
                  <a:cubicBezTo>
                    <a:pt x="2225" y="2897"/>
                    <a:pt x="1947" y="3477"/>
                    <a:pt x="1553" y="3871"/>
                  </a:cubicBezTo>
                  <a:cubicBezTo>
                    <a:pt x="1159" y="4357"/>
                    <a:pt x="580" y="4543"/>
                    <a:pt x="1" y="4543"/>
                  </a:cubicBezTo>
                  <a:lnTo>
                    <a:pt x="789" y="4543"/>
                  </a:lnTo>
                  <a:cubicBezTo>
                    <a:pt x="1461" y="4543"/>
                    <a:pt x="2040" y="4357"/>
                    <a:pt x="2434" y="3871"/>
                  </a:cubicBezTo>
                  <a:cubicBezTo>
                    <a:pt x="2805" y="3477"/>
                    <a:pt x="3106" y="2897"/>
                    <a:pt x="3106" y="2318"/>
                  </a:cubicBezTo>
                  <a:cubicBezTo>
                    <a:pt x="3106" y="1066"/>
                    <a:pt x="2040" y="0"/>
                    <a:pt x="7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83"/>
            <p:cNvSpPr/>
            <p:nvPr/>
          </p:nvSpPr>
          <p:spPr>
            <a:xfrm>
              <a:off x="3055323" y="1463355"/>
              <a:ext cx="27507" cy="145478"/>
            </a:xfrm>
            <a:custGeom>
              <a:avLst/>
              <a:gdLst/>
              <a:ahLst/>
              <a:cxnLst/>
              <a:rect l="l" t="t" r="r" b="b"/>
              <a:pathLst>
                <a:path w="859" h="4543" extrusionOk="0">
                  <a:moveTo>
                    <a:pt x="1" y="0"/>
                  </a:moveTo>
                  <a:lnTo>
                    <a:pt x="1" y="4543"/>
                  </a:lnTo>
                  <a:lnTo>
                    <a:pt x="858" y="4543"/>
                  </a:lnTo>
                  <a:lnTo>
                    <a:pt x="85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71" name="Google Shape;4171;p83"/>
          <p:cNvGrpSpPr/>
          <p:nvPr/>
        </p:nvGrpSpPr>
        <p:grpSpPr>
          <a:xfrm>
            <a:off x="6520868" y="2090798"/>
            <a:ext cx="426764" cy="457922"/>
            <a:chOff x="8698456" y="3225873"/>
            <a:chExt cx="426764" cy="457922"/>
          </a:xfrm>
        </p:grpSpPr>
        <p:sp>
          <p:nvSpPr>
            <p:cNvPr id="4172" name="Google Shape;4172;p83"/>
            <p:cNvSpPr/>
            <p:nvPr/>
          </p:nvSpPr>
          <p:spPr>
            <a:xfrm>
              <a:off x="8698456" y="3225873"/>
              <a:ext cx="401530" cy="457922"/>
            </a:xfrm>
            <a:custGeom>
              <a:avLst/>
              <a:gdLst/>
              <a:ahLst/>
              <a:cxnLst/>
              <a:rect l="l" t="t" r="r" b="b"/>
              <a:pathLst>
                <a:path w="12539" h="14300" extrusionOk="0">
                  <a:moveTo>
                    <a:pt x="6652" y="2318"/>
                  </a:moveTo>
                  <a:cubicBezTo>
                    <a:pt x="7718" y="2318"/>
                    <a:pt x="8969" y="2898"/>
                    <a:pt x="9642" y="3570"/>
                  </a:cubicBezTo>
                  <a:cubicBezTo>
                    <a:pt x="10429" y="4358"/>
                    <a:pt x="11009" y="5609"/>
                    <a:pt x="11009" y="6768"/>
                  </a:cubicBezTo>
                  <a:cubicBezTo>
                    <a:pt x="11009" y="7834"/>
                    <a:pt x="10429" y="9178"/>
                    <a:pt x="9642" y="9850"/>
                  </a:cubicBezTo>
                  <a:cubicBezTo>
                    <a:pt x="8969" y="10522"/>
                    <a:pt x="7718" y="10916"/>
                    <a:pt x="6559" y="10916"/>
                  </a:cubicBezTo>
                  <a:cubicBezTo>
                    <a:pt x="4427" y="10916"/>
                    <a:pt x="2225" y="8900"/>
                    <a:pt x="2225" y="6768"/>
                  </a:cubicBezTo>
                  <a:cubicBezTo>
                    <a:pt x="2225" y="5609"/>
                    <a:pt x="2805" y="4358"/>
                    <a:pt x="3570" y="3570"/>
                  </a:cubicBezTo>
                  <a:cubicBezTo>
                    <a:pt x="4242" y="2898"/>
                    <a:pt x="5586" y="2318"/>
                    <a:pt x="6652" y="2318"/>
                  </a:cubicBezTo>
                  <a:close/>
                  <a:moveTo>
                    <a:pt x="6281" y="1"/>
                  </a:moveTo>
                  <a:cubicBezTo>
                    <a:pt x="2689" y="302"/>
                    <a:pt x="1" y="3199"/>
                    <a:pt x="1" y="6768"/>
                  </a:cubicBezTo>
                  <a:lnTo>
                    <a:pt x="1" y="13419"/>
                  </a:lnTo>
                  <a:cubicBezTo>
                    <a:pt x="1" y="13906"/>
                    <a:pt x="371" y="14300"/>
                    <a:pt x="858" y="14300"/>
                  </a:cubicBezTo>
                  <a:lnTo>
                    <a:pt x="3176" y="14300"/>
                  </a:lnTo>
                  <a:lnTo>
                    <a:pt x="6652" y="13720"/>
                  </a:lnTo>
                  <a:lnTo>
                    <a:pt x="10128" y="14300"/>
                  </a:lnTo>
                  <a:lnTo>
                    <a:pt x="11681" y="14300"/>
                  </a:lnTo>
                  <a:cubicBezTo>
                    <a:pt x="12168" y="14300"/>
                    <a:pt x="12538" y="13906"/>
                    <a:pt x="12538" y="13419"/>
                  </a:cubicBezTo>
                  <a:lnTo>
                    <a:pt x="12538" y="6768"/>
                  </a:lnTo>
                  <a:cubicBezTo>
                    <a:pt x="12538" y="2990"/>
                    <a:pt x="9757" y="209"/>
                    <a:pt x="66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83"/>
            <p:cNvSpPr/>
            <p:nvPr/>
          </p:nvSpPr>
          <p:spPr>
            <a:xfrm>
              <a:off x="8899589" y="3225873"/>
              <a:ext cx="225631" cy="457922"/>
            </a:xfrm>
            <a:custGeom>
              <a:avLst/>
              <a:gdLst/>
              <a:ahLst/>
              <a:cxnLst/>
              <a:rect l="l" t="t" r="r" b="b"/>
              <a:pathLst>
                <a:path w="7046" h="14300" extrusionOk="0">
                  <a:moveTo>
                    <a:pt x="0" y="1"/>
                  </a:moveTo>
                  <a:cubicBezTo>
                    <a:pt x="3476" y="302"/>
                    <a:pt x="6257" y="3199"/>
                    <a:pt x="6257" y="6768"/>
                  </a:cubicBezTo>
                  <a:lnTo>
                    <a:pt x="6257" y="13419"/>
                  </a:lnTo>
                  <a:cubicBezTo>
                    <a:pt x="6257" y="13906"/>
                    <a:pt x="5887" y="14300"/>
                    <a:pt x="5400" y="14300"/>
                  </a:cubicBezTo>
                  <a:lnTo>
                    <a:pt x="6257" y="14300"/>
                  </a:lnTo>
                  <a:cubicBezTo>
                    <a:pt x="6651" y="14300"/>
                    <a:pt x="7045" y="13906"/>
                    <a:pt x="7045" y="13419"/>
                  </a:cubicBezTo>
                  <a:lnTo>
                    <a:pt x="7045" y="6768"/>
                  </a:lnTo>
                  <a:cubicBezTo>
                    <a:pt x="7045" y="2990"/>
                    <a:pt x="4056" y="1"/>
                    <a:pt x="3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83"/>
            <p:cNvSpPr/>
            <p:nvPr/>
          </p:nvSpPr>
          <p:spPr>
            <a:xfrm>
              <a:off x="8757089" y="3284506"/>
              <a:ext cx="309497" cy="312476"/>
            </a:xfrm>
            <a:custGeom>
              <a:avLst/>
              <a:gdLst/>
              <a:ahLst/>
              <a:cxnLst/>
              <a:rect l="l" t="t" r="r" b="b"/>
              <a:pathLst>
                <a:path w="9665" h="9758" extrusionOk="0">
                  <a:moveTo>
                    <a:pt x="4821" y="881"/>
                  </a:moveTo>
                  <a:cubicBezTo>
                    <a:pt x="5887" y="881"/>
                    <a:pt x="6953" y="1368"/>
                    <a:pt x="7625" y="2040"/>
                  </a:cubicBezTo>
                  <a:cubicBezTo>
                    <a:pt x="8390" y="2805"/>
                    <a:pt x="8784" y="3778"/>
                    <a:pt x="8784" y="4937"/>
                  </a:cubicBezTo>
                  <a:cubicBezTo>
                    <a:pt x="8784" y="6003"/>
                    <a:pt x="8390" y="6953"/>
                    <a:pt x="7625" y="7741"/>
                  </a:cubicBezTo>
                  <a:cubicBezTo>
                    <a:pt x="6953" y="8413"/>
                    <a:pt x="5887" y="8900"/>
                    <a:pt x="4821" y="8900"/>
                  </a:cubicBezTo>
                  <a:cubicBezTo>
                    <a:pt x="2596" y="8900"/>
                    <a:pt x="858" y="7069"/>
                    <a:pt x="858" y="4937"/>
                  </a:cubicBezTo>
                  <a:cubicBezTo>
                    <a:pt x="858" y="3778"/>
                    <a:pt x="1252" y="2805"/>
                    <a:pt x="2017" y="2040"/>
                  </a:cubicBezTo>
                  <a:cubicBezTo>
                    <a:pt x="2712" y="1368"/>
                    <a:pt x="3755" y="881"/>
                    <a:pt x="4821" y="881"/>
                  </a:cubicBezTo>
                  <a:close/>
                  <a:moveTo>
                    <a:pt x="4821" y="1"/>
                  </a:moveTo>
                  <a:cubicBezTo>
                    <a:pt x="3477" y="1"/>
                    <a:pt x="2318" y="580"/>
                    <a:pt x="1437" y="1461"/>
                  </a:cubicBezTo>
                  <a:cubicBezTo>
                    <a:pt x="580" y="2318"/>
                    <a:pt x="0" y="3593"/>
                    <a:pt x="0" y="4937"/>
                  </a:cubicBezTo>
                  <a:cubicBezTo>
                    <a:pt x="0" y="7533"/>
                    <a:pt x="2133" y="9757"/>
                    <a:pt x="4821" y="9757"/>
                  </a:cubicBezTo>
                  <a:cubicBezTo>
                    <a:pt x="6188" y="9757"/>
                    <a:pt x="7347" y="9178"/>
                    <a:pt x="8297" y="8320"/>
                  </a:cubicBezTo>
                  <a:cubicBezTo>
                    <a:pt x="9178" y="7440"/>
                    <a:pt x="9665" y="6188"/>
                    <a:pt x="9665" y="4937"/>
                  </a:cubicBezTo>
                  <a:cubicBezTo>
                    <a:pt x="9665" y="3593"/>
                    <a:pt x="9178" y="2318"/>
                    <a:pt x="8297" y="1461"/>
                  </a:cubicBezTo>
                  <a:cubicBezTo>
                    <a:pt x="7347" y="580"/>
                    <a:pt x="6188" y="1"/>
                    <a:pt x="48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83"/>
            <p:cNvSpPr/>
            <p:nvPr/>
          </p:nvSpPr>
          <p:spPr>
            <a:xfrm>
              <a:off x="8738548" y="3578377"/>
              <a:ext cx="40092" cy="43839"/>
            </a:xfrm>
            <a:custGeom>
              <a:avLst/>
              <a:gdLst/>
              <a:ahLst/>
              <a:cxnLst/>
              <a:rect l="l" t="t" r="r" b="b"/>
              <a:pathLst>
                <a:path w="1252" h="1369" extrusionOk="0">
                  <a:moveTo>
                    <a:pt x="672" y="1"/>
                  </a:moveTo>
                  <a:cubicBezTo>
                    <a:pt x="278" y="1"/>
                    <a:pt x="0" y="302"/>
                    <a:pt x="0" y="673"/>
                  </a:cubicBezTo>
                  <a:cubicBezTo>
                    <a:pt x="0" y="1067"/>
                    <a:pt x="278" y="1368"/>
                    <a:pt x="672" y="1368"/>
                  </a:cubicBezTo>
                  <a:cubicBezTo>
                    <a:pt x="973" y="1368"/>
                    <a:pt x="1252" y="1067"/>
                    <a:pt x="1252" y="673"/>
                  </a:cubicBezTo>
                  <a:cubicBezTo>
                    <a:pt x="1252" y="302"/>
                    <a:pt x="973" y="1"/>
                    <a:pt x="6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83"/>
            <p:cNvSpPr/>
            <p:nvPr/>
          </p:nvSpPr>
          <p:spPr>
            <a:xfrm>
              <a:off x="8862475" y="3442569"/>
              <a:ext cx="70514" cy="37146"/>
            </a:xfrm>
            <a:custGeom>
              <a:avLst/>
              <a:gdLst/>
              <a:ahLst/>
              <a:cxnLst/>
              <a:rect l="l" t="t" r="r" b="b"/>
              <a:pathLst>
                <a:path w="2202" h="1160" extrusionOk="0">
                  <a:moveTo>
                    <a:pt x="464" y="1"/>
                  </a:moveTo>
                  <a:cubicBezTo>
                    <a:pt x="186" y="1"/>
                    <a:pt x="0" y="186"/>
                    <a:pt x="0" y="488"/>
                  </a:cubicBezTo>
                  <a:cubicBezTo>
                    <a:pt x="0" y="673"/>
                    <a:pt x="186" y="858"/>
                    <a:pt x="464" y="858"/>
                  </a:cubicBezTo>
                  <a:lnTo>
                    <a:pt x="1159" y="1160"/>
                  </a:lnTo>
                  <a:lnTo>
                    <a:pt x="1831" y="858"/>
                  </a:lnTo>
                  <a:cubicBezTo>
                    <a:pt x="2017" y="858"/>
                    <a:pt x="2202" y="673"/>
                    <a:pt x="2202" y="488"/>
                  </a:cubicBezTo>
                  <a:cubicBezTo>
                    <a:pt x="2202" y="186"/>
                    <a:pt x="2017" y="1"/>
                    <a:pt x="1831" y="1"/>
                  </a:cubicBezTo>
                  <a:close/>
                </a:path>
              </a:pathLst>
            </a:custGeom>
            <a:solidFill>
              <a:srgbClr val="CBB0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83"/>
            <p:cNvSpPr/>
            <p:nvPr/>
          </p:nvSpPr>
          <p:spPr>
            <a:xfrm>
              <a:off x="8918131" y="3442569"/>
              <a:ext cx="43070" cy="37146"/>
            </a:xfrm>
            <a:custGeom>
              <a:avLst/>
              <a:gdLst/>
              <a:ahLst/>
              <a:cxnLst/>
              <a:rect l="l" t="t" r="r" b="b"/>
              <a:pathLst>
                <a:path w="1345" h="1160" extrusionOk="0">
                  <a:moveTo>
                    <a:pt x="0" y="1"/>
                  </a:moveTo>
                  <a:cubicBezTo>
                    <a:pt x="186" y="1"/>
                    <a:pt x="279" y="94"/>
                    <a:pt x="371" y="186"/>
                  </a:cubicBezTo>
                  <a:cubicBezTo>
                    <a:pt x="371" y="279"/>
                    <a:pt x="464" y="395"/>
                    <a:pt x="464" y="488"/>
                  </a:cubicBezTo>
                  <a:cubicBezTo>
                    <a:pt x="464" y="673"/>
                    <a:pt x="279" y="858"/>
                    <a:pt x="0" y="858"/>
                  </a:cubicBezTo>
                  <a:lnTo>
                    <a:pt x="580" y="1160"/>
                  </a:lnTo>
                  <a:lnTo>
                    <a:pt x="858" y="858"/>
                  </a:lnTo>
                  <a:cubicBezTo>
                    <a:pt x="1159" y="858"/>
                    <a:pt x="1345" y="673"/>
                    <a:pt x="1345" y="488"/>
                  </a:cubicBezTo>
                  <a:cubicBezTo>
                    <a:pt x="1345" y="395"/>
                    <a:pt x="1252" y="279"/>
                    <a:pt x="1159" y="186"/>
                  </a:cubicBezTo>
                  <a:cubicBezTo>
                    <a:pt x="1159" y="94"/>
                    <a:pt x="1043" y="1"/>
                    <a:pt x="8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83"/>
            <p:cNvSpPr/>
            <p:nvPr/>
          </p:nvSpPr>
          <p:spPr>
            <a:xfrm>
              <a:off x="9044299" y="3578377"/>
              <a:ext cx="40829" cy="43839"/>
            </a:xfrm>
            <a:custGeom>
              <a:avLst/>
              <a:gdLst/>
              <a:ahLst/>
              <a:cxnLst/>
              <a:rect l="l" t="t" r="r" b="b"/>
              <a:pathLst>
                <a:path w="1275" h="1369" extrusionOk="0">
                  <a:moveTo>
                    <a:pt x="580" y="1"/>
                  </a:moveTo>
                  <a:cubicBezTo>
                    <a:pt x="302" y="1"/>
                    <a:pt x="0" y="302"/>
                    <a:pt x="0" y="673"/>
                  </a:cubicBezTo>
                  <a:cubicBezTo>
                    <a:pt x="0" y="1067"/>
                    <a:pt x="302" y="1368"/>
                    <a:pt x="580" y="1368"/>
                  </a:cubicBezTo>
                  <a:cubicBezTo>
                    <a:pt x="974" y="1368"/>
                    <a:pt x="1275" y="1067"/>
                    <a:pt x="1275" y="673"/>
                  </a:cubicBezTo>
                  <a:cubicBezTo>
                    <a:pt x="1275" y="302"/>
                    <a:pt x="974" y="1"/>
                    <a:pt x="5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83"/>
            <p:cNvSpPr/>
            <p:nvPr/>
          </p:nvSpPr>
          <p:spPr>
            <a:xfrm>
              <a:off x="8818701" y="3482661"/>
              <a:ext cx="164019" cy="182592"/>
            </a:xfrm>
            <a:custGeom>
              <a:avLst/>
              <a:gdLst/>
              <a:ahLst/>
              <a:cxnLst/>
              <a:rect l="l" t="t" r="r" b="b"/>
              <a:pathLst>
                <a:path w="5122" h="5702" extrusionOk="0">
                  <a:moveTo>
                    <a:pt x="4542" y="0"/>
                  </a:moveTo>
                  <a:lnTo>
                    <a:pt x="672" y="487"/>
                  </a:lnTo>
                  <a:lnTo>
                    <a:pt x="0" y="3662"/>
                  </a:lnTo>
                  <a:lnTo>
                    <a:pt x="2712" y="5701"/>
                  </a:lnTo>
                  <a:lnTo>
                    <a:pt x="4936" y="3662"/>
                  </a:lnTo>
                  <a:lnTo>
                    <a:pt x="5122" y="1831"/>
                  </a:lnTo>
                  <a:lnTo>
                    <a:pt x="45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83"/>
            <p:cNvSpPr/>
            <p:nvPr/>
          </p:nvSpPr>
          <p:spPr>
            <a:xfrm>
              <a:off x="8812744" y="3599928"/>
              <a:ext cx="188548" cy="52709"/>
            </a:xfrm>
            <a:custGeom>
              <a:avLst/>
              <a:gdLst/>
              <a:ahLst/>
              <a:cxnLst/>
              <a:rect l="l" t="t" r="r" b="b"/>
              <a:pathLst>
                <a:path w="5888" h="1646" extrusionOk="0">
                  <a:moveTo>
                    <a:pt x="186" y="0"/>
                  </a:moveTo>
                  <a:lnTo>
                    <a:pt x="1" y="1275"/>
                  </a:lnTo>
                  <a:lnTo>
                    <a:pt x="5215" y="1645"/>
                  </a:lnTo>
                  <a:lnTo>
                    <a:pt x="5887" y="579"/>
                  </a:lnTo>
                  <a:lnTo>
                    <a:pt x="51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83"/>
            <p:cNvSpPr/>
            <p:nvPr/>
          </p:nvSpPr>
          <p:spPr>
            <a:xfrm>
              <a:off x="8955245" y="3488586"/>
              <a:ext cx="48994" cy="126937"/>
            </a:xfrm>
            <a:custGeom>
              <a:avLst/>
              <a:gdLst/>
              <a:ahLst/>
              <a:cxnLst/>
              <a:rect l="l" t="t" r="r" b="b"/>
              <a:pathLst>
                <a:path w="1530" h="3964" extrusionOk="0">
                  <a:moveTo>
                    <a:pt x="672" y="1"/>
                  </a:moveTo>
                  <a:lnTo>
                    <a:pt x="0" y="302"/>
                  </a:lnTo>
                  <a:lnTo>
                    <a:pt x="672" y="3477"/>
                  </a:lnTo>
                  <a:lnTo>
                    <a:pt x="1159" y="3964"/>
                  </a:lnTo>
                  <a:lnTo>
                    <a:pt x="1530" y="3477"/>
                  </a:lnTo>
                  <a:lnTo>
                    <a:pt x="858" y="302"/>
                  </a:lnTo>
                  <a:lnTo>
                    <a:pt x="6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83"/>
            <p:cNvSpPr/>
            <p:nvPr/>
          </p:nvSpPr>
          <p:spPr>
            <a:xfrm>
              <a:off x="8976764" y="3599928"/>
              <a:ext cx="34168" cy="52709"/>
            </a:xfrm>
            <a:custGeom>
              <a:avLst/>
              <a:gdLst/>
              <a:ahLst/>
              <a:cxnLst/>
              <a:rect l="l" t="t" r="r" b="b"/>
              <a:pathLst>
                <a:path w="1067" h="1646" extrusionOk="0">
                  <a:moveTo>
                    <a:pt x="0" y="0"/>
                  </a:moveTo>
                  <a:lnTo>
                    <a:pt x="186" y="1275"/>
                  </a:lnTo>
                  <a:lnTo>
                    <a:pt x="580" y="1645"/>
                  </a:lnTo>
                  <a:lnTo>
                    <a:pt x="1066" y="1275"/>
                  </a:lnTo>
                  <a:lnTo>
                    <a:pt x="8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83"/>
            <p:cNvSpPr/>
            <p:nvPr/>
          </p:nvSpPr>
          <p:spPr>
            <a:xfrm>
              <a:off x="8831285" y="3470045"/>
              <a:ext cx="138818" cy="28244"/>
            </a:xfrm>
            <a:custGeom>
              <a:avLst/>
              <a:gdLst/>
              <a:ahLst/>
              <a:cxnLst/>
              <a:rect l="l" t="t" r="r" b="b"/>
              <a:pathLst>
                <a:path w="4335" h="882" extrusionOk="0">
                  <a:moveTo>
                    <a:pt x="186" y="0"/>
                  </a:moveTo>
                  <a:cubicBezTo>
                    <a:pt x="94" y="0"/>
                    <a:pt x="1" y="209"/>
                    <a:pt x="1" y="302"/>
                  </a:cubicBezTo>
                  <a:lnTo>
                    <a:pt x="1" y="580"/>
                  </a:lnTo>
                  <a:cubicBezTo>
                    <a:pt x="1" y="788"/>
                    <a:pt x="94" y="881"/>
                    <a:pt x="186" y="881"/>
                  </a:cubicBezTo>
                  <a:lnTo>
                    <a:pt x="4057" y="881"/>
                  </a:lnTo>
                  <a:cubicBezTo>
                    <a:pt x="4149" y="881"/>
                    <a:pt x="4335" y="788"/>
                    <a:pt x="4335" y="580"/>
                  </a:cubicBezTo>
                  <a:lnTo>
                    <a:pt x="4335" y="302"/>
                  </a:lnTo>
                  <a:cubicBezTo>
                    <a:pt x="4335" y="209"/>
                    <a:pt x="4149" y="0"/>
                    <a:pt x="40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83"/>
            <p:cNvSpPr/>
            <p:nvPr/>
          </p:nvSpPr>
          <p:spPr>
            <a:xfrm>
              <a:off x="8958191" y="3470045"/>
              <a:ext cx="37146" cy="28244"/>
            </a:xfrm>
            <a:custGeom>
              <a:avLst/>
              <a:gdLst/>
              <a:ahLst/>
              <a:cxnLst/>
              <a:rect l="l" t="t" r="r" b="b"/>
              <a:pathLst>
                <a:path w="1160" h="882" extrusionOk="0">
                  <a:moveTo>
                    <a:pt x="1" y="0"/>
                  </a:moveTo>
                  <a:cubicBezTo>
                    <a:pt x="94" y="0"/>
                    <a:pt x="279" y="209"/>
                    <a:pt x="279" y="302"/>
                  </a:cubicBezTo>
                  <a:lnTo>
                    <a:pt x="279" y="580"/>
                  </a:lnTo>
                  <a:cubicBezTo>
                    <a:pt x="279" y="788"/>
                    <a:pt x="94" y="881"/>
                    <a:pt x="1" y="881"/>
                  </a:cubicBezTo>
                  <a:lnTo>
                    <a:pt x="858" y="881"/>
                  </a:lnTo>
                  <a:cubicBezTo>
                    <a:pt x="951" y="881"/>
                    <a:pt x="1160" y="788"/>
                    <a:pt x="1160" y="580"/>
                  </a:cubicBezTo>
                  <a:lnTo>
                    <a:pt x="1160" y="302"/>
                  </a:lnTo>
                  <a:cubicBezTo>
                    <a:pt x="1160" y="209"/>
                    <a:pt x="951" y="0"/>
                    <a:pt x="8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83"/>
            <p:cNvSpPr/>
            <p:nvPr/>
          </p:nvSpPr>
          <p:spPr>
            <a:xfrm>
              <a:off x="8800128" y="3640724"/>
              <a:ext cx="207090" cy="43070"/>
            </a:xfrm>
            <a:custGeom>
              <a:avLst/>
              <a:gdLst/>
              <a:ahLst/>
              <a:cxnLst/>
              <a:rect l="l" t="t" r="r" b="b"/>
              <a:pathLst>
                <a:path w="6467" h="1345" extrusionOk="0">
                  <a:moveTo>
                    <a:pt x="302" y="1"/>
                  </a:moveTo>
                  <a:cubicBezTo>
                    <a:pt x="93" y="1"/>
                    <a:pt x="1" y="186"/>
                    <a:pt x="1" y="279"/>
                  </a:cubicBezTo>
                  <a:lnTo>
                    <a:pt x="1" y="1345"/>
                  </a:lnTo>
                  <a:lnTo>
                    <a:pt x="6096" y="1345"/>
                  </a:lnTo>
                  <a:lnTo>
                    <a:pt x="6467" y="371"/>
                  </a:lnTo>
                  <a:cubicBezTo>
                    <a:pt x="6467" y="371"/>
                    <a:pt x="6096" y="1"/>
                    <a:pt x="5887" y="1"/>
                  </a:cubicBezTo>
                  <a:close/>
                </a:path>
              </a:pathLst>
            </a:custGeom>
            <a:solidFill>
              <a:srgbClr val="7365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83"/>
            <p:cNvSpPr/>
            <p:nvPr/>
          </p:nvSpPr>
          <p:spPr>
            <a:xfrm>
              <a:off x="8988644" y="3640724"/>
              <a:ext cx="34168" cy="43070"/>
            </a:xfrm>
            <a:custGeom>
              <a:avLst/>
              <a:gdLst/>
              <a:ahLst/>
              <a:cxnLst/>
              <a:rect l="l" t="t" r="r" b="b"/>
              <a:pathLst>
                <a:path w="1067" h="1345" extrusionOk="0">
                  <a:moveTo>
                    <a:pt x="0" y="1"/>
                  </a:moveTo>
                  <a:cubicBezTo>
                    <a:pt x="116" y="1"/>
                    <a:pt x="209" y="186"/>
                    <a:pt x="209" y="279"/>
                  </a:cubicBezTo>
                  <a:lnTo>
                    <a:pt x="209" y="1345"/>
                  </a:lnTo>
                  <a:lnTo>
                    <a:pt x="1066" y="1345"/>
                  </a:lnTo>
                  <a:lnTo>
                    <a:pt x="1066" y="279"/>
                  </a:lnTo>
                  <a:cubicBezTo>
                    <a:pt x="1066" y="186"/>
                    <a:pt x="973" y="1"/>
                    <a:pt x="7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33315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0">
          <a:extLst>
            <a:ext uri="{FF2B5EF4-FFF2-40B4-BE49-F238E27FC236}">
              <a16:creationId xmlns:a16="http://schemas.microsoft.com/office/drawing/2014/main" id="{E030C13B-BD86-CC74-A26D-04BEBE088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1" name="Google Shape;3201;p69">
            <a:extLst>
              <a:ext uri="{FF2B5EF4-FFF2-40B4-BE49-F238E27FC236}">
                <a16:creationId xmlns:a16="http://schemas.microsoft.com/office/drawing/2014/main" id="{72711E3E-2D71-DA89-D29B-577B84C3BD9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7450" y="1198425"/>
            <a:ext cx="2143799" cy="2146949"/>
          </a:xfrm>
          <a:prstGeom prst="rect">
            <a:avLst/>
          </a:prstGeom>
          <a:noFill/>
          <a:ln>
            <a:noFill/>
          </a:ln>
        </p:spPr>
      </p:pic>
      <p:sp>
        <p:nvSpPr>
          <p:cNvPr id="3202" name="Google Shape;3202;p69">
            <a:extLst>
              <a:ext uri="{FF2B5EF4-FFF2-40B4-BE49-F238E27FC236}">
                <a16:creationId xmlns:a16="http://schemas.microsoft.com/office/drawing/2014/main" id="{56566252-F547-837F-B93B-70845F9E40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0" y="1439700"/>
            <a:ext cx="3810000" cy="16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 dirty="0">
                <a:solidFill>
                  <a:schemeClr val="lt2"/>
                </a:solidFill>
              </a:rPr>
              <a:t>KNOWLEDGE BASE E RAG</a:t>
            </a:r>
            <a:endParaRPr sz="3200" dirty="0">
              <a:solidFill>
                <a:schemeClr val="lt1"/>
              </a:solidFill>
            </a:endParaRPr>
          </a:p>
        </p:txBody>
      </p:sp>
      <p:sp>
        <p:nvSpPr>
          <p:cNvPr id="3204" name="Google Shape;3204;p69">
            <a:extLst>
              <a:ext uri="{FF2B5EF4-FFF2-40B4-BE49-F238E27FC236}">
                <a16:creationId xmlns:a16="http://schemas.microsoft.com/office/drawing/2014/main" id="{D1206A87-4340-A6E9-3114-CA2B43FBD4C1}"/>
              </a:ext>
            </a:extLst>
          </p:cNvPr>
          <p:cNvSpPr/>
          <p:nvPr/>
        </p:nvSpPr>
        <p:spPr>
          <a:xfrm>
            <a:off x="2932900" y="1605450"/>
            <a:ext cx="1332900" cy="13329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5" name="Google Shape;3205;p69">
            <a:extLst>
              <a:ext uri="{FF2B5EF4-FFF2-40B4-BE49-F238E27FC236}">
                <a16:creationId xmlns:a16="http://schemas.microsoft.com/office/drawing/2014/main" id="{59295505-A624-9024-052D-7149432FA49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867525" y="1851000"/>
            <a:ext cx="1464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2" name="Google Shape;7972;p125">
            <a:extLst>
              <a:ext uri="{FF2B5EF4-FFF2-40B4-BE49-F238E27FC236}">
                <a16:creationId xmlns:a16="http://schemas.microsoft.com/office/drawing/2014/main" id="{75A40D47-8A3E-350B-9C82-72742CF06199}"/>
              </a:ext>
            </a:extLst>
          </p:cNvPr>
          <p:cNvGrpSpPr/>
          <p:nvPr/>
        </p:nvGrpSpPr>
        <p:grpSpPr>
          <a:xfrm>
            <a:off x="376820" y="687333"/>
            <a:ext cx="1947905" cy="2251017"/>
            <a:chOff x="3926075" y="922850"/>
            <a:chExt cx="744125" cy="798550"/>
          </a:xfrm>
        </p:grpSpPr>
        <p:sp>
          <p:nvSpPr>
            <p:cNvPr id="3" name="Google Shape;7973;p125">
              <a:extLst>
                <a:ext uri="{FF2B5EF4-FFF2-40B4-BE49-F238E27FC236}">
                  <a16:creationId xmlns:a16="http://schemas.microsoft.com/office/drawing/2014/main" id="{0A71FD30-2804-8F4C-308A-B6F0BB2D7880}"/>
                </a:ext>
              </a:extLst>
            </p:cNvPr>
            <p:cNvSpPr/>
            <p:nvPr/>
          </p:nvSpPr>
          <p:spPr>
            <a:xfrm>
              <a:off x="4096800" y="922850"/>
              <a:ext cx="438825" cy="135675"/>
            </a:xfrm>
            <a:custGeom>
              <a:avLst/>
              <a:gdLst/>
              <a:ahLst/>
              <a:cxnLst/>
              <a:rect l="l" t="t" r="r" b="b"/>
              <a:pathLst>
                <a:path w="17553" h="5427" extrusionOk="0">
                  <a:moveTo>
                    <a:pt x="825" y="0"/>
                  </a:moveTo>
                  <a:cubicBezTo>
                    <a:pt x="567" y="0"/>
                    <a:pt x="300" y="60"/>
                    <a:pt x="113" y="276"/>
                  </a:cubicBezTo>
                  <a:cubicBezTo>
                    <a:pt x="94" y="289"/>
                    <a:pt x="74" y="300"/>
                    <a:pt x="55" y="316"/>
                  </a:cubicBezTo>
                  <a:lnTo>
                    <a:pt x="51" y="319"/>
                  </a:lnTo>
                  <a:cubicBezTo>
                    <a:pt x="31" y="339"/>
                    <a:pt x="16" y="358"/>
                    <a:pt x="1" y="382"/>
                  </a:cubicBezTo>
                  <a:cubicBezTo>
                    <a:pt x="82" y="416"/>
                    <a:pt x="168" y="444"/>
                    <a:pt x="245" y="471"/>
                  </a:cubicBezTo>
                  <a:cubicBezTo>
                    <a:pt x="435" y="538"/>
                    <a:pt x="641" y="595"/>
                    <a:pt x="824" y="646"/>
                  </a:cubicBezTo>
                  <a:cubicBezTo>
                    <a:pt x="2014" y="992"/>
                    <a:pt x="3164" y="1268"/>
                    <a:pt x="4322" y="1587"/>
                  </a:cubicBezTo>
                  <a:cubicBezTo>
                    <a:pt x="5846" y="2007"/>
                    <a:pt x="7404" y="2403"/>
                    <a:pt x="8971" y="2842"/>
                  </a:cubicBezTo>
                  <a:cubicBezTo>
                    <a:pt x="10471" y="3261"/>
                    <a:pt x="17417" y="5415"/>
                    <a:pt x="17552" y="5426"/>
                  </a:cubicBezTo>
                  <a:lnTo>
                    <a:pt x="17514" y="5166"/>
                  </a:lnTo>
                  <a:cubicBezTo>
                    <a:pt x="17502" y="5112"/>
                    <a:pt x="17491" y="5062"/>
                    <a:pt x="17475" y="5007"/>
                  </a:cubicBezTo>
                  <a:lnTo>
                    <a:pt x="17475" y="4999"/>
                  </a:lnTo>
                  <a:cubicBezTo>
                    <a:pt x="17459" y="4945"/>
                    <a:pt x="17440" y="4890"/>
                    <a:pt x="17421" y="4840"/>
                  </a:cubicBezTo>
                  <a:lnTo>
                    <a:pt x="17421" y="4832"/>
                  </a:lnTo>
                  <a:cubicBezTo>
                    <a:pt x="17401" y="4786"/>
                    <a:pt x="17378" y="4739"/>
                    <a:pt x="17358" y="4692"/>
                  </a:cubicBezTo>
                  <a:cubicBezTo>
                    <a:pt x="17355" y="4684"/>
                    <a:pt x="17351" y="4676"/>
                    <a:pt x="17347" y="4669"/>
                  </a:cubicBezTo>
                  <a:cubicBezTo>
                    <a:pt x="17319" y="4622"/>
                    <a:pt x="17292" y="4572"/>
                    <a:pt x="17261" y="4525"/>
                  </a:cubicBezTo>
                  <a:cubicBezTo>
                    <a:pt x="17261" y="4521"/>
                    <a:pt x="17258" y="4521"/>
                    <a:pt x="17254" y="4517"/>
                  </a:cubicBezTo>
                  <a:cubicBezTo>
                    <a:pt x="17226" y="4474"/>
                    <a:pt x="17195" y="4432"/>
                    <a:pt x="17164" y="4393"/>
                  </a:cubicBezTo>
                  <a:cubicBezTo>
                    <a:pt x="17156" y="4385"/>
                    <a:pt x="17148" y="4373"/>
                    <a:pt x="17141" y="4366"/>
                  </a:cubicBezTo>
                  <a:cubicBezTo>
                    <a:pt x="17102" y="4323"/>
                    <a:pt x="17063" y="4280"/>
                    <a:pt x="17021" y="4237"/>
                  </a:cubicBezTo>
                  <a:cubicBezTo>
                    <a:pt x="17021" y="4237"/>
                    <a:pt x="17016" y="4233"/>
                    <a:pt x="17012" y="4230"/>
                  </a:cubicBezTo>
                  <a:cubicBezTo>
                    <a:pt x="16974" y="4194"/>
                    <a:pt x="16927" y="4160"/>
                    <a:pt x="16884" y="4124"/>
                  </a:cubicBezTo>
                  <a:cubicBezTo>
                    <a:pt x="16872" y="4113"/>
                    <a:pt x="16857" y="4106"/>
                    <a:pt x="16845" y="4093"/>
                  </a:cubicBezTo>
                  <a:cubicBezTo>
                    <a:pt x="16795" y="4059"/>
                    <a:pt x="16741" y="4023"/>
                    <a:pt x="16682" y="3989"/>
                  </a:cubicBezTo>
                  <a:cubicBezTo>
                    <a:pt x="16068" y="3631"/>
                    <a:pt x="15287" y="3460"/>
                    <a:pt x="14572" y="3227"/>
                  </a:cubicBezTo>
                  <a:cubicBezTo>
                    <a:pt x="12450" y="2538"/>
                    <a:pt x="10355" y="2170"/>
                    <a:pt x="8314" y="1637"/>
                  </a:cubicBezTo>
                  <a:cubicBezTo>
                    <a:pt x="6215" y="1089"/>
                    <a:pt x="4148" y="626"/>
                    <a:pt x="2107" y="215"/>
                  </a:cubicBezTo>
                  <a:cubicBezTo>
                    <a:pt x="1788" y="149"/>
                    <a:pt x="1419" y="59"/>
                    <a:pt x="1073" y="16"/>
                  </a:cubicBezTo>
                  <a:cubicBezTo>
                    <a:pt x="994" y="7"/>
                    <a:pt x="910" y="0"/>
                    <a:pt x="8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7974;p125">
              <a:extLst>
                <a:ext uri="{FF2B5EF4-FFF2-40B4-BE49-F238E27FC236}">
                  <a16:creationId xmlns:a16="http://schemas.microsoft.com/office/drawing/2014/main" id="{871B9F70-9D6B-ECF6-65F7-A5A33B632F4D}"/>
                </a:ext>
              </a:extLst>
            </p:cNvPr>
            <p:cNvSpPr/>
            <p:nvPr/>
          </p:nvSpPr>
          <p:spPr>
            <a:xfrm>
              <a:off x="4014200" y="958525"/>
              <a:ext cx="656000" cy="762875"/>
            </a:xfrm>
            <a:custGeom>
              <a:avLst/>
              <a:gdLst/>
              <a:ahLst/>
              <a:cxnLst/>
              <a:rect l="l" t="t" r="r" b="b"/>
              <a:pathLst>
                <a:path w="26240" h="30515" extrusionOk="0">
                  <a:moveTo>
                    <a:pt x="25027" y="6075"/>
                  </a:moveTo>
                  <a:cubicBezTo>
                    <a:pt x="25334" y="6265"/>
                    <a:pt x="25956" y="6736"/>
                    <a:pt x="26073" y="7156"/>
                  </a:cubicBezTo>
                  <a:cubicBezTo>
                    <a:pt x="26186" y="7560"/>
                    <a:pt x="25936" y="8089"/>
                    <a:pt x="25750" y="8504"/>
                  </a:cubicBezTo>
                  <a:cubicBezTo>
                    <a:pt x="25575" y="8897"/>
                    <a:pt x="25199" y="9600"/>
                    <a:pt x="25346" y="9927"/>
                  </a:cubicBezTo>
                  <a:cubicBezTo>
                    <a:pt x="25470" y="10206"/>
                    <a:pt x="25956" y="10436"/>
                    <a:pt x="26112" y="10743"/>
                  </a:cubicBezTo>
                  <a:cubicBezTo>
                    <a:pt x="26240" y="10996"/>
                    <a:pt x="26069" y="11419"/>
                    <a:pt x="25976" y="11688"/>
                  </a:cubicBezTo>
                  <a:cubicBezTo>
                    <a:pt x="25739" y="12375"/>
                    <a:pt x="25439" y="12982"/>
                    <a:pt x="25097" y="13681"/>
                  </a:cubicBezTo>
                  <a:cubicBezTo>
                    <a:pt x="24895" y="14093"/>
                    <a:pt x="24677" y="14529"/>
                    <a:pt x="24374" y="14746"/>
                  </a:cubicBezTo>
                  <a:cubicBezTo>
                    <a:pt x="24168" y="14890"/>
                    <a:pt x="23881" y="15019"/>
                    <a:pt x="23647" y="15104"/>
                  </a:cubicBezTo>
                  <a:cubicBezTo>
                    <a:pt x="23371" y="15205"/>
                    <a:pt x="23084" y="15220"/>
                    <a:pt x="22928" y="15365"/>
                  </a:cubicBezTo>
                  <a:cubicBezTo>
                    <a:pt x="22691" y="15582"/>
                    <a:pt x="22458" y="16006"/>
                    <a:pt x="22268" y="16340"/>
                  </a:cubicBezTo>
                  <a:cubicBezTo>
                    <a:pt x="21798" y="17175"/>
                    <a:pt x="21234" y="18373"/>
                    <a:pt x="20880" y="19146"/>
                  </a:cubicBezTo>
                  <a:cubicBezTo>
                    <a:pt x="20305" y="20397"/>
                    <a:pt x="19772" y="21773"/>
                    <a:pt x="19403" y="22831"/>
                  </a:cubicBezTo>
                  <a:cubicBezTo>
                    <a:pt x="18789" y="24572"/>
                    <a:pt x="18070" y="26480"/>
                    <a:pt x="17425" y="28311"/>
                  </a:cubicBezTo>
                  <a:cubicBezTo>
                    <a:pt x="17234" y="28848"/>
                    <a:pt x="17060" y="29698"/>
                    <a:pt x="16535" y="30130"/>
                  </a:cubicBezTo>
                  <a:cubicBezTo>
                    <a:pt x="16065" y="30515"/>
                    <a:pt x="15229" y="30332"/>
                    <a:pt x="14565" y="30208"/>
                  </a:cubicBezTo>
                  <a:cubicBezTo>
                    <a:pt x="13818" y="30068"/>
                    <a:pt x="13137" y="29878"/>
                    <a:pt x="12516" y="29691"/>
                  </a:cubicBezTo>
                  <a:cubicBezTo>
                    <a:pt x="11155" y="29279"/>
                    <a:pt x="9709" y="28809"/>
                    <a:pt x="8357" y="28315"/>
                  </a:cubicBezTo>
                  <a:cubicBezTo>
                    <a:pt x="7529" y="28012"/>
                    <a:pt x="6860" y="27716"/>
                    <a:pt x="6231" y="27476"/>
                  </a:cubicBezTo>
                  <a:cubicBezTo>
                    <a:pt x="4867" y="26959"/>
                    <a:pt x="3499" y="26437"/>
                    <a:pt x="2026" y="25831"/>
                  </a:cubicBezTo>
                  <a:cubicBezTo>
                    <a:pt x="960" y="25393"/>
                    <a:pt x="1" y="24727"/>
                    <a:pt x="24" y="23737"/>
                  </a:cubicBezTo>
                  <a:cubicBezTo>
                    <a:pt x="31" y="23317"/>
                    <a:pt x="211" y="22804"/>
                    <a:pt x="347" y="22291"/>
                  </a:cubicBezTo>
                  <a:cubicBezTo>
                    <a:pt x="479" y="21797"/>
                    <a:pt x="596" y="21284"/>
                    <a:pt x="747" y="20826"/>
                  </a:cubicBezTo>
                  <a:cubicBezTo>
                    <a:pt x="1081" y="19811"/>
                    <a:pt x="1513" y="18812"/>
                    <a:pt x="1913" y="17864"/>
                  </a:cubicBezTo>
                  <a:cubicBezTo>
                    <a:pt x="3168" y="14879"/>
                    <a:pt x="4280" y="11871"/>
                    <a:pt x="5558" y="8900"/>
                  </a:cubicBezTo>
                  <a:cubicBezTo>
                    <a:pt x="6375" y="7004"/>
                    <a:pt x="7444" y="4851"/>
                    <a:pt x="8427" y="2880"/>
                  </a:cubicBezTo>
                  <a:cubicBezTo>
                    <a:pt x="9065" y="1601"/>
                    <a:pt x="10021" y="74"/>
                    <a:pt x="11164" y="20"/>
                  </a:cubicBezTo>
                  <a:cubicBezTo>
                    <a:pt x="11661" y="0"/>
                    <a:pt x="12275" y="234"/>
                    <a:pt x="12839" y="404"/>
                  </a:cubicBezTo>
                  <a:cubicBezTo>
                    <a:pt x="14513" y="921"/>
                    <a:pt x="16301" y="1823"/>
                    <a:pt x="18011" y="2670"/>
                  </a:cubicBezTo>
                  <a:cubicBezTo>
                    <a:pt x="19866" y="3592"/>
                    <a:pt x="21439" y="4229"/>
                    <a:pt x="23231" y="5104"/>
                  </a:cubicBezTo>
                  <a:cubicBezTo>
                    <a:pt x="23838" y="5399"/>
                    <a:pt x="24429" y="5710"/>
                    <a:pt x="25027" y="60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7975;p125">
              <a:extLst>
                <a:ext uri="{FF2B5EF4-FFF2-40B4-BE49-F238E27FC236}">
                  <a16:creationId xmlns:a16="http://schemas.microsoft.com/office/drawing/2014/main" id="{C2383123-56D0-0641-778B-E8C5F5CA50F7}"/>
                </a:ext>
              </a:extLst>
            </p:cNvPr>
            <p:cNvSpPr/>
            <p:nvPr/>
          </p:nvSpPr>
          <p:spPr>
            <a:xfrm>
              <a:off x="4270225" y="1039550"/>
              <a:ext cx="335750" cy="178225"/>
            </a:xfrm>
            <a:custGeom>
              <a:avLst/>
              <a:gdLst/>
              <a:ahLst/>
              <a:cxnLst/>
              <a:rect l="l" t="t" r="r" b="b"/>
              <a:pathLst>
                <a:path w="13430" h="7129" extrusionOk="0">
                  <a:moveTo>
                    <a:pt x="13356" y="6068"/>
                  </a:moveTo>
                  <a:cubicBezTo>
                    <a:pt x="13383" y="6009"/>
                    <a:pt x="13406" y="5951"/>
                    <a:pt x="13430" y="5893"/>
                  </a:cubicBezTo>
                  <a:cubicBezTo>
                    <a:pt x="13049" y="5699"/>
                    <a:pt x="12644" y="5532"/>
                    <a:pt x="12264" y="5345"/>
                  </a:cubicBezTo>
                  <a:cubicBezTo>
                    <a:pt x="10527" y="4498"/>
                    <a:pt x="8972" y="3743"/>
                    <a:pt x="7196" y="2943"/>
                  </a:cubicBezTo>
                  <a:cubicBezTo>
                    <a:pt x="6115" y="2453"/>
                    <a:pt x="5007" y="1994"/>
                    <a:pt x="3845" y="1466"/>
                  </a:cubicBezTo>
                  <a:cubicBezTo>
                    <a:pt x="3363" y="1248"/>
                    <a:pt x="2889" y="1035"/>
                    <a:pt x="2166" y="728"/>
                  </a:cubicBezTo>
                  <a:cubicBezTo>
                    <a:pt x="1739" y="545"/>
                    <a:pt x="704" y="1"/>
                    <a:pt x="491" y="91"/>
                  </a:cubicBezTo>
                  <a:cubicBezTo>
                    <a:pt x="277" y="179"/>
                    <a:pt x="1" y="701"/>
                    <a:pt x="87" y="907"/>
                  </a:cubicBezTo>
                  <a:cubicBezTo>
                    <a:pt x="168" y="1085"/>
                    <a:pt x="491" y="1198"/>
                    <a:pt x="837" y="1361"/>
                  </a:cubicBezTo>
                  <a:cubicBezTo>
                    <a:pt x="1715" y="1781"/>
                    <a:pt x="2589" y="2208"/>
                    <a:pt x="3336" y="2543"/>
                  </a:cubicBezTo>
                  <a:cubicBezTo>
                    <a:pt x="6185" y="3806"/>
                    <a:pt x="8933" y="5271"/>
                    <a:pt x="11688" y="6574"/>
                  </a:cubicBezTo>
                  <a:cubicBezTo>
                    <a:pt x="12050" y="6741"/>
                    <a:pt x="12493" y="6981"/>
                    <a:pt x="12847" y="7129"/>
                  </a:cubicBezTo>
                  <a:cubicBezTo>
                    <a:pt x="13029" y="6779"/>
                    <a:pt x="13209" y="6429"/>
                    <a:pt x="13356" y="60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7976;p125">
              <a:extLst>
                <a:ext uri="{FF2B5EF4-FFF2-40B4-BE49-F238E27FC236}">
                  <a16:creationId xmlns:a16="http://schemas.microsoft.com/office/drawing/2014/main" id="{BA9249B6-29C5-CFA2-160D-94E79010A454}"/>
                </a:ext>
              </a:extLst>
            </p:cNvPr>
            <p:cNvSpPr/>
            <p:nvPr/>
          </p:nvSpPr>
          <p:spPr>
            <a:xfrm>
              <a:off x="4230400" y="1100375"/>
              <a:ext cx="344575" cy="181350"/>
            </a:xfrm>
            <a:custGeom>
              <a:avLst/>
              <a:gdLst/>
              <a:ahLst/>
              <a:cxnLst/>
              <a:rect l="l" t="t" r="r" b="b"/>
              <a:pathLst>
                <a:path w="13783" h="7254" extrusionOk="0">
                  <a:moveTo>
                    <a:pt x="13783" y="6084"/>
                  </a:moveTo>
                  <a:cubicBezTo>
                    <a:pt x="13309" y="5804"/>
                    <a:pt x="12764" y="5590"/>
                    <a:pt x="12263" y="5345"/>
                  </a:cubicBezTo>
                  <a:cubicBezTo>
                    <a:pt x="10526" y="4498"/>
                    <a:pt x="8972" y="3744"/>
                    <a:pt x="7195" y="2943"/>
                  </a:cubicBezTo>
                  <a:cubicBezTo>
                    <a:pt x="6114" y="2453"/>
                    <a:pt x="5007" y="1995"/>
                    <a:pt x="3845" y="1466"/>
                  </a:cubicBezTo>
                  <a:cubicBezTo>
                    <a:pt x="3363" y="1249"/>
                    <a:pt x="2889" y="1031"/>
                    <a:pt x="2166" y="727"/>
                  </a:cubicBezTo>
                  <a:cubicBezTo>
                    <a:pt x="1738" y="545"/>
                    <a:pt x="704" y="1"/>
                    <a:pt x="490" y="90"/>
                  </a:cubicBezTo>
                  <a:cubicBezTo>
                    <a:pt x="277" y="180"/>
                    <a:pt x="1" y="700"/>
                    <a:pt x="90" y="907"/>
                  </a:cubicBezTo>
                  <a:cubicBezTo>
                    <a:pt x="168" y="1086"/>
                    <a:pt x="490" y="1198"/>
                    <a:pt x="836" y="1361"/>
                  </a:cubicBezTo>
                  <a:cubicBezTo>
                    <a:pt x="1714" y="1781"/>
                    <a:pt x="2589" y="2209"/>
                    <a:pt x="3335" y="2539"/>
                  </a:cubicBezTo>
                  <a:cubicBezTo>
                    <a:pt x="6184" y="3806"/>
                    <a:pt x="8932" y="5271"/>
                    <a:pt x="11692" y="6573"/>
                  </a:cubicBezTo>
                  <a:cubicBezTo>
                    <a:pt x="12224" y="6826"/>
                    <a:pt x="12943" y="7230"/>
                    <a:pt x="13281" y="7253"/>
                  </a:cubicBezTo>
                  <a:cubicBezTo>
                    <a:pt x="13453" y="6869"/>
                    <a:pt x="13616" y="6473"/>
                    <a:pt x="13783" y="60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7977;p125">
              <a:extLst>
                <a:ext uri="{FF2B5EF4-FFF2-40B4-BE49-F238E27FC236}">
                  <a16:creationId xmlns:a16="http://schemas.microsoft.com/office/drawing/2014/main" id="{B8355E37-9329-957B-6E92-6B6636DE6771}"/>
                </a:ext>
              </a:extLst>
            </p:cNvPr>
            <p:cNvSpPr/>
            <p:nvPr/>
          </p:nvSpPr>
          <p:spPr>
            <a:xfrm>
              <a:off x="4218450" y="1171325"/>
              <a:ext cx="328150" cy="174050"/>
            </a:xfrm>
            <a:custGeom>
              <a:avLst/>
              <a:gdLst/>
              <a:ahLst/>
              <a:cxnLst/>
              <a:rect l="l" t="t" r="r" b="b"/>
              <a:pathLst>
                <a:path w="13126" h="6962" extrusionOk="0">
                  <a:moveTo>
                    <a:pt x="13126" y="5745"/>
                  </a:moveTo>
                  <a:cubicBezTo>
                    <a:pt x="12838" y="5608"/>
                    <a:pt x="12543" y="5481"/>
                    <a:pt x="12263" y="5344"/>
                  </a:cubicBezTo>
                  <a:cubicBezTo>
                    <a:pt x="10526" y="4493"/>
                    <a:pt x="8971" y="3739"/>
                    <a:pt x="7195" y="2942"/>
                  </a:cubicBezTo>
                  <a:cubicBezTo>
                    <a:pt x="6115" y="2453"/>
                    <a:pt x="5007" y="1994"/>
                    <a:pt x="3844" y="1466"/>
                  </a:cubicBezTo>
                  <a:cubicBezTo>
                    <a:pt x="3363" y="1248"/>
                    <a:pt x="2888" y="1030"/>
                    <a:pt x="2165" y="727"/>
                  </a:cubicBezTo>
                  <a:cubicBezTo>
                    <a:pt x="1738" y="544"/>
                    <a:pt x="704" y="0"/>
                    <a:pt x="490" y="90"/>
                  </a:cubicBezTo>
                  <a:cubicBezTo>
                    <a:pt x="276" y="179"/>
                    <a:pt x="0" y="700"/>
                    <a:pt x="90" y="901"/>
                  </a:cubicBezTo>
                  <a:cubicBezTo>
                    <a:pt x="168" y="1084"/>
                    <a:pt x="490" y="1197"/>
                    <a:pt x="836" y="1360"/>
                  </a:cubicBezTo>
                  <a:cubicBezTo>
                    <a:pt x="1715" y="1780"/>
                    <a:pt x="2589" y="2207"/>
                    <a:pt x="3335" y="2539"/>
                  </a:cubicBezTo>
                  <a:cubicBezTo>
                    <a:pt x="6185" y="3805"/>
                    <a:pt x="8932" y="5267"/>
                    <a:pt x="11692" y="6573"/>
                  </a:cubicBezTo>
                  <a:cubicBezTo>
                    <a:pt x="11936" y="6685"/>
                    <a:pt x="12216" y="6833"/>
                    <a:pt x="12485" y="6961"/>
                  </a:cubicBezTo>
                  <a:cubicBezTo>
                    <a:pt x="12706" y="6561"/>
                    <a:pt x="12920" y="6153"/>
                    <a:pt x="13126" y="574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7978;p125">
              <a:extLst>
                <a:ext uri="{FF2B5EF4-FFF2-40B4-BE49-F238E27FC236}">
                  <a16:creationId xmlns:a16="http://schemas.microsoft.com/office/drawing/2014/main" id="{45875741-E1BF-7416-BA12-6FE99C153991}"/>
                </a:ext>
              </a:extLst>
            </p:cNvPr>
            <p:cNvSpPr/>
            <p:nvPr/>
          </p:nvSpPr>
          <p:spPr>
            <a:xfrm>
              <a:off x="4178600" y="1232150"/>
              <a:ext cx="333700" cy="176275"/>
            </a:xfrm>
            <a:custGeom>
              <a:avLst/>
              <a:gdLst/>
              <a:ahLst/>
              <a:cxnLst/>
              <a:rect l="l" t="t" r="r" b="b"/>
              <a:pathLst>
                <a:path w="13348" h="7051" extrusionOk="0">
                  <a:moveTo>
                    <a:pt x="13348" y="5850"/>
                  </a:moveTo>
                  <a:cubicBezTo>
                    <a:pt x="12994" y="5674"/>
                    <a:pt x="12617" y="5516"/>
                    <a:pt x="12264" y="5344"/>
                  </a:cubicBezTo>
                  <a:cubicBezTo>
                    <a:pt x="10530" y="4497"/>
                    <a:pt x="8972" y="3739"/>
                    <a:pt x="7196" y="2942"/>
                  </a:cubicBezTo>
                  <a:cubicBezTo>
                    <a:pt x="6115" y="2453"/>
                    <a:pt x="5007" y="1995"/>
                    <a:pt x="3845" y="1466"/>
                  </a:cubicBezTo>
                  <a:cubicBezTo>
                    <a:pt x="3363" y="1248"/>
                    <a:pt x="2889" y="1030"/>
                    <a:pt x="2170" y="727"/>
                  </a:cubicBezTo>
                  <a:cubicBezTo>
                    <a:pt x="1739" y="544"/>
                    <a:pt x="704" y="0"/>
                    <a:pt x="491" y="90"/>
                  </a:cubicBezTo>
                  <a:cubicBezTo>
                    <a:pt x="277" y="179"/>
                    <a:pt x="1" y="700"/>
                    <a:pt x="90" y="902"/>
                  </a:cubicBezTo>
                  <a:cubicBezTo>
                    <a:pt x="168" y="1085"/>
                    <a:pt x="491" y="1197"/>
                    <a:pt x="837" y="1360"/>
                  </a:cubicBezTo>
                  <a:cubicBezTo>
                    <a:pt x="1715" y="1780"/>
                    <a:pt x="2589" y="2208"/>
                    <a:pt x="3336" y="2538"/>
                  </a:cubicBezTo>
                  <a:cubicBezTo>
                    <a:pt x="6185" y="3805"/>
                    <a:pt x="8933" y="5267"/>
                    <a:pt x="11692" y="6569"/>
                  </a:cubicBezTo>
                  <a:cubicBezTo>
                    <a:pt x="11995" y="6713"/>
                    <a:pt x="12357" y="6907"/>
                    <a:pt x="12676" y="7050"/>
                  </a:cubicBezTo>
                  <a:cubicBezTo>
                    <a:pt x="12901" y="6650"/>
                    <a:pt x="13126" y="6250"/>
                    <a:pt x="13348" y="585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7979;p125">
              <a:extLst>
                <a:ext uri="{FF2B5EF4-FFF2-40B4-BE49-F238E27FC236}">
                  <a16:creationId xmlns:a16="http://schemas.microsoft.com/office/drawing/2014/main" id="{EC017BD8-3B3C-7EBF-5C3D-2BFA2CD54656}"/>
                </a:ext>
              </a:extLst>
            </p:cNvPr>
            <p:cNvSpPr/>
            <p:nvPr/>
          </p:nvSpPr>
          <p:spPr>
            <a:xfrm>
              <a:off x="4153950" y="1291125"/>
              <a:ext cx="335725" cy="178225"/>
            </a:xfrm>
            <a:custGeom>
              <a:avLst/>
              <a:gdLst/>
              <a:ahLst/>
              <a:cxnLst/>
              <a:rect l="l" t="t" r="r" b="b"/>
              <a:pathLst>
                <a:path w="13429" h="7129" extrusionOk="0">
                  <a:moveTo>
                    <a:pt x="13359" y="6072"/>
                  </a:moveTo>
                  <a:cubicBezTo>
                    <a:pt x="13382" y="6013"/>
                    <a:pt x="13405" y="5951"/>
                    <a:pt x="13429" y="5893"/>
                  </a:cubicBezTo>
                  <a:cubicBezTo>
                    <a:pt x="13051" y="5703"/>
                    <a:pt x="12647" y="5531"/>
                    <a:pt x="12266" y="5344"/>
                  </a:cubicBezTo>
                  <a:cubicBezTo>
                    <a:pt x="10529" y="4497"/>
                    <a:pt x="8975" y="3744"/>
                    <a:pt x="7198" y="2942"/>
                  </a:cubicBezTo>
                  <a:cubicBezTo>
                    <a:pt x="6117" y="2457"/>
                    <a:pt x="5010" y="1998"/>
                    <a:pt x="3844" y="1469"/>
                  </a:cubicBezTo>
                  <a:cubicBezTo>
                    <a:pt x="3366" y="1248"/>
                    <a:pt x="2892" y="1035"/>
                    <a:pt x="2169" y="732"/>
                  </a:cubicBezTo>
                  <a:cubicBezTo>
                    <a:pt x="1737" y="549"/>
                    <a:pt x="703" y="0"/>
                    <a:pt x="493" y="90"/>
                  </a:cubicBezTo>
                  <a:cubicBezTo>
                    <a:pt x="280" y="183"/>
                    <a:pt x="0" y="700"/>
                    <a:pt x="90" y="906"/>
                  </a:cubicBezTo>
                  <a:cubicBezTo>
                    <a:pt x="167" y="1089"/>
                    <a:pt x="493" y="1198"/>
                    <a:pt x="836" y="1365"/>
                  </a:cubicBezTo>
                  <a:cubicBezTo>
                    <a:pt x="1717" y="1781"/>
                    <a:pt x="2592" y="2212"/>
                    <a:pt x="3339" y="2542"/>
                  </a:cubicBezTo>
                  <a:cubicBezTo>
                    <a:pt x="6187" y="3810"/>
                    <a:pt x="8935" y="5271"/>
                    <a:pt x="11691" y="6573"/>
                  </a:cubicBezTo>
                  <a:cubicBezTo>
                    <a:pt x="12053" y="6744"/>
                    <a:pt x="12496" y="6981"/>
                    <a:pt x="12849" y="7129"/>
                  </a:cubicBezTo>
                  <a:cubicBezTo>
                    <a:pt x="13028" y="6779"/>
                    <a:pt x="13210" y="6433"/>
                    <a:pt x="13359" y="607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7980;p125">
              <a:extLst>
                <a:ext uri="{FF2B5EF4-FFF2-40B4-BE49-F238E27FC236}">
                  <a16:creationId xmlns:a16="http://schemas.microsoft.com/office/drawing/2014/main" id="{B90636EB-DC8E-B52A-2BCF-46A11CDF7841}"/>
                </a:ext>
              </a:extLst>
            </p:cNvPr>
            <p:cNvSpPr/>
            <p:nvPr/>
          </p:nvSpPr>
          <p:spPr>
            <a:xfrm>
              <a:off x="4114075" y="1351950"/>
              <a:ext cx="344600" cy="181450"/>
            </a:xfrm>
            <a:custGeom>
              <a:avLst/>
              <a:gdLst/>
              <a:ahLst/>
              <a:cxnLst/>
              <a:rect l="l" t="t" r="r" b="b"/>
              <a:pathLst>
                <a:path w="13784" h="7258" extrusionOk="0">
                  <a:moveTo>
                    <a:pt x="13783" y="6083"/>
                  </a:moveTo>
                  <a:cubicBezTo>
                    <a:pt x="13309" y="5808"/>
                    <a:pt x="12769" y="5589"/>
                    <a:pt x="12267" y="5345"/>
                  </a:cubicBezTo>
                  <a:cubicBezTo>
                    <a:pt x="10530" y="4497"/>
                    <a:pt x="8975" y="3743"/>
                    <a:pt x="7199" y="2943"/>
                  </a:cubicBezTo>
                  <a:cubicBezTo>
                    <a:pt x="6119" y="2457"/>
                    <a:pt x="5011" y="1998"/>
                    <a:pt x="3845" y="1470"/>
                  </a:cubicBezTo>
                  <a:cubicBezTo>
                    <a:pt x="3367" y="1248"/>
                    <a:pt x="2893" y="1035"/>
                    <a:pt x="2170" y="731"/>
                  </a:cubicBezTo>
                  <a:cubicBezTo>
                    <a:pt x="1742" y="549"/>
                    <a:pt x="705" y="1"/>
                    <a:pt x="495" y="90"/>
                  </a:cubicBezTo>
                  <a:cubicBezTo>
                    <a:pt x="281" y="179"/>
                    <a:pt x="1" y="701"/>
                    <a:pt x="90" y="906"/>
                  </a:cubicBezTo>
                  <a:cubicBezTo>
                    <a:pt x="169" y="1089"/>
                    <a:pt x="495" y="1198"/>
                    <a:pt x="840" y="1365"/>
                  </a:cubicBezTo>
                  <a:cubicBezTo>
                    <a:pt x="1719" y="1781"/>
                    <a:pt x="2594" y="2212"/>
                    <a:pt x="3340" y="2543"/>
                  </a:cubicBezTo>
                  <a:cubicBezTo>
                    <a:pt x="6189" y="3810"/>
                    <a:pt x="8937" y="5271"/>
                    <a:pt x="11693" y="6573"/>
                  </a:cubicBezTo>
                  <a:cubicBezTo>
                    <a:pt x="12229" y="6825"/>
                    <a:pt x="12948" y="7234"/>
                    <a:pt x="13286" y="7257"/>
                  </a:cubicBezTo>
                  <a:cubicBezTo>
                    <a:pt x="13457" y="6868"/>
                    <a:pt x="13616" y="6476"/>
                    <a:pt x="13783" y="608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7981;p125">
              <a:extLst>
                <a:ext uri="{FF2B5EF4-FFF2-40B4-BE49-F238E27FC236}">
                  <a16:creationId xmlns:a16="http://schemas.microsoft.com/office/drawing/2014/main" id="{D9D5DD5F-2B9F-BE40-C9EF-2D7D56EA0167}"/>
                </a:ext>
              </a:extLst>
            </p:cNvPr>
            <p:cNvSpPr/>
            <p:nvPr/>
          </p:nvSpPr>
          <p:spPr>
            <a:xfrm>
              <a:off x="4102150" y="1422875"/>
              <a:ext cx="328250" cy="174150"/>
            </a:xfrm>
            <a:custGeom>
              <a:avLst/>
              <a:gdLst/>
              <a:ahLst/>
              <a:cxnLst/>
              <a:rect l="l" t="t" r="r" b="b"/>
              <a:pathLst>
                <a:path w="13130" h="6966" extrusionOk="0">
                  <a:moveTo>
                    <a:pt x="13130" y="5746"/>
                  </a:moveTo>
                  <a:cubicBezTo>
                    <a:pt x="12842" y="5610"/>
                    <a:pt x="12547" y="5481"/>
                    <a:pt x="12267" y="5345"/>
                  </a:cubicBezTo>
                  <a:cubicBezTo>
                    <a:pt x="10529" y="4498"/>
                    <a:pt x="8975" y="3744"/>
                    <a:pt x="7199" y="2943"/>
                  </a:cubicBezTo>
                  <a:cubicBezTo>
                    <a:pt x="6118" y="2458"/>
                    <a:pt x="5010" y="1999"/>
                    <a:pt x="3844" y="1466"/>
                  </a:cubicBezTo>
                  <a:cubicBezTo>
                    <a:pt x="3366" y="1249"/>
                    <a:pt x="2892" y="1035"/>
                    <a:pt x="2169" y="732"/>
                  </a:cubicBezTo>
                  <a:cubicBezTo>
                    <a:pt x="1742" y="549"/>
                    <a:pt x="704" y="1"/>
                    <a:pt x="494" y="90"/>
                  </a:cubicBezTo>
                  <a:cubicBezTo>
                    <a:pt x="280" y="180"/>
                    <a:pt x="0" y="700"/>
                    <a:pt x="90" y="906"/>
                  </a:cubicBezTo>
                  <a:cubicBezTo>
                    <a:pt x="167" y="1086"/>
                    <a:pt x="494" y="1198"/>
                    <a:pt x="840" y="1365"/>
                  </a:cubicBezTo>
                  <a:cubicBezTo>
                    <a:pt x="1718" y="1781"/>
                    <a:pt x="2593" y="2212"/>
                    <a:pt x="3339" y="2543"/>
                  </a:cubicBezTo>
                  <a:cubicBezTo>
                    <a:pt x="6188" y="3806"/>
                    <a:pt x="8936" y="5271"/>
                    <a:pt x="11691" y="6573"/>
                  </a:cubicBezTo>
                  <a:cubicBezTo>
                    <a:pt x="11936" y="6690"/>
                    <a:pt x="12220" y="6837"/>
                    <a:pt x="12488" y="6966"/>
                  </a:cubicBezTo>
                  <a:cubicBezTo>
                    <a:pt x="12706" y="6562"/>
                    <a:pt x="12920" y="6157"/>
                    <a:pt x="13130" y="57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7982;p125">
              <a:extLst>
                <a:ext uri="{FF2B5EF4-FFF2-40B4-BE49-F238E27FC236}">
                  <a16:creationId xmlns:a16="http://schemas.microsoft.com/office/drawing/2014/main" id="{94C11DA5-72AA-2F61-FF3F-61545E11EBE5}"/>
                </a:ext>
              </a:extLst>
            </p:cNvPr>
            <p:cNvSpPr/>
            <p:nvPr/>
          </p:nvSpPr>
          <p:spPr>
            <a:xfrm>
              <a:off x="4062400" y="1483725"/>
              <a:ext cx="333700" cy="176375"/>
            </a:xfrm>
            <a:custGeom>
              <a:avLst/>
              <a:gdLst/>
              <a:ahLst/>
              <a:cxnLst/>
              <a:rect l="l" t="t" r="r" b="b"/>
              <a:pathLst>
                <a:path w="13348" h="7055" extrusionOk="0">
                  <a:moveTo>
                    <a:pt x="13347" y="5854"/>
                  </a:moveTo>
                  <a:cubicBezTo>
                    <a:pt x="12990" y="5675"/>
                    <a:pt x="12617" y="5519"/>
                    <a:pt x="12263" y="5344"/>
                  </a:cubicBezTo>
                  <a:cubicBezTo>
                    <a:pt x="10526" y="4497"/>
                    <a:pt x="8971" y="3743"/>
                    <a:pt x="7195" y="2942"/>
                  </a:cubicBezTo>
                  <a:cubicBezTo>
                    <a:pt x="6114" y="2456"/>
                    <a:pt x="5006" y="1998"/>
                    <a:pt x="3845" y="1465"/>
                  </a:cubicBezTo>
                  <a:cubicBezTo>
                    <a:pt x="3363" y="1248"/>
                    <a:pt x="2889" y="1034"/>
                    <a:pt x="2166" y="731"/>
                  </a:cubicBezTo>
                  <a:cubicBezTo>
                    <a:pt x="1734" y="548"/>
                    <a:pt x="700" y="0"/>
                    <a:pt x="490" y="89"/>
                  </a:cubicBezTo>
                  <a:cubicBezTo>
                    <a:pt x="277" y="179"/>
                    <a:pt x="1" y="700"/>
                    <a:pt x="86" y="905"/>
                  </a:cubicBezTo>
                  <a:cubicBezTo>
                    <a:pt x="168" y="1084"/>
                    <a:pt x="490" y="1197"/>
                    <a:pt x="837" y="1360"/>
                  </a:cubicBezTo>
                  <a:cubicBezTo>
                    <a:pt x="1714" y="1780"/>
                    <a:pt x="2589" y="2211"/>
                    <a:pt x="3336" y="2542"/>
                  </a:cubicBezTo>
                  <a:cubicBezTo>
                    <a:pt x="6184" y="3805"/>
                    <a:pt x="8932" y="5271"/>
                    <a:pt x="11688" y="6572"/>
                  </a:cubicBezTo>
                  <a:cubicBezTo>
                    <a:pt x="11995" y="6717"/>
                    <a:pt x="12357" y="6911"/>
                    <a:pt x="12675" y="7054"/>
                  </a:cubicBezTo>
                  <a:cubicBezTo>
                    <a:pt x="12901" y="6654"/>
                    <a:pt x="13122" y="6254"/>
                    <a:pt x="13347" y="58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7983;p125">
              <a:extLst>
                <a:ext uri="{FF2B5EF4-FFF2-40B4-BE49-F238E27FC236}">
                  <a16:creationId xmlns:a16="http://schemas.microsoft.com/office/drawing/2014/main" id="{7F68B67E-60E0-658D-3EDB-7CA0B749B652}"/>
                </a:ext>
              </a:extLst>
            </p:cNvPr>
            <p:cNvSpPr/>
            <p:nvPr/>
          </p:nvSpPr>
          <p:spPr>
            <a:xfrm>
              <a:off x="4302125" y="983675"/>
              <a:ext cx="31975" cy="17800"/>
            </a:xfrm>
            <a:custGeom>
              <a:avLst/>
              <a:gdLst/>
              <a:ahLst/>
              <a:cxnLst/>
              <a:rect l="l" t="t" r="r" b="b"/>
              <a:pathLst>
                <a:path w="1279" h="712" extrusionOk="0">
                  <a:moveTo>
                    <a:pt x="0" y="172"/>
                  </a:moveTo>
                  <a:cubicBezTo>
                    <a:pt x="120" y="71"/>
                    <a:pt x="276" y="5"/>
                    <a:pt x="420" y="5"/>
                  </a:cubicBezTo>
                  <a:cubicBezTo>
                    <a:pt x="618" y="1"/>
                    <a:pt x="1279" y="168"/>
                    <a:pt x="1147" y="452"/>
                  </a:cubicBezTo>
                  <a:cubicBezTo>
                    <a:pt x="1022" y="712"/>
                    <a:pt x="27" y="518"/>
                    <a:pt x="0" y="17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7984;p125">
              <a:extLst>
                <a:ext uri="{FF2B5EF4-FFF2-40B4-BE49-F238E27FC236}">
                  <a16:creationId xmlns:a16="http://schemas.microsoft.com/office/drawing/2014/main" id="{FA20C531-A98E-140D-5009-5E49FFE2FA58}"/>
                </a:ext>
              </a:extLst>
            </p:cNvPr>
            <p:cNvSpPr/>
            <p:nvPr/>
          </p:nvSpPr>
          <p:spPr>
            <a:xfrm>
              <a:off x="4261800" y="980575"/>
              <a:ext cx="25675" cy="21875"/>
            </a:xfrm>
            <a:custGeom>
              <a:avLst/>
              <a:gdLst/>
              <a:ahLst/>
              <a:cxnLst/>
              <a:rect l="l" t="t" r="r" b="b"/>
              <a:pathLst>
                <a:path w="1027" h="875" extrusionOk="0">
                  <a:moveTo>
                    <a:pt x="1014" y="475"/>
                  </a:moveTo>
                  <a:cubicBezTo>
                    <a:pt x="847" y="658"/>
                    <a:pt x="533" y="875"/>
                    <a:pt x="373" y="762"/>
                  </a:cubicBezTo>
                  <a:cubicBezTo>
                    <a:pt x="0" y="491"/>
                    <a:pt x="1026" y="1"/>
                    <a:pt x="1014" y="47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7985;p125">
              <a:extLst>
                <a:ext uri="{FF2B5EF4-FFF2-40B4-BE49-F238E27FC236}">
                  <a16:creationId xmlns:a16="http://schemas.microsoft.com/office/drawing/2014/main" id="{D2CBD900-BBD0-B344-04D9-D3AD1E59C771}"/>
                </a:ext>
              </a:extLst>
            </p:cNvPr>
            <p:cNvSpPr/>
            <p:nvPr/>
          </p:nvSpPr>
          <p:spPr>
            <a:xfrm>
              <a:off x="4291625" y="1001275"/>
              <a:ext cx="15175" cy="13150"/>
            </a:xfrm>
            <a:custGeom>
              <a:avLst/>
              <a:gdLst/>
              <a:ahLst/>
              <a:cxnLst/>
              <a:rect l="l" t="t" r="r" b="b"/>
              <a:pathLst>
                <a:path w="607" h="526" extrusionOk="0">
                  <a:moveTo>
                    <a:pt x="607" y="241"/>
                  </a:moveTo>
                  <a:cubicBezTo>
                    <a:pt x="583" y="284"/>
                    <a:pt x="567" y="327"/>
                    <a:pt x="591" y="362"/>
                  </a:cubicBezTo>
                  <a:cubicBezTo>
                    <a:pt x="420" y="513"/>
                    <a:pt x="226" y="525"/>
                    <a:pt x="4" y="381"/>
                  </a:cubicBezTo>
                  <a:cubicBezTo>
                    <a:pt x="4" y="339"/>
                    <a:pt x="16" y="288"/>
                    <a:pt x="0" y="246"/>
                  </a:cubicBezTo>
                  <a:cubicBezTo>
                    <a:pt x="171" y="94"/>
                    <a:pt x="436" y="0"/>
                    <a:pt x="607" y="2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7986;p125">
              <a:extLst>
                <a:ext uri="{FF2B5EF4-FFF2-40B4-BE49-F238E27FC236}">
                  <a16:creationId xmlns:a16="http://schemas.microsoft.com/office/drawing/2014/main" id="{DD2451A7-E504-642D-19D2-1C6ABE42ABE4}"/>
                </a:ext>
              </a:extLst>
            </p:cNvPr>
            <p:cNvSpPr/>
            <p:nvPr/>
          </p:nvSpPr>
          <p:spPr>
            <a:xfrm>
              <a:off x="4630450" y="1117675"/>
              <a:ext cx="22475" cy="25775"/>
            </a:xfrm>
            <a:custGeom>
              <a:avLst/>
              <a:gdLst/>
              <a:ahLst/>
              <a:cxnLst/>
              <a:rect l="l" t="t" r="r" b="b"/>
              <a:pathLst>
                <a:path w="899" h="1031" extrusionOk="0">
                  <a:moveTo>
                    <a:pt x="898" y="584"/>
                  </a:moveTo>
                  <a:cubicBezTo>
                    <a:pt x="777" y="1031"/>
                    <a:pt x="0" y="479"/>
                    <a:pt x="133" y="242"/>
                  </a:cubicBezTo>
                  <a:cubicBezTo>
                    <a:pt x="269" y="1"/>
                    <a:pt x="824" y="335"/>
                    <a:pt x="898" y="5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7987;p125">
              <a:extLst>
                <a:ext uri="{FF2B5EF4-FFF2-40B4-BE49-F238E27FC236}">
                  <a16:creationId xmlns:a16="http://schemas.microsoft.com/office/drawing/2014/main" id="{848379D6-1319-3619-8F9B-1BDD1A445650}"/>
                </a:ext>
              </a:extLst>
            </p:cNvPr>
            <p:cNvSpPr/>
            <p:nvPr/>
          </p:nvSpPr>
          <p:spPr>
            <a:xfrm>
              <a:off x="4592850" y="1101550"/>
              <a:ext cx="31975" cy="25175"/>
            </a:xfrm>
            <a:custGeom>
              <a:avLst/>
              <a:gdLst/>
              <a:ahLst/>
              <a:cxnLst/>
              <a:rect l="l" t="t" r="r" b="b"/>
              <a:pathLst>
                <a:path w="1279" h="1007" extrusionOk="0">
                  <a:moveTo>
                    <a:pt x="878" y="346"/>
                  </a:moveTo>
                  <a:cubicBezTo>
                    <a:pt x="1111" y="479"/>
                    <a:pt x="1278" y="553"/>
                    <a:pt x="1178" y="727"/>
                  </a:cubicBezTo>
                  <a:cubicBezTo>
                    <a:pt x="1022" y="1007"/>
                    <a:pt x="0" y="529"/>
                    <a:pt x="152" y="234"/>
                  </a:cubicBezTo>
                  <a:cubicBezTo>
                    <a:pt x="272" y="0"/>
                    <a:pt x="661" y="226"/>
                    <a:pt x="878" y="3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7988;p125">
              <a:extLst>
                <a:ext uri="{FF2B5EF4-FFF2-40B4-BE49-F238E27FC236}">
                  <a16:creationId xmlns:a16="http://schemas.microsoft.com/office/drawing/2014/main" id="{C6E6135D-CAEA-0883-C7B8-4DF45620EA6C}"/>
                </a:ext>
              </a:extLst>
            </p:cNvPr>
            <p:cNvSpPr/>
            <p:nvPr/>
          </p:nvSpPr>
          <p:spPr>
            <a:xfrm>
              <a:off x="4640925" y="1143025"/>
              <a:ext cx="14325" cy="18325"/>
            </a:xfrm>
            <a:custGeom>
              <a:avLst/>
              <a:gdLst/>
              <a:ahLst/>
              <a:cxnLst/>
              <a:rect l="l" t="t" r="r" b="b"/>
              <a:pathLst>
                <a:path w="573" h="733" extrusionOk="0">
                  <a:moveTo>
                    <a:pt x="541" y="284"/>
                  </a:moveTo>
                  <a:cubicBezTo>
                    <a:pt x="573" y="494"/>
                    <a:pt x="339" y="732"/>
                    <a:pt x="184" y="603"/>
                  </a:cubicBezTo>
                  <a:cubicBezTo>
                    <a:pt x="1" y="452"/>
                    <a:pt x="327" y="1"/>
                    <a:pt x="541" y="2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7989;p125">
              <a:extLst>
                <a:ext uri="{FF2B5EF4-FFF2-40B4-BE49-F238E27FC236}">
                  <a16:creationId xmlns:a16="http://schemas.microsoft.com/office/drawing/2014/main" id="{1D20A1EB-09C2-36EF-7A2F-0518F218261D}"/>
                </a:ext>
              </a:extLst>
            </p:cNvPr>
            <p:cNvSpPr/>
            <p:nvPr/>
          </p:nvSpPr>
          <p:spPr>
            <a:xfrm>
              <a:off x="4594300" y="1224175"/>
              <a:ext cx="59100" cy="87200"/>
            </a:xfrm>
            <a:custGeom>
              <a:avLst/>
              <a:gdLst/>
              <a:ahLst/>
              <a:cxnLst/>
              <a:rect l="l" t="t" r="r" b="b"/>
              <a:pathLst>
                <a:path w="2364" h="3488" extrusionOk="0">
                  <a:moveTo>
                    <a:pt x="0" y="3114"/>
                  </a:moveTo>
                  <a:cubicBezTo>
                    <a:pt x="70" y="2678"/>
                    <a:pt x="427" y="2142"/>
                    <a:pt x="750" y="1571"/>
                  </a:cubicBezTo>
                  <a:cubicBezTo>
                    <a:pt x="890" y="1314"/>
                    <a:pt x="1026" y="1089"/>
                    <a:pt x="1182" y="793"/>
                  </a:cubicBezTo>
                  <a:cubicBezTo>
                    <a:pt x="1302" y="568"/>
                    <a:pt x="1482" y="160"/>
                    <a:pt x="1660" y="79"/>
                  </a:cubicBezTo>
                  <a:cubicBezTo>
                    <a:pt x="1846" y="0"/>
                    <a:pt x="2266" y="265"/>
                    <a:pt x="2325" y="463"/>
                  </a:cubicBezTo>
                  <a:cubicBezTo>
                    <a:pt x="2363" y="603"/>
                    <a:pt x="2146" y="976"/>
                    <a:pt x="2025" y="1217"/>
                  </a:cubicBezTo>
                  <a:cubicBezTo>
                    <a:pt x="1742" y="1772"/>
                    <a:pt x="1566" y="2161"/>
                    <a:pt x="1256" y="2748"/>
                  </a:cubicBezTo>
                  <a:cubicBezTo>
                    <a:pt x="1127" y="2997"/>
                    <a:pt x="941" y="3351"/>
                    <a:pt x="754" y="3417"/>
                  </a:cubicBezTo>
                  <a:cubicBezTo>
                    <a:pt x="549" y="3487"/>
                    <a:pt x="187" y="3270"/>
                    <a:pt x="0" y="31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7990;p125">
              <a:extLst>
                <a:ext uri="{FF2B5EF4-FFF2-40B4-BE49-F238E27FC236}">
                  <a16:creationId xmlns:a16="http://schemas.microsoft.com/office/drawing/2014/main" id="{1836E79B-1E20-7822-6184-7F104E854580}"/>
                </a:ext>
              </a:extLst>
            </p:cNvPr>
            <p:cNvSpPr/>
            <p:nvPr/>
          </p:nvSpPr>
          <p:spPr>
            <a:xfrm>
              <a:off x="3926075" y="932375"/>
              <a:ext cx="606925" cy="761475"/>
            </a:xfrm>
            <a:custGeom>
              <a:avLst/>
              <a:gdLst/>
              <a:ahLst/>
              <a:cxnLst/>
              <a:rect l="l" t="t" r="r" b="b"/>
              <a:pathLst>
                <a:path w="24277" h="30459" extrusionOk="0">
                  <a:moveTo>
                    <a:pt x="6830" y="1"/>
                  </a:moveTo>
                  <a:cubicBezTo>
                    <a:pt x="6600" y="304"/>
                    <a:pt x="6487" y="1120"/>
                    <a:pt x="6387" y="1481"/>
                  </a:cubicBezTo>
                  <a:cubicBezTo>
                    <a:pt x="5640" y="4198"/>
                    <a:pt x="4867" y="6760"/>
                    <a:pt x="4209" y="9368"/>
                  </a:cubicBezTo>
                  <a:cubicBezTo>
                    <a:pt x="3402" y="12574"/>
                    <a:pt x="2476" y="15665"/>
                    <a:pt x="1574" y="18847"/>
                  </a:cubicBezTo>
                  <a:cubicBezTo>
                    <a:pt x="1147" y="20352"/>
                    <a:pt x="626" y="22042"/>
                    <a:pt x="296" y="23578"/>
                  </a:cubicBezTo>
                  <a:cubicBezTo>
                    <a:pt x="125" y="24363"/>
                    <a:pt x="1" y="25160"/>
                    <a:pt x="537" y="25696"/>
                  </a:cubicBezTo>
                  <a:cubicBezTo>
                    <a:pt x="1023" y="26186"/>
                    <a:pt x="2022" y="26504"/>
                    <a:pt x="2569" y="26706"/>
                  </a:cubicBezTo>
                  <a:cubicBezTo>
                    <a:pt x="3999" y="27231"/>
                    <a:pt x="5290" y="27702"/>
                    <a:pt x="6631" y="28078"/>
                  </a:cubicBezTo>
                  <a:cubicBezTo>
                    <a:pt x="8640" y="28649"/>
                    <a:pt x="10692" y="29299"/>
                    <a:pt x="12667" y="29750"/>
                  </a:cubicBezTo>
                  <a:cubicBezTo>
                    <a:pt x="12974" y="29820"/>
                    <a:pt x="13320" y="29862"/>
                    <a:pt x="13662" y="29952"/>
                  </a:cubicBezTo>
                  <a:cubicBezTo>
                    <a:pt x="13996" y="30037"/>
                    <a:pt x="14323" y="30150"/>
                    <a:pt x="14673" y="30231"/>
                  </a:cubicBezTo>
                  <a:cubicBezTo>
                    <a:pt x="15032" y="30320"/>
                    <a:pt x="15487" y="30458"/>
                    <a:pt x="15892" y="30458"/>
                  </a:cubicBezTo>
                  <a:cubicBezTo>
                    <a:pt x="16162" y="30458"/>
                    <a:pt x="16409" y="30397"/>
                    <a:pt x="16592" y="30220"/>
                  </a:cubicBezTo>
                  <a:cubicBezTo>
                    <a:pt x="16881" y="29948"/>
                    <a:pt x="17055" y="29198"/>
                    <a:pt x="17218" y="28685"/>
                  </a:cubicBezTo>
                  <a:cubicBezTo>
                    <a:pt x="17394" y="28118"/>
                    <a:pt x="17600" y="27612"/>
                    <a:pt x="17758" y="27119"/>
                  </a:cubicBezTo>
                  <a:cubicBezTo>
                    <a:pt x="18101" y="26053"/>
                    <a:pt x="18338" y="25016"/>
                    <a:pt x="18587" y="24013"/>
                  </a:cubicBezTo>
                  <a:cubicBezTo>
                    <a:pt x="19107" y="21918"/>
                    <a:pt x="19597" y="19932"/>
                    <a:pt x="20320" y="17794"/>
                  </a:cubicBezTo>
                  <a:cubicBezTo>
                    <a:pt x="21035" y="15672"/>
                    <a:pt x="21615" y="13686"/>
                    <a:pt x="22419" y="11528"/>
                  </a:cubicBezTo>
                  <a:cubicBezTo>
                    <a:pt x="22792" y="10529"/>
                    <a:pt x="23208" y="9453"/>
                    <a:pt x="23593" y="8365"/>
                  </a:cubicBezTo>
                  <a:cubicBezTo>
                    <a:pt x="23958" y="7331"/>
                    <a:pt x="24269" y="6515"/>
                    <a:pt x="24277" y="5621"/>
                  </a:cubicBezTo>
                  <a:cubicBezTo>
                    <a:pt x="24277" y="5465"/>
                    <a:pt x="24265" y="5302"/>
                    <a:pt x="24234" y="5142"/>
                  </a:cubicBezTo>
                  <a:cubicBezTo>
                    <a:pt x="23771" y="3716"/>
                    <a:pt x="17300" y="2880"/>
                    <a:pt x="15800" y="2461"/>
                  </a:cubicBezTo>
                  <a:cubicBezTo>
                    <a:pt x="14233" y="2022"/>
                    <a:pt x="12675" y="1626"/>
                    <a:pt x="11151" y="1206"/>
                  </a:cubicBezTo>
                  <a:cubicBezTo>
                    <a:pt x="9993" y="887"/>
                    <a:pt x="8843" y="611"/>
                    <a:pt x="7653" y="265"/>
                  </a:cubicBezTo>
                  <a:cubicBezTo>
                    <a:pt x="7470" y="214"/>
                    <a:pt x="7264" y="157"/>
                    <a:pt x="7074" y="90"/>
                  </a:cubicBezTo>
                  <a:cubicBezTo>
                    <a:pt x="6997" y="63"/>
                    <a:pt x="6911" y="35"/>
                    <a:pt x="68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7991;p125">
              <a:extLst>
                <a:ext uri="{FF2B5EF4-FFF2-40B4-BE49-F238E27FC236}">
                  <a16:creationId xmlns:a16="http://schemas.microsoft.com/office/drawing/2014/main" id="{3F8946BA-8874-91C7-8E2F-586812F89AEF}"/>
                </a:ext>
              </a:extLst>
            </p:cNvPr>
            <p:cNvSpPr/>
            <p:nvPr/>
          </p:nvSpPr>
          <p:spPr>
            <a:xfrm>
              <a:off x="4093975" y="960950"/>
              <a:ext cx="22575" cy="31100"/>
            </a:xfrm>
            <a:custGeom>
              <a:avLst/>
              <a:gdLst/>
              <a:ahLst/>
              <a:cxnLst/>
              <a:rect l="l" t="t" r="r" b="b"/>
              <a:pathLst>
                <a:path w="903" h="1244" extrusionOk="0">
                  <a:moveTo>
                    <a:pt x="362" y="1167"/>
                  </a:moveTo>
                  <a:cubicBezTo>
                    <a:pt x="1" y="1244"/>
                    <a:pt x="354" y="0"/>
                    <a:pt x="693" y="226"/>
                  </a:cubicBezTo>
                  <a:cubicBezTo>
                    <a:pt x="903" y="366"/>
                    <a:pt x="638" y="1104"/>
                    <a:pt x="362" y="11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7992;p125">
              <a:extLst>
                <a:ext uri="{FF2B5EF4-FFF2-40B4-BE49-F238E27FC236}">
                  <a16:creationId xmlns:a16="http://schemas.microsoft.com/office/drawing/2014/main" id="{0C8A7B22-C067-17AC-BB07-97006B15A0E6}"/>
                </a:ext>
              </a:extLst>
            </p:cNvPr>
            <p:cNvSpPr/>
            <p:nvPr/>
          </p:nvSpPr>
          <p:spPr>
            <a:xfrm>
              <a:off x="4111575" y="984450"/>
              <a:ext cx="13725" cy="24325"/>
            </a:xfrm>
            <a:custGeom>
              <a:avLst/>
              <a:gdLst/>
              <a:ahLst/>
              <a:cxnLst/>
              <a:rect l="l" t="t" r="r" b="b"/>
              <a:pathLst>
                <a:path w="549" h="973" extrusionOk="0">
                  <a:moveTo>
                    <a:pt x="144" y="770"/>
                  </a:moveTo>
                  <a:cubicBezTo>
                    <a:pt x="0" y="693"/>
                    <a:pt x="70" y="354"/>
                    <a:pt x="210" y="250"/>
                  </a:cubicBezTo>
                  <a:cubicBezTo>
                    <a:pt x="549" y="1"/>
                    <a:pt x="513" y="973"/>
                    <a:pt x="144" y="7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7993;p125">
              <a:extLst>
                <a:ext uri="{FF2B5EF4-FFF2-40B4-BE49-F238E27FC236}">
                  <a16:creationId xmlns:a16="http://schemas.microsoft.com/office/drawing/2014/main" id="{6600DE07-4F6C-C2F6-DA2B-738601F7F372}"/>
                </a:ext>
              </a:extLst>
            </p:cNvPr>
            <p:cNvSpPr/>
            <p:nvPr/>
          </p:nvSpPr>
          <p:spPr>
            <a:xfrm>
              <a:off x="4088050" y="996200"/>
              <a:ext cx="17225" cy="23175"/>
            </a:xfrm>
            <a:custGeom>
              <a:avLst/>
              <a:gdLst/>
              <a:ahLst/>
              <a:cxnLst/>
              <a:rect l="l" t="t" r="r" b="b"/>
              <a:pathLst>
                <a:path w="689" h="927" extrusionOk="0">
                  <a:moveTo>
                    <a:pt x="324" y="899"/>
                  </a:moveTo>
                  <a:cubicBezTo>
                    <a:pt x="288" y="899"/>
                    <a:pt x="284" y="892"/>
                    <a:pt x="261" y="892"/>
                  </a:cubicBezTo>
                  <a:cubicBezTo>
                    <a:pt x="1" y="872"/>
                    <a:pt x="78" y="370"/>
                    <a:pt x="342" y="211"/>
                  </a:cubicBezTo>
                  <a:cubicBezTo>
                    <a:pt x="688" y="1"/>
                    <a:pt x="645" y="926"/>
                    <a:pt x="324" y="8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7994;p125">
              <a:extLst>
                <a:ext uri="{FF2B5EF4-FFF2-40B4-BE49-F238E27FC236}">
                  <a16:creationId xmlns:a16="http://schemas.microsoft.com/office/drawing/2014/main" id="{B8997113-8ABB-0558-623B-A93EF0F487A3}"/>
                </a:ext>
              </a:extLst>
            </p:cNvPr>
            <p:cNvSpPr/>
            <p:nvPr/>
          </p:nvSpPr>
          <p:spPr>
            <a:xfrm>
              <a:off x="3950375" y="1037125"/>
              <a:ext cx="142750" cy="499100"/>
            </a:xfrm>
            <a:custGeom>
              <a:avLst/>
              <a:gdLst/>
              <a:ahLst/>
              <a:cxnLst/>
              <a:rect l="l" t="t" r="r" b="b"/>
              <a:pathLst>
                <a:path w="5710" h="19964" extrusionOk="0">
                  <a:moveTo>
                    <a:pt x="5663" y="20"/>
                  </a:moveTo>
                  <a:cubicBezTo>
                    <a:pt x="5679" y="28"/>
                    <a:pt x="5709" y="32"/>
                    <a:pt x="5706" y="51"/>
                  </a:cubicBezTo>
                  <a:cubicBezTo>
                    <a:pt x="5651" y="491"/>
                    <a:pt x="5422" y="1664"/>
                    <a:pt x="5208" y="2450"/>
                  </a:cubicBezTo>
                  <a:cubicBezTo>
                    <a:pt x="4991" y="3261"/>
                    <a:pt x="4758" y="4066"/>
                    <a:pt x="4501" y="4867"/>
                  </a:cubicBezTo>
                  <a:cubicBezTo>
                    <a:pt x="3471" y="8058"/>
                    <a:pt x="2561" y="11326"/>
                    <a:pt x="1784" y="14557"/>
                  </a:cubicBezTo>
                  <a:cubicBezTo>
                    <a:pt x="1446" y="15947"/>
                    <a:pt x="1088" y="17347"/>
                    <a:pt x="708" y="18762"/>
                  </a:cubicBezTo>
                  <a:cubicBezTo>
                    <a:pt x="618" y="19092"/>
                    <a:pt x="602" y="19314"/>
                    <a:pt x="416" y="19695"/>
                  </a:cubicBezTo>
                  <a:cubicBezTo>
                    <a:pt x="369" y="19784"/>
                    <a:pt x="369" y="19963"/>
                    <a:pt x="241" y="19940"/>
                  </a:cubicBezTo>
                  <a:cubicBezTo>
                    <a:pt x="1" y="19893"/>
                    <a:pt x="136" y="19539"/>
                    <a:pt x="167" y="19384"/>
                  </a:cubicBezTo>
                  <a:cubicBezTo>
                    <a:pt x="272" y="18774"/>
                    <a:pt x="444" y="18159"/>
                    <a:pt x="579" y="17526"/>
                  </a:cubicBezTo>
                  <a:cubicBezTo>
                    <a:pt x="1446" y="13437"/>
                    <a:pt x="2514" y="9278"/>
                    <a:pt x="3980" y="5034"/>
                  </a:cubicBezTo>
                  <a:cubicBezTo>
                    <a:pt x="4462" y="3634"/>
                    <a:pt x="4944" y="2118"/>
                    <a:pt x="5318" y="646"/>
                  </a:cubicBezTo>
                  <a:cubicBezTo>
                    <a:pt x="5379" y="393"/>
                    <a:pt x="5429" y="109"/>
                    <a:pt x="5546" y="39"/>
                  </a:cubicBezTo>
                  <a:cubicBezTo>
                    <a:pt x="5585" y="16"/>
                    <a:pt x="5624" y="1"/>
                    <a:pt x="5663" y="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7995;p125">
              <a:extLst>
                <a:ext uri="{FF2B5EF4-FFF2-40B4-BE49-F238E27FC236}">
                  <a16:creationId xmlns:a16="http://schemas.microsoft.com/office/drawing/2014/main" id="{FB1E3485-9C52-50EA-19B6-DDFE83E6693B}"/>
                </a:ext>
              </a:extLst>
            </p:cNvPr>
            <p:cNvSpPr/>
            <p:nvPr/>
          </p:nvSpPr>
          <p:spPr>
            <a:xfrm>
              <a:off x="4161025" y="1081050"/>
              <a:ext cx="230125" cy="183175"/>
            </a:xfrm>
            <a:custGeom>
              <a:avLst/>
              <a:gdLst/>
              <a:ahLst/>
              <a:cxnLst/>
              <a:rect l="l" t="t" r="r" b="b"/>
              <a:pathLst>
                <a:path w="9205" h="7327" extrusionOk="0">
                  <a:moveTo>
                    <a:pt x="8652" y="2041"/>
                  </a:moveTo>
                  <a:cubicBezTo>
                    <a:pt x="8656" y="2045"/>
                    <a:pt x="8948" y="2177"/>
                    <a:pt x="9033" y="2309"/>
                  </a:cubicBezTo>
                  <a:cubicBezTo>
                    <a:pt x="9205" y="2577"/>
                    <a:pt x="8943" y="3129"/>
                    <a:pt x="8823" y="3506"/>
                  </a:cubicBezTo>
                  <a:cubicBezTo>
                    <a:pt x="8567" y="4291"/>
                    <a:pt x="8314" y="5119"/>
                    <a:pt x="8096" y="5943"/>
                  </a:cubicBezTo>
                  <a:cubicBezTo>
                    <a:pt x="7999" y="6317"/>
                    <a:pt x="7860" y="6900"/>
                    <a:pt x="7544" y="7097"/>
                  </a:cubicBezTo>
                  <a:cubicBezTo>
                    <a:pt x="7183" y="7327"/>
                    <a:pt x="6153" y="6880"/>
                    <a:pt x="5718" y="6740"/>
                  </a:cubicBezTo>
                  <a:cubicBezTo>
                    <a:pt x="4401" y="6313"/>
                    <a:pt x="3339" y="5986"/>
                    <a:pt x="2045" y="5671"/>
                  </a:cubicBezTo>
                  <a:cubicBezTo>
                    <a:pt x="1777" y="5609"/>
                    <a:pt x="1462" y="5520"/>
                    <a:pt x="1116" y="5418"/>
                  </a:cubicBezTo>
                  <a:cubicBezTo>
                    <a:pt x="797" y="5325"/>
                    <a:pt x="413" y="5212"/>
                    <a:pt x="214" y="4944"/>
                  </a:cubicBezTo>
                  <a:cubicBezTo>
                    <a:pt x="1" y="4657"/>
                    <a:pt x="156" y="4191"/>
                    <a:pt x="238" y="3821"/>
                  </a:cubicBezTo>
                  <a:cubicBezTo>
                    <a:pt x="338" y="3362"/>
                    <a:pt x="420" y="3009"/>
                    <a:pt x="514" y="2675"/>
                  </a:cubicBezTo>
                  <a:cubicBezTo>
                    <a:pt x="677" y="2099"/>
                    <a:pt x="840" y="1559"/>
                    <a:pt x="1061" y="910"/>
                  </a:cubicBezTo>
                  <a:cubicBezTo>
                    <a:pt x="1136" y="696"/>
                    <a:pt x="1221" y="436"/>
                    <a:pt x="1353" y="311"/>
                  </a:cubicBezTo>
                  <a:cubicBezTo>
                    <a:pt x="1683" y="0"/>
                    <a:pt x="2694" y="292"/>
                    <a:pt x="3113" y="389"/>
                  </a:cubicBezTo>
                  <a:cubicBezTo>
                    <a:pt x="4354" y="669"/>
                    <a:pt x="5562" y="1042"/>
                    <a:pt x="6779" y="1416"/>
                  </a:cubicBezTo>
                  <a:cubicBezTo>
                    <a:pt x="7389" y="1602"/>
                    <a:pt x="8026" y="1714"/>
                    <a:pt x="8652" y="204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7996;p125">
              <a:extLst>
                <a:ext uri="{FF2B5EF4-FFF2-40B4-BE49-F238E27FC236}">
                  <a16:creationId xmlns:a16="http://schemas.microsoft.com/office/drawing/2014/main" id="{ACF27D41-A53D-8664-8823-0D1C217866B7}"/>
                </a:ext>
              </a:extLst>
            </p:cNvPr>
            <p:cNvSpPr/>
            <p:nvPr/>
          </p:nvSpPr>
          <p:spPr>
            <a:xfrm>
              <a:off x="4198725" y="1123425"/>
              <a:ext cx="156875" cy="54825"/>
            </a:xfrm>
            <a:custGeom>
              <a:avLst/>
              <a:gdLst/>
              <a:ahLst/>
              <a:cxnLst/>
              <a:rect l="l" t="t" r="r" b="b"/>
              <a:pathLst>
                <a:path w="6275" h="2193" extrusionOk="0">
                  <a:moveTo>
                    <a:pt x="39" y="471"/>
                  </a:moveTo>
                  <a:cubicBezTo>
                    <a:pt x="1" y="0"/>
                    <a:pt x="393" y="117"/>
                    <a:pt x="821" y="218"/>
                  </a:cubicBezTo>
                  <a:cubicBezTo>
                    <a:pt x="1598" y="404"/>
                    <a:pt x="2255" y="571"/>
                    <a:pt x="3017" y="770"/>
                  </a:cubicBezTo>
                  <a:cubicBezTo>
                    <a:pt x="4183" y="1073"/>
                    <a:pt x="4983" y="1255"/>
                    <a:pt x="5932" y="1531"/>
                  </a:cubicBezTo>
                  <a:cubicBezTo>
                    <a:pt x="6009" y="1554"/>
                    <a:pt x="6274" y="1823"/>
                    <a:pt x="6115" y="2033"/>
                  </a:cubicBezTo>
                  <a:cubicBezTo>
                    <a:pt x="5990" y="2193"/>
                    <a:pt x="5574" y="2021"/>
                    <a:pt x="5356" y="1963"/>
                  </a:cubicBezTo>
                  <a:cubicBezTo>
                    <a:pt x="3849" y="1563"/>
                    <a:pt x="2305" y="1104"/>
                    <a:pt x="774" y="758"/>
                  </a:cubicBezTo>
                  <a:cubicBezTo>
                    <a:pt x="533" y="700"/>
                    <a:pt x="218" y="715"/>
                    <a:pt x="39" y="4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7997;p125">
              <a:extLst>
                <a:ext uri="{FF2B5EF4-FFF2-40B4-BE49-F238E27FC236}">
                  <a16:creationId xmlns:a16="http://schemas.microsoft.com/office/drawing/2014/main" id="{742F8159-DB90-41CD-A7C8-6FFD096002D4}"/>
                </a:ext>
              </a:extLst>
            </p:cNvPr>
            <p:cNvSpPr/>
            <p:nvPr/>
          </p:nvSpPr>
          <p:spPr>
            <a:xfrm>
              <a:off x="4190075" y="1161325"/>
              <a:ext cx="153150" cy="53075"/>
            </a:xfrm>
            <a:custGeom>
              <a:avLst/>
              <a:gdLst/>
              <a:ahLst/>
              <a:cxnLst/>
              <a:rect l="l" t="t" r="r" b="b"/>
              <a:pathLst>
                <a:path w="6126" h="2123" extrusionOk="0">
                  <a:moveTo>
                    <a:pt x="5846" y="1524"/>
                  </a:moveTo>
                  <a:cubicBezTo>
                    <a:pt x="6017" y="1609"/>
                    <a:pt x="6126" y="1780"/>
                    <a:pt x="6032" y="1924"/>
                  </a:cubicBezTo>
                  <a:cubicBezTo>
                    <a:pt x="5901" y="2122"/>
                    <a:pt x="5571" y="1943"/>
                    <a:pt x="5298" y="1873"/>
                  </a:cubicBezTo>
                  <a:cubicBezTo>
                    <a:pt x="3770" y="1465"/>
                    <a:pt x="2356" y="1077"/>
                    <a:pt x="864" y="738"/>
                  </a:cubicBezTo>
                  <a:cubicBezTo>
                    <a:pt x="627" y="684"/>
                    <a:pt x="261" y="677"/>
                    <a:pt x="125" y="548"/>
                  </a:cubicBezTo>
                  <a:cubicBezTo>
                    <a:pt x="20" y="447"/>
                    <a:pt x="1" y="194"/>
                    <a:pt x="109" y="101"/>
                  </a:cubicBezTo>
                  <a:cubicBezTo>
                    <a:pt x="222" y="0"/>
                    <a:pt x="1357" y="327"/>
                    <a:pt x="1528" y="369"/>
                  </a:cubicBezTo>
                  <a:cubicBezTo>
                    <a:pt x="2963" y="723"/>
                    <a:pt x="4439" y="1236"/>
                    <a:pt x="5788" y="1511"/>
                  </a:cubicBezTo>
                  <a:cubicBezTo>
                    <a:pt x="5808" y="1516"/>
                    <a:pt x="5819" y="1508"/>
                    <a:pt x="5846" y="15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7998;p125">
              <a:extLst>
                <a:ext uri="{FF2B5EF4-FFF2-40B4-BE49-F238E27FC236}">
                  <a16:creationId xmlns:a16="http://schemas.microsoft.com/office/drawing/2014/main" id="{C12A0E5B-22F5-0E88-D660-D58241AED648}"/>
                </a:ext>
              </a:extLst>
            </p:cNvPr>
            <p:cNvSpPr/>
            <p:nvPr/>
          </p:nvSpPr>
          <p:spPr>
            <a:xfrm>
              <a:off x="4431550" y="1043150"/>
              <a:ext cx="38675" cy="23050"/>
            </a:xfrm>
            <a:custGeom>
              <a:avLst/>
              <a:gdLst/>
              <a:ahLst/>
              <a:cxnLst/>
              <a:rect l="l" t="t" r="r" b="b"/>
              <a:pathLst>
                <a:path w="1547" h="922" extrusionOk="0">
                  <a:moveTo>
                    <a:pt x="63" y="183"/>
                  </a:moveTo>
                  <a:cubicBezTo>
                    <a:pt x="307" y="1"/>
                    <a:pt x="1547" y="164"/>
                    <a:pt x="1466" y="580"/>
                  </a:cubicBezTo>
                  <a:cubicBezTo>
                    <a:pt x="1399" y="921"/>
                    <a:pt x="307" y="751"/>
                    <a:pt x="78" y="475"/>
                  </a:cubicBezTo>
                  <a:cubicBezTo>
                    <a:pt x="16" y="401"/>
                    <a:pt x="0" y="338"/>
                    <a:pt x="63" y="18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7999;p125">
              <a:extLst>
                <a:ext uri="{FF2B5EF4-FFF2-40B4-BE49-F238E27FC236}">
                  <a16:creationId xmlns:a16="http://schemas.microsoft.com/office/drawing/2014/main" id="{985F5021-CDC1-8A71-1597-B502A2767AF0}"/>
                </a:ext>
              </a:extLst>
            </p:cNvPr>
            <p:cNvSpPr/>
            <p:nvPr/>
          </p:nvSpPr>
          <p:spPr>
            <a:xfrm>
              <a:off x="4461950" y="1067825"/>
              <a:ext cx="16850" cy="19350"/>
            </a:xfrm>
            <a:custGeom>
              <a:avLst/>
              <a:gdLst/>
              <a:ahLst/>
              <a:cxnLst/>
              <a:rect l="l" t="t" r="r" b="b"/>
              <a:pathLst>
                <a:path w="674" h="774" extrusionOk="0">
                  <a:moveTo>
                    <a:pt x="51" y="413"/>
                  </a:moveTo>
                  <a:cubicBezTo>
                    <a:pt x="1" y="1"/>
                    <a:pt x="614" y="110"/>
                    <a:pt x="642" y="354"/>
                  </a:cubicBezTo>
                  <a:cubicBezTo>
                    <a:pt x="673" y="685"/>
                    <a:pt x="94" y="774"/>
                    <a:pt x="51" y="4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8000;p125">
              <a:extLst>
                <a:ext uri="{FF2B5EF4-FFF2-40B4-BE49-F238E27FC236}">
                  <a16:creationId xmlns:a16="http://schemas.microsoft.com/office/drawing/2014/main" id="{B30BEDD7-4810-6CCE-A559-F81566ED889C}"/>
                </a:ext>
              </a:extLst>
            </p:cNvPr>
            <p:cNvSpPr/>
            <p:nvPr/>
          </p:nvSpPr>
          <p:spPr>
            <a:xfrm>
              <a:off x="4481200" y="1048400"/>
              <a:ext cx="24700" cy="17925"/>
            </a:xfrm>
            <a:custGeom>
              <a:avLst/>
              <a:gdLst/>
              <a:ahLst/>
              <a:cxnLst/>
              <a:rect l="l" t="t" r="r" b="b"/>
              <a:pathLst>
                <a:path w="988" h="717" extrusionOk="0">
                  <a:moveTo>
                    <a:pt x="23" y="390"/>
                  </a:moveTo>
                  <a:cubicBezTo>
                    <a:pt x="54" y="1"/>
                    <a:pt x="987" y="168"/>
                    <a:pt x="913" y="517"/>
                  </a:cubicBezTo>
                  <a:cubicBezTo>
                    <a:pt x="883" y="669"/>
                    <a:pt x="773" y="688"/>
                    <a:pt x="583" y="700"/>
                  </a:cubicBezTo>
                  <a:cubicBezTo>
                    <a:pt x="296" y="716"/>
                    <a:pt x="0" y="661"/>
                    <a:pt x="23" y="3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05246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1">
          <a:extLst>
            <a:ext uri="{FF2B5EF4-FFF2-40B4-BE49-F238E27FC236}">
              <a16:creationId xmlns:a16="http://schemas.microsoft.com/office/drawing/2014/main" id="{17BAEF0D-8B44-DE6E-795F-053ADDCB3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2" name="Google Shape;8452;p127">
            <a:extLst>
              <a:ext uri="{FF2B5EF4-FFF2-40B4-BE49-F238E27FC236}">
                <a16:creationId xmlns:a16="http://schemas.microsoft.com/office/drawing/2014/main" id="{B2AC40C8-4A9A-8E06-CAB5-31FCE3ED1019}"/>
              </a:ext>
            </a:extLst>
          </p:cNvPr>
          <p:cNvSpPr/>
          <p:nvPr/>
        </p:nvSpPr>
        <p:spPr>
          <a:xfrm>
            <a:off x="1470321" y="3076174"/>
            <a:ext cx="782400" cy="7824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3" name="Google Shape;8453;p127">
            <a:extLst>
              <a:ext uri="{FF2B5EF4-FFF2-40B4-BE49-F238E27FC236}">
                <a16:creationId xmlns:a16="http://schemas.microsoft.com/office/drawing/2014/main" id="{72202FB0-780C-548A-5B2A-A8202593BCB4}"/>
              </a:ext>
            </a:extLst>
          </p:cNvPr>
          <p:cNvSpPr/>
          <p:nvPr/>
        </p:nvSpPr>
        <p:spPr>
          <a:xfrm>
            <a:off x="4137361" y="3017375"/>
            <a:ext cx="782400" cy="7824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4" name="Google Shape;8454;p127">
            <a:extLst>
              <a:ext uri="{FF2B5EF4-FFF2-40B4-BE49-F238E27FC236}">
                <a16:creationId xmlns:a16="http://schemas.microsoft.com/office/drawing/2014/main" id="{4AF06677-E3EA-47B6-A1B4-91A4AFE08960}"/>
              </a:ext>
            </a:extLst>
          </p:cNvPr>
          <p:cNvSpPr/>
          <p:nvPr/>
        </p:nvSpPr>
        <p:spPr>
          <a:xfrm>
            <a:off x="6862493" y="3004948"/>
            <a:ext cx="782400" cy="7824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5" name="Google Shape;8455;p127">
            <a:extLst>
              <a:ext uri="{FF2B5EF4-FFF2-40B4-BE49-F238E27FC236}">
                <a16:creationId xmlns:a16="http://schemas.microsoft.com/office/drawing/2014/main" id="{802C7C6D-016E-A758-4EBD-CE7D2FCA8A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it-IT" b="1" dirty="0"/>
              <a:t>Il Flusso di Lavoro RAG</a:t>
            </a:r>
          </a:p>
        </p:txBody>
      </p:sp>
      <p:cxnSp>
        <p:nvCxnSpPr>
          <p:cNvPr id="8458" name="Google Shape;8458;p127">
            <a:extLst>
              <a:ext uri="{FF2B5EF4-FFF2-40B4-BE49-F238E27FC236}">
                <a16:creationId xmlns:a16="http://schemas.microsoft.com/office/drawing/2014/main" id="{AD0CD96B-B606-B519-AEB6-3FFA9E799006}"/>
              </a:ext>
            </a:extLst>
          </p:cNvPr>
          <p:cNvCxnSpPr>
            <a:cxnSpLocks/>
            <a:endCxn id="8453" idx="2"/>
          </p:cNvCxnSpPr>
          <p:nvPr/>
        </p:nvCxnSpPr>
        <p:spPr>
          <a:xfrm>
            <a:off x="2253385" y="3408575"/>
            <a:ext cx="1883976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59" name="Google Shape;8459;p127">
            <a:extLst>
              <a:ext uri="{FF2B5EF4-FFF2-40B4-BE49-F238E27FC236}">
                <a16:creationId xmlns:a16="http://schemas.microsoft.com/office/drawing/2014/main" id="{AFB67266-6D50-DFDD-9A12-4F8EA9C90BDF}"/>
              </a:ext>
            </a:extLst>
          </p:cNvPr>
          <p:cNvCxnSpPr>
            <a:cxnSpLocks/>
            <a:endCxn id="8454" idx="2"/>
          </p:cNvCxnSpPr>
          <p:nvPr/>
        </p:nvCxnSpPr>
        <p:spPr>
          <a:xfrm>
            <a:off x="4919760" y="3396148"/>
            <a:ext cx="1942733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460" name="Google Shape;8460;p127">
            <a:extLst>
              <a:ext uri="{FF2B5EF4-FFF2-40B4-BE49-F238E27FC236}">
                <a16:creationId xmlns:a16="http://schemas.microsoft.com/office/drawing/2014/main" id="{CA24E08A-2976-4B99-6A02-6B411684A0A5}"/>
              </a:ext>
            </a:extLst>
          </p:cNvPr>
          <p:cNvSpPr txBox="1"/>
          <p:nvPr/>
        </p:nvSpPr>
        <p:spPr>
          <a:xfrm>
            <a:off x="712307" y="1284926"/>
            <a:ext cx="20868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GB" sz="2000" b="1" dirty="0" err="1">
                <a:solidFill>
                  <a:schemeClr val="lt2"/>
                </a:solidFill>
                <a:latin typeface="Open Sans"/>
                <a:ea typeface="Open Sans"/>
                <a:cs typeface="Open Sans"/>
              </a:rPr>
              <a:t>Gestione</a:t>
            </a:r>
            <a:endParaRPr lang="en-GB" sz="2000" b="1" dirty="0">
              <a:solidFill>
                <a:schemeClr val="lt2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461" name="Google Shape;8461;p127">
            <a:extLst>
              <a:ext uri="{FF2B5EF4-FFF2-40B4-BE49-F238E27FC236}">
                <a16:creationId xmlns:a16="http://schemas.microsoft.com/office/drawing/2014/main" id="{E37E8D6E-1655-106E-7F2F-1E619FA1E989}"/>
              </a:ext>
            </a:extLst>
          </p:cNvPr>
          <p:cNvSpPr txBox="1"/>
          <p:nvPr/>
        </p:nvSpPr>
        <p:spPr>
          <a:xfrm>
            <a:off x="565513" y="1707926"/>
            <a:ext cx="2592016" cy="619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it-IT" sz="1200" dirty="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Preparazione dei protocolli medici e frammentazione logica dei file </a:t>
            </a:r>
            <a:r>
              <a:rPr lang="it-IT" sz="1200" dirty="0" err="1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Markdown</a:t>
            </a:r>
            <a:r>
              <a:rPr lang="it-IT" sz="1200" dirty="0"/>
              <a:t>.</a:t>
            </a: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62" name="Google Shape;8462;p127">
            <a:extLst>
              <a:ext uri="{FF2B5EF4-FFF2-40B4-BE49-F238E27FC236}">
                <a16:creationId xmlns:a16="http://schemas.microsoft.com/office/drawing/2014/main" id="{C26EC4FF-57E2-EADA-496B-6F7FF2BA560B}"/>
              </a:ext>
            </a:extLst>
          </p:cNvPr>
          <p:cNvSpPr txBox="1"/>
          <p:nvPr/>
        </p:nvSpPr>
        <p:spPr>
          <a:xfrm>
            <a:off x="2957899" y="1237177"/>
            <a:ext cx="3020765" cy="513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GB" sz="2000" b="1" dirty="0">
                <a:solidFill>
                  <a:schemeClr val="lt2"/>
                </a:solidFill>
                <a:latin typeface="Open Sans"/>
                <a:ea typeface="Open Sans"/>
                <a:cs typeface="Open Sans"/>
              </a:rPr>
              <a:t>Vettorizzazione</a:t>
            </a:r>
          </a:p>
        </p:txBody>
      </p:sp>
      <p:sp>
        <p:nvSpPr>
          <p:cNvPr id="8463" name="Google Shape;8463;p127">
            <a:extLst>
              <a:ext uri="{FF2B5EF4-FFF2-40B4-BE49-F238E27FC236}">
                <a16:creationId xmlns:a16="http://schemas.microsoft.com/office/drawing/2014/main" id="{6AA9AB9F-675B-77EA-8875-F4D2A35E1D1C}"/>
              </a:ext>
            </a:extLst>
          </p:cNvPr>
          <p:cNvSpPr txBox="1"/>
          <p:nvPr/>
        </p:nvSpPr>
        <p:spPr>
          <a:xfrm>
            <a:off x="3113839" y="1688883"/>
            <a:ext cx="282944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it-IT" sz="1200" dirty="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Trasformazione del testo in coordinate matematiche (</a:t>
            </a:r>
            <a:r>
              <a:rPr lang="it-IT" sz="1200" dirty="0" err="1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Embedding</a:t>
            </a:r>
            <a:r>
              <a:rPr lang="it-IT" sz="1200" dirty="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) tramite </a:t>
            </a:r>
            <a:r>
              <a:rPr lang="it-IT" sz="1200" dirty="0" err="1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ChromaDB</a:t>
            </a:r>
            <a:r>
              <a:rPr lang="it-IT" sz="1200" dirty="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.</a:t>
            </a: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64" name="Google Shape;8464;p127">
            <a:extLst>
              <a:ext uri="{FF2B5EF4-FFF2-40B4-BE49-F238E27FC236}">
                <a16:creationId xmlns:a16="http://schemas.microsoft.com/office/drawing/2014/main" id="{29F3D8C7-D11A-F021-1102-191AC3580B4D}"/>
              </a:ext>
            </a:extLst>
          </p:cNvPr>
          <p:cNvSpPr txBox="1"/>
          <p:nvPr/>
        </p:nvSpPr>
        <p:spPr>
          <a:xfrm>
            <a:off x="6005557" y="1278183"/>
            <a:ext cx="2547365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GB" sz="2000" b="1" dirty="0" err="1">
                <a:solidFill>
                  <a:schemeClr val="lt2"/>
                </a:solidFill>
                <a:latin typeface="Open Sans"/>
                <a:ea typeface="Open Sans"/>
                <a:cs typeface="Open Sans"/>
              </a:rPr>
              <a:t>Ricerca</a:t>
            </a:r>
            <a:r>
              <a:rPr lang="en-GB" sz="2000" b="1" dirty="0"/>
              <a:t> </a:t>
            </a:r>
            <a:r>
              <a:rPr lang="en-GB" sz="2000" b="1" dirty="0">
                <a:solidFill>
                  <a:schemeClr val="lt2"/>
                </a:solidFill>
                <a:latin typeface="Open Sans"/>
                <a:ea typeface="Open Sans"/>
                <a:cs typeface="Open Sans"/>
              </a:rPr>
              <a:t>MMR</a:t>
            </a:r>
          </a:p>
        </p:txBody>
      </p:sp>
      <p:sp>
        <p:nvSpPr>
          <p:cNvPr id="8465" name="Google Shape;8465;p127">
            <a:extLst>
              <a:ext uri="{FF2B5EF4-FFF2-40B4-BE49-F238E27FC236}">
                <a16:creationId xmlns:a16="http://schemas.microsoft.com/office/drawing/2014/main" id="{DDE3C94E-03A2-E5CE-6E24-3F21D64B4F98}"/>
              </a:ext>
            </a:extLst>
          </p:cNvPr>
          <p:cNvSpPr txBox="1"/>
          <p:nvPr/>
        </p:nvSpPr>
        <p:spPr>
          <a:xfrm>
            <a:off x="5998316" y="1621827"/>
            <a:ext cx="2550061" cy="711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it-IT" sz="1200" dirty="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Recupero intelligente bilanciando rilevanza semantica e diversità dei risultati.</a:t>
            </a: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8466" name="Google Shape;8466;p127">
            <a:extLst>
              <a:ext uri="{FF2B5EF4-FFF2-40B4-BE49-F238E27FC236}">
                <a16:creationId xmlns:a16="http://schemas.microsoft.com/office/drawing/2014/main" id="{235FA9DC-A8CA-469B-23E2-8D482E2892DE}"/>
              </a:ext>
            </a:extLst>
          </p:cNvPr>
          <p:cNvCxnSpPr>
            <a:cxnSpLocks/>
            <a:stCxn id="8461" idx="2"/>
            <a:endCxn id="8452" idx="0"/>
          </p:cNvCxnSpPr>
          <p:nvPr/>
        </p:nvCxnSpPr>
        <p:spPr>
          <a:xfrm>
            <a:off x="1861521" y="2327194"/>
            <a:ext cx="0" cy="74898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67" name="Google Shape;8467;p127">
            <a:extLst>
              <a:ext uri="{FF2B5EF4-FFF2-40B4-BE49-F238E27FC236}">
                <a16:creationId xmlns:a16="http://schemas.microsoft.com/office/drawing/2014/main" id="{15A0DA7C-71AD-747A-5445-E6227576F7E7}"/>
              </a:ext>
            </a:extLst>
          </p:cNvPr>
          <p:cNvCxnSpPr>
            <a:cxnSpLocks/>
            <a:endCxn id="8454" idx="0"/>
          </p:cNvCxnSpPr>
          <p:nvPr/>
        </p:nvCxnSpPr>
        <p:spPr>
          <a:xfrm>
            <a:off x="7251960" y="2333665"/>
            <a:ext cx="1733" cy="671283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68" name="Google Shape;8468;p127">
            <a:extLst>
              <a:ext uri="{FF2B5EF4-FFF2-40B4-BE49-F238E27FC236}">
                <a16:creationId xmlns:a16="http://schemas.microsoft.com/office/drawing/2014/main" id="{B08B3141-7DBC-E30A-73BD-7FCFD3B93707}"/>
              </a:ext>
            </a:extLst>
          </p:cNvPr>
          <p:cNvCxnSpPr>
            <a:cxnSpLocks/>
            <a:stCxn id="8463" idx="2"/>
            <a:endCxn id="8453" idx="0"/>
          </p:cNvCxnSpPr>
          <p:nvPr/>
        </p:nvCxnSpPr>
        <p:spPr>
          <a:xfrm>
            <a:off x="4528561" y="2261583"/>
            <a:ext cx="0" cy="75579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2" name="Google Shape;6676;p123">
            <a:extLst>
              <a:ext uri="{FF2B5EF4-FFF2-40B4-BE49-F238E27FC236}">
                <a16:creationId xmlns:a16="http://schemas.microsoft.com/office/drawing/2014/main" id="{20EB5E6E-34A6-3498-4945-25BF2538CE57}"/>
              </a:ext>
            </a:extLst>
          </p:cNvPr>
          <p:cNvGrpSpPr/>
          <p:nvPr/>
        </p:nvGrpSpPr>
        <p:grpSpPr>
          <a:xfrm>
            <a:off x="7059608" y="3230731"/>
            <a:ext cx="388170" cy="322715"/>
            <a:chOff x="8682861" y="2586191"/>
            <a:chExt cx="460900" cy="383181"/>
          </a:xfrm>
        </p:grpSpPr>
        <p:sp>
          <p:nvSpPr>
            <p:cNvPr id="33" name="Google Shape;6677;p123">
              <a:extLst>
                <a:ext uri="{FF2B5EF4-FFF2-40B4-BE49-F238E27FC236}">
                  <a16:creationId xmlns:a16="http://schemas.microsoft.com/office/drawing/2014/main" id="{08040736-960B-F515-94D5-F2B27DE0B9DA}"/>
                </a:ext>
              </a:extLst>
            </p:cNvPr>
            <p:cNvSpPr/>
            <p:nvPr/>
          </p:nvSpPr>
          <p:spPr>
            <a:xfrm>
              <a:off x="8976764" y="2805834"/>
              <a:ext cx="55687" cy="58665"/>
            </a:xfrm>
            <a:custGeom>
              <a:avLst/>
              <a:gdLst/>
              <a:ahLst/>
              <a:cxnLst/>
              <a:rect l="l" t="t" r="r" b="b"/>
              <a:pathLst>
                <a:path w="1739" h="1832" extrusionOk="0">
                  <a:moveTo>
                    <a:pt x="580" y="1"/>
                  </a:moveTo>
                  <a:lnTo>
                    <a:pt x="0" y="673"/>
                  </a:lnTo>
                  <a:lnTo>
                    <a:pt x="1159" y="1832"/>
                  </a:lnTo>
                  <a:lnTo>
                    <a:pt x="1646" y="1739"/>
                  </a:lnTo>
                  <a:lnTo>
                    <a:pt x="1738" y="1160"/>
                  </a:lnTo>
                  <a:lnTo>
                    <a:pt x="5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6678;p123">
              <a:extLst>
                <a:ext uri="{FF2B5EF4-FFF2-40B4-BE49-F238E27FC236}">
                  <a16:creationId xmlns:a16="http://schemas.microsoft.com/office/drawing/2014/main" id="{E493A6CA-A6F1-D77B-DF7A-2D34DE52227E}"/>
                </a:ext>
              </a:extLst>
            </p:cNvPr>
            <p:cNvSpPr/>
            <p:nvPr/>
          </p:nvSpPr>
          <p:spPr>
            <a:xfrm>
              <a:off x="8741494" y="2597495"/>
              <a:ext cx="287978" cy="268541"/>
            </a:xfrm>
            <a:custGeom>
              <a:avLst/>
              <a:gdLst/>
              <a:ahLst/>
              <a:cxnLst/>
              <a:rect l="l" t="t" r="r" b="b"/>
              <a:pathLst>
                <a:path w="8993" h="8386" extrusionOk="0">
                  <a:moveTo>
                    <a:pt x="4821" y="505"/>
                  </a:moveTo>
                  <a:cubicBezTo>
                    <a:pt x="5702" y="505"/>
                    <a:pt x="6559" y="898"/>
                    <a:pt x="7255" y="1571"/>
                  </a:cubicBezTo>
                  <a:cubicBezTo>
                    <a:pt x="7927" y="2243"/>
                    <a:pt x="8298" y="3123"/>
                    <a:pt x="8298" y="3981"/>
                  </a:cubicBezTo>
                  <a:cubicBezTo>
                    <a:pt x="8298" y="4954"/>
                    <a:pt x="7927" y="5812"/>
                    <a:pt x="7255" y="6507"/>
                  </a:cubicBezTo>
                  <a:cubicBezTo>
                    <a:pt x="6559" y="7179"/>
                    <a:pt x="5702" y="7457"/>
                    <a:pt x="4821" y="7457"/>
                  </a:cubicBezTo>
                  <a:cubicBezTo>
                    <a:pt x="3964" y="7457"/>
                    <a:pt x="2990" y="7179"/>
                    <a:pt x="2318" y="6507"/>
                  </a:cubicBezTo>
                  <a:cubicBezTo>
                    <a:pt x="974" y="5140"/>
                    <a:pt x="974" y="2915"/>
                    <a:pt x="2318" y="1571"/>
                  </a:cubicBezTo>
                  <a:cubicBezTo>
                    <a:pt x="2990" y="898"/>
                    <a:pt x="3964" y="505"/>
                    <a:pt x="4821" y="505"/>
                  </a:cubicBezTo>
                  <a:close/>
                  <a:moveTo>
                    <a:pt x="4725" y="0"/>
                  </a:moveTo>
                  <a:cubicBezTo>
                    <a:pt x="3188" y="0"/>
                    <a:pt x="1924" y="806"/>
                    <a:pt x="1924" y="806"/>
                  </a:cubicBezTo>
                  <a:lnTo>
                    <a:pt x="1461" y="1292"/>
                  </a:lnTo>
                  <a:cubicBezTo>
                    <a:pt x="1" y="2915"/>
                    <a:pt x="93" y="5533"/>
                    <a:pt x="1739" y="7086"/>
                  </a:cubicBezTo>
                  <a:cubicBezTo>
                    <a:pt x="2614" y="7949"/>
                    <a:pt x="3732" y="8386"/>
                    <a:pt x="4834" y="8386"/>
                  </a:cubicBezTo>
                  <a:cubicBezTo>
                    <a:pt x="5805" y="8386"/>
                    <a:pt x="6763" y="8048"/>
                    <a:pt x="7533" y="7364"/>
                  </a:cubicBezTo>
                  <a:cubicBezTo>
                    <a:pt x="7718" y="7272"/>
                    <a:pt x="7834" y="6970"/>
                    <a:pt x="7834" y="6970"/>
                  </a:cubicBezTo>
                  <a:cubicBezTo>
                    <a:pt x="8599" y="6206"/>
                    <a:pt x="8993" y="5348"/>
                    <a:pt x="8993" y="4467"/>
                  </a:cubicBezTo>
                  <a:cubicBezTo>
                    <a:pt x="8993" y="3309"/>
                    <a:pt x="8506" y="2150"/>
                    <a:pt x="7533" y="1177"/>
                  </a:cubicBezTo>
                  <a:cubicBezTo>
                    <a:pt x="6637" y="281"/>
                    <a:pt x="5634" y="0"/>
                    <a:pt x="47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6679;p123">
              <a:extLst>
                <a:ext uri="{FF2B5EF4-FFF2-40B4-BE49-F238E27FC236}">
                  <a16:creationId xmlns:a16="http://schemas.microsoft.com/office/drawing/2014/main" id="{5B52CE13-CF7A-4668-EA19-0B9896A6E3D7}"/>
                </a:ext>
              </a:extLst>
            </p:cNvPr>
            <p:cNvSpPr/>
            <p:nvPr/>
          </p:nvSpPr>
          <p:spPr>
            <a:xfrm>
              <a:off x="8788247" y="2586191"/>
              <a:ext cx="247182" cy="247150"/>
            </a:xfrm>
            <a:custGeom>
              <a:avLst/>
              <a:gdLst/>
              <a:ahLst/>
              <a:cxnLst/>
              <a:rect l="l" t="t" r="r" b="b"/>
              <a:pathLst>
                <a:path w="7719" h="7718" extrusionOk="0">
                  <a:moveTo>
                    <a:pt x="3361" y="0"/>
                  </a:moveTo>
                  <a:cubicBezTo>
                    <a:pt x="2202" y="0"/>
                    <a:pt x="1160" y="487"/>
                    <a:pt x="279" y="1251"/>
                  </a:cubicBezTo>
                  <a:cubicBezTo>
                    <a:pt x="186" y="1437"/>
                    <a:pt x="94" y="1530"/>
                    <a:pt x="1" y="1645"/>
                  </a:cubicBezTo>
                  <a:cubicBezTo>
                    <a:pt x="766" y="950"/>
                    <a:pt x="1739" y="672"/>
                    <a:pt x="2782" y="672"/>
                  </a:cubicBezTo>
                  <a:cubicBezTo>
                    <a:pt x="3848" y="672"/>
                    <a:pt x="5007" y="1066"/>
                    <a:pt x="5795" y="1924"/>
                  </a:cubicBezTo>
                  <a:cubicBezTo>
                    <a:pt x="6652" y="2804"/>
                    <a:pt x="7139" y="3847"/>
                    <a:pt x="7139" y="5006"/>
                  </a:cubicBezTo>
                  <a:cubicBezTo>
                    <a:pt x="7139" y="5979"/>
                    <a:pt x="6745" y="6953"/>
                    <a:pt x="6073" y="7717"/>
                  </a:cubicBezTo>
                  <a:cubicBezTo>
                    <a:pt x="6258" y="7625"/>
                    <a:pt x="6374" y="7532"/>
                    <a:pt x="6467" y="7439"/>
                  </a:cubicBezTo>
                  <a:cubicBezTo>
                    <a:pt x="7324" y="6559"/>
                    <a:pt x="7718" y="5493"/>
                    <a:pt x="7718" y="4334"/>
                  </a:cubicBezTo>
                  <a:cubicBezTo>
                    <a:pt x="7718" y="3268"/>
                    <a:pt x="7324" y="2109"/>
                    <a:pt x="6467" y="1251"/>
                  </a:cubicBezTo>
                  <a:cubicBezTo>
                    <a:pt x="5586" y="487"/>
                    <a:pt x="4427" y="0"/>
                    <a:pt x="33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6680;p123">
              <a:extLst>
                <a:ext uri="{FF2B5EF4-FFF2-40B4-BE49-F238E27FC236}">
                  <a16:creationId xmlns:a16="http://schemas.microsoft.com/office/drawing/2014/main" id="{363D014E-7A62-4E41-08F4-99A439B1CA0F}"/>
                </a:ext>
              </a:extLst>
            </p:cNvPr>
            <p:cNvSpPr/>
            <p:nvPr/>
          </p:nvSpPr>
          <p:spPr>
            <a:xfrm>
              <a:off x="9007185" y="2854828"/>
              <a:ext cx="40861" cy="37146"/>
            </a:xfrm>
            <a:custGeom>
              <a:avLst/>
              <a:gdLst/>
              <a:ahLst/>
              <a:cxnLst/>
              <a:rect l="l" t="t" r="r" b="b"/>
              <a:pathLst>
                <a:path w="1276" h="1160" extrusionOk="0">
                  <a:moveTo>
                    <a:pt x="487" y="0"/>
                  </a:moveTo>
                  <a:lnTo>
                    <a:pt x="302" y="209"/>
                  </a:lnTo>
                  <a:lnTo>
                    <a:pt x="116" y="394"/>
                  </a:lnTo>
                  <a:cubicBezTo>
                    <a:pt x="1" y="487"/>
                    <a:pt x="1" y="672"/>
                    <a:pt x="116" y="788"/>
                  </a:cubicBezTo>
                  <a:lnTo>
                    <a:pt x="487" y="1159"/>
                  </a:lnTo>
                  <a:lnTo>
                    <a:pt x="1275" y="788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6681;p123">
              <a:extLst>
                <a:ext uri="{FF2B5EF4-FFF2-40B4-BE49-F238E27FC236}">
                  <a16:creationId xmlns:a16="http://schemas.microsoft.com/office/drawing/2014/main" id="{0AACC5B6-6BFB-3B4D-C0F2-BE81FD312FC1}"/>
                </a:ext>
              </a:extLst>
            </p:cNvPr>
            <p:cNvSpPr/>
            <p:nvPr/>
          </p:nvSpPr>
          <p:spPr>
            <a:xfrm>
              <a:off x="9016824" y="2837952"/>
              <a:ext cx="43070" cy="35449"/>
            </a:xfrm>
            <a:custGeom>
              <a:avLst/>
              <a:gdLst/>
              <a:ahLst/>
              <a:cxnLst/>
              <a:rect l="l" t="t" r="r" b="b"/>
              <a:pathLst>
                <a:path w="1345" h="1107" extrusionOk="0">
                  <a:moveTo>
                    <a:pt x="36" y="701"/>
                  </a:moveTo>
                  <a:lnTo>
                    <a:pt x="36" y="701"/>
                  </a:lnTo>
                  <a:cubicBezTo>
                    <a:pt x="23" y="711"/>
                    <a:pt x="11" y="723"/>
                    <a:pt x="1" y="736"/>
                  </a:cubicBezTo>
                  <a:lnTo>
                    <a:pt x="36" y="701"/>
                  </a:lnTo>
                  <a:close/>
                  <a:moveTo>
                    <a:pt x="768" y="0"/>
                  </a:moveTo>
                  <a:cubicBezTo>
                    <a:pt x="696" y="0"/>
                    <a:pt x="627" y="52"/>
                    <a:pt x="580" y="157"/>
                  </a:cubicBezTo>
                  <a:lnTo>
                    <a:pt x="36" y="701"/>
                  </a:lnTo>
                  <a:lnTo>
                    <a:pt x="36" y="701"/>
                  </a:lnTo>
                  <a:cubicBezTo>
                    <a:pt x="79" y="666"/>
                    <a:pt x="133" y="649"/>
                    <a:pt x="189" y="649"/>
                  </a:cubicBezTo>
                  <a:cubicBezTo>
                    <a:pt x="262" y="649"/>
                    <a:pt x="337" y="678"/>
                    <a:pt x="395" y="736"/>
                  </a:cubicBezTo>
                  <a:lnTo>
                    <a:pt x="766" y="1107"/>
                  </a:lnTo>
                  <a:lnTo>
                    <a:pt x="1345" y="1107"/>
                  </a:lnTo>
                  <a:lnTo>
                    <a:pt x="1345" y="527"/>
                  </a:lnTo>
                  <a:lnTo>
                    <a:pt x="974" y="157"/>
                  </a:lnTo>
                  <a:cubicBezTo>
                    <a:pt x="916" y="52"/>
                    <a:pt x="841" y="0"/>
                    <a:pt x="7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6682;p123">
              <a:extLst>
                <a:ext uri="{FF2B5EF4-FFF2-40B4-BE49-F238E27FC236}">
                  <a16:creationId xmlns:a16="http://schemas.microsoft.com/office/drawing/2014/main" id="{DAEA61A8-8339-67CD-8464-066699685CD6}"/>
                </a:ext>
              </a:extLst>
            </p:cNvPr>
            <p:cNvSpPr/>
            <p:nvPr/>
          </p:nvSpPr>
          <p:spPr>
            <a:xfrm>
              <a:off x="9022780" y="2873369"/>
              <a:ext cx="111342" cy="96003"/>
            </a:xfrm>
            <a:custGeom>
              <a:avLst/>
              <a:gdLst/>
              <a:ahLst/>
              <a:cxnLst/>
              <a:rect l="l" t="t" r="r" b="b"/>
              <a:pathLst>
                <a:path w="3477" h="2998" extrusionOk="0">
                  <a:moveTo>
                    <a:pt x="580" y="1"/>
                  </a:moveTo>
                  <a:lnTo>
                    <a:pt x="0" y="580"/>
                  </a:lnTo>
                  <a:lnTo>
                    <a:pt x="1460" y="2527"/>
                  </a:lnTo>
                  <a:cubicBezTo>
                    <a:pt x="1713" y="2843"/>
                    <a:pt x="2063" y="2997"/>
                    <a:pt x="2415" y="2997"/>
                  </a:cubicBezTo>
                  <a:cubicBezTo>
                    <a:pt x="2578" y="2997"/>
                    <a:pt x="2742" y="2964"/>
                    <a:pt x="2897" y="2898"/>
                  </a:cubicBezTo>
                  <a:cubicBezTo>
                    <a:pt x="3476" y="2527"/>
                    <a:pt x="3291" y="1553"/>
                    <a:pt x="2712" y="1067"/>
                  </a:cubicBezTo>
                  <a:lnTo>
                    <a:pt x="58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6683;p123">
              <a:extLst>
                <a:ext uri="{FF2B5EF4-FFF2-40B4-BE49-F238E27FC236}">
                  <a16:creationId xmlns:a16="http://schemas.microsoft.com/office/drawing/2014/main" id="{2FC8EBDA-ED7E-42DC-C940-DF76C34A8FF0}"/>
                </a:ext>
              </a:extLst>
            </p:cNvPr>
            <p:cNvSpPr/>
            <p:nvPr/>
          </p:nvSpPr>
          <p:spPr>
            <a:xfrm>
              <a:off x="9041321" y="2854828"/>
              <a:ext cx="102440" cy="111342"/>
            </a:xfrm>
            <a:custGeom>
              <a:avLst/>
              <a:gdLst/>
              <a:ahLst/>
              <a:cxnLst/>
              <a:rect l="l" t="t" r="r" b="b"/>
              <a:pathLst>
                <a:path w="3199" h="3477" extrusionOk="0">
                  <a:moveTo>
                    <a:pt x="580" y="0"/>
                  </a:moveTo>
                  <a:lnTo>
                    <a:pt x="1" y="580"/>
                  </a:lnTo>
                  <a:lnTo>
                    <a:pt x="1947" y="2040"/>
                  </a:lnTo>
                  <a:cubicBezTo>
                    <a:pt x="2411" y="2411"/>
                    <a:pt x="2619" y="2990"/>
                    <a:pt x="2318" y="3477"/>
                  </a:cubicBezTo>
                  <a:cubicBezTo>
                    <a:pt x="2527" y="3477"/>
                    <a:pt x="2619" y="3384"/>
                    <a:pt x="2712" y="3291"/>
                  </a:cubicBezTo>
                  <a:cubicBezTo>
                    <a:pt x="3199" y="2712"/>
                    <a:pt x="3199" y="1831"/>
                    <a:pt x="2619" y="1460"/>
                  </a:cubicBezTo>
                  <a:lnTo>
                    <a:pt x="58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6684;p123">
              <a:extLst>
                <a:ext uri="{FF2B5EF4-FFF2-40B4-BE49-F238E27FC236}">
                  <a16:creationId xmlns:a16="http://schemas.microsoft.com/office/drawing/2014/main" id="{96C6FF3D-430F-2A88-9C1E-84D5987E714B}"/>
                </a:ext>
              </a:extLst>
            </p:cNvPr>
            <p:cNvSpPr/>
            <p:nvPr/>
          </p:nvSpPr>
          <p:spPr>
            <a:xfrm>
              <a:off x="8682861" y="2777654"/>
              <a:ext cx="170007" cy="179614"/>
            </a:xfrm>
            <a:custGeom>
              <a:avLst/>
              <a:gdLst/>
              <a:ahLst/>
              <a:cxnLst/>
              <a:rect l="l" t="t" r="r" b="b"/>
              <a:pathLst>
                <a:path w="5309" h="5609" extrusionOk="0">
                  <a:moveTo>
                    <a:pt x="2805" y="0"/>
                  </a:moveTo>
                  <a:cubicBezTo>
                    <a:pt x="1252" y="0"/>
                    <a:pt x="1" y="1252"/>
                    <a:pt x="1" y="2804"/>
                  </a:cubicBezTo>
                  <a:cubicBezTo>
                    <a:pt x="1" y="4241"/>
                    <a:pt x="1067" y="5307"/>
                    <a:pt x="2411" y="5609"/>
                  </a:cubicBezTo>
                  <a:cubicBezTo>
                    <a:pt x="3570" y="5516"/>
                    <a:pt x="5308" y="4357"/>
                    <a:pt x="5308" y="2804"/>
                  </a:cubicBezTo>
                  <a:cubicBezTo>
                    <a:pt x="5308" y="2503"/>
                    <a:pt x="5308" y="2225"/>
                    <a:pt x="5215" y="2040"/>
                  </a:cubicBezTo>
                  <a:cubicBezTo>
                    <a:pt x="5123" y="1831"/>
                    <a:pt x="5123" y="1646"/>
                    <a:pt x="5215" y="1460"/>
                  </a:cubicBezTo>
                  <a:lnTo>
                    <a:pt x="4914" y="0"/>
                  </a:lnTo>
                  <a:lnTo>
                    <a:pt x="4242" y="186"/>
                  </a:lnTo>
                  <a:lnTo>
                    <a:pt x="3663" y="186"/>
                  </a:lnTo>
                  <a:cubicBezTo>
                    <a:pt x="3385" y="93"/>
                    <a:pt x="3083" y="0"/>
                    <a:pt x="28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6685;p123">
              <a:extLst>
                <a:ext uri="{FF2B5EF4-FFF2-40B4-BE49-F238E27FC236}">
                  <a16:creationId xmlns:a16="http://schemas.microsoft.com/office/drawing/2014/main" id="{155116B8-D3C6-1A8B-DB49-5A2909A27B15}"/>
                </a:ext>
              </a:extLst>
            </p:cNvPr>
            <p:cNvSpPr/>
            <p:nvPr/>
          </p:nvSpPr>
          <p:spPr>
            <a:xfrm>
              <a:off x="8760067" y="2771698"/>
              <a:ext cx="108364" cy="185570"/>
            </a:xfrm>
            <a:custGeom>
              <a:avLst/>
              <a:gdLst/>
              <a:ahLst/>
              <a:cxnLst/>
              <a:rect l="l" t="t" r="r" b="b"/>
              <a:pathLst>
                <a:path w="3384" h="5795" extrusionOk="0">
                  <a:moveTo>
                    <a:pt x="3198" y="1"/>
                  </a:moveTo>
                  <a:lnTo>
                    <a:pt x="2503" y="186"/>
                  </a:lnTo>
                  <a:lnTo>
                    <a:pt x="2225" y="1646"/>
                  </a:lnTo>
                  <a:cubicBezTo>
                    <a:pt x="2132" y="1832"/>
                    <a:pt x="2132" y="2017"/>
                    <a:pt x="2225" y="2226"/>
                  </a:cubicBezTo>
                  <a:cubicBezTo>
                    <a:pt x="2225" y="2318"/>
                    <a:pt x="2318" y="2504"/>
                    <a:pt x="2318" y="2596"/>
                  </a:cubicBezTo>
                  <a:lnTo>
                    <a:pt x="2318" y="2990"/>
                  </a:lnTo>
                  <a:cubicBezTo>
                    <a:pt x="2318" y="3755"/>
                    <a:pt x="2040" y="4427"/>
                    <a:pt x="1553" y="4914"/>
                  </a:cubicBezTo>
                  <a:cubicBezTo>
                    <a:pt x="1066" y="5401"/>
                    <a:pt x="580" y="5702"/>
                    <a:pt x="0" y="5795"/>
                  </a:cubicBezTo>
                  <a:lnTo>
                    <a:pt x="394" y="5795"/>
                  </a:lnTo>
                  <a:cubicBezTo>
                    <a:pt x="1159" y="5795"/>
                    <a:pt x="1831" y="5493"/>
                    <a:pt x="2318" y="4914"/>
                  </a:cubicBezTo>
                  <a:cubicBezTo>
                    <a:pt x="2897" y="4427"/>
                    <a:pt x="3198" y="3755"/>
                    <a:pt x="3198" y="2990"/>
                  </a:cubicBezTo>
                  <a:lnTo>
                    <a:pt x="3198" y="2596"/>
                  </a:lnTo>
                  <a:cubicBezTo>
                    <a:pt x="3082" y="2504"/>
                    <a:pt x="3082" y="2318"/>
                    <a:pt x="3082" y="2226"/>
                  </a:cubicBezTo>
                  <a:cubicBezTo>
                    <a:pt x="2990" y="2017"/>
                    <a:pt x="2990" y="1832"/>
                    <a:pt x="3082" y="1646"/>
                  </a:cubicBezTo>
                  <a:lnTo>
                    <a:pt x="3384" y="186"/>
                  </a:lnTo>
                  <a:cubicBezTo>
                    <a:pt x="3384" y="93"/>
                    <a:pt x="3291" y="1"/>
                    <a:pt x="31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6686;p123">
              <a:extLst>
                <a:ext uri="{FF2B5EF4-FFF2-40B4-BE49-F238E27FC236}">
                  <a16:creationId xmlns:a16="http://schemas.microsoft.com/office/drawing/2014/main" id="{A74FF04C-ECF8-A6D3-C927-6BA9721E1FF7}"/>
                </a:ext>
              </a:extLst>
            </p:cNvPr>
            <p:cNvSpPr/>
            <p:nvPr/>
          </p:nvSpPr>
          <p:spPr>
            <a:xfrm>
              <a:off x="8899589" y="2753157"/>
              <a:ext cx="40092" cy="40092"/>
            </a:xfrm>
            <a:custGeom>
              <a:avLst/>
              <a:gdLst/>
              <a:ahLst/>
              <a:cxnLst/>
              <a:rect l="l" t="t" r="r" b="b"/>
              <a:pathLst>
                <a:path w="1252" h="1252" extrusionOk="0">
                  <a:moveTo>
                    <a:pt x="579" y="0"/>
                  </a:moveTo>
                  <a:cubicBezTo>
                    <a:pt x="278" y="0"/>
                    <a:pt x="0" y="279"/>
                    <a:pt x="0" y="580"/>
                  </a:cubicBezTo>
                  <a:cubicBezTo>
                    <a:pt x="0" y="951"/>
                    <a:pt x="278" y="1252"/>
                    <a:pt x="579" y="1252"/>
                  </a:cubicBezTo>
                  <a:cubicBezTo>
                    <a:pt x="950" y="1252"/>
                    <a:pt x="1252" y="951"/>
                    <a:pt x="1252" y="580"/>
                  </a:cubicBezTo>
                  <a:cubicBezTo>
                    <a:pt x="1252" y="279"/>
                    <a:pt x="950" y="0"/>
                    <a:pt x="5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6687;p123">
              <a:extLst>
                <a:ext uri="{FF2B5EF4-FFF2-40B4-BE49-F238E27FC236}">
                  <a16:creationId xmlns:a16="http://schemas.microsoft.com/office/drawing/2014/main" id="{A4FFC227-B938-38D6-FC26-B6EE40AEB62C}"/>
                </a:ext>
              </a:extLst>
            </p:cNvPr>
            <p:cNvSpPr/>
            <p:nvPr/>
          </p:nvSpPr>
          <p:spPr>
            <a:xfrm>
              <a:off x="8918131" y="2684885"/>
              <a:ext cx="43070" cy="40092"/>
            </a:xfrm>
            <a:custGeom>
              <a:avLst/>
              <a:gdLst/>
              <a:ahLst/>
              <a:cxnLst/>
              <a:rect l="l" t="t" r="r" b="b"/>
              <a:pathLst>
                <a:path w="1345" h="1252" extrusionOk="0">
                  <a:moveTo>
                    <a:pt x="673" y="0"/>
                  </a:moveTo>
                  <a:cubicBezTo>
                    <a:pt x="279" y="0"/>
                    <a:pt x="0" y="302"/>
                    <a:pt x="0" y="672"/>
                  </a:cubicBezTo>
                  <a:cubicBezTo>
                    <a:pt x="0" y="974"/>
                    <a:pt x="279" y="1252"/>
                    <a:pt x="673" y="1252"/>
                  </a:cubicBezTo>
                  <a:cubicBezTo>
                    <a:pt x="1043" y="1252"/>
                    <a:pt x="1345" y="974"/>
                    <a:pt x="1345" y="672"/>
                  </a:cubicBezTo>
                  <a:cubicBezTo>
                    <a:pt x="1345" y="302"/>
                    <a:pt x="1043" y="0"/>
                    <a:pt x="6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6688;p123">
              <a:extLst>
                <a:ext uri="{FF2B5EF4-FFF2-40B4-BE49-F238E27FC236}">
                  <a16:creationId xmlns:a16="http://schemas.microsoft.com/office/drawing/2014/main" id="{856C109F-24F4-C921-39A7-F9E903B61F06}"/>
                </a:ext>
              </a:extLst>
            </p:cNvPr>
            <p:cNvSpPr/>
            <p:nvPr/>
          </p:nvSpPr>
          <p:spPr>
            <a:xfrm>
              <a:off x="8818701" y="2675983"/>
              <a:ext cx="71250" cy="70514"/>
            </a:xfrm>
            <a:custGeom>
              <a:avLst/>
              <a:gdLst/>
              <a:ahLst/>
              <a:cxnLst/>
              <a:rect l="l" t="t" r="r" b="b"/>
              <a:pathLst>
                <a:path w="2225" h="2202" extrusionOk="0">
                  <a:moveTo>
                    <a:pt x="1066" y="0"/>
                  </a:moveTo>
                  <a:cubicBezTo>
                    <a:pt x="487" y="0"/>
                    <a:pt x="0" y="464"/>
                    <a:pt x="0" y="1159"/>
                  </a:cubicBezTo>
                  <a:cubicBezTo>
                    <a:pt x="0" y="1738"/>
                    <a:pt x="487" y="2202"/>
                    <a:pt x="1066" y="2202"/>
                  </a:cubicBezTo>
                  <a:cubicBezTo>
                    <a:pt x="1738" y="2202"/>
                    <a:pt x="2225" y="1738"/>
                    <a:pt x="2225" y="1159"/>
                  </a:cubicBezTo>
                  <a:cubicBezTo>
                    <a:pt x="2225" y="464"/>
                    <a:pt x="1738" y="0"/>
                    <a:pt x="10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6689;p123">
              <a:extLst>
                <a:ext uri="{FF2B5EF4-FFF2-40B4-BE49-F238E27FC236}">
                  <a16:creationId xmlns:a16="http://schemas.microsoft.com/office/drawing/2014/main" id="{EA4BDDCB-6D67-F735-981D-57F3B3B68480}"/>
                </a:ext>
              </a:extLst>
            </p:cNvPr>
            <p:cNvSpPr/>
            <p:nvPr/>
          </p:nvSpPr>
          <p:spPr>
            <a:xfrm>
              <a:off x="8784533" y="2821621"/>
              <a:ext cx="34168" cy="31574"/>
            </a:xfrm>
            <a:custGeom>
              <a:avLst/>
              <a:gdLst/>
              <a:ahLst/>
              <a:cxnLst/>
              <a:rect l="l" t="t" r="r" b="b"/>
              <a:pathLst>
                <a:path w="1067" h="986" extrusionOk="0">
                  <a:moveTo>
                    <a:pt x="882" y="0"/>
                  </a:moveTo>
                  <a:cubicBezTo>
                    <a:pt x="812" y="0"/>
                    <a:pt x="743" y="29"/>
                    <a:pt x="696" y="87"/>
                  </a:cubicBezTo>
                  <a:lnTo>
                    <a:pt x="117" y="667"/>
                  </a:lnTo>
                  <a:cubicBezTo>
                    <a:pt x="1" y="759"/>
                    <a:pt x="117" y="852"/>
                    <a:pt x="210" y="945"/>
                  </a:cubicBezTo>
                  <a:lnTo>
                    <a:pt x="302" y="945"/>
                  </a:lnTo>
                  <a:cubicBezTo>
                    <a:pt x="364" y="945"/>
                    <a:pt x="385" y="986"/>
                    <a:pt x="391" y="986"/>
                  </a:cubicBezTo>
                  <a:cubicBezTo>
                    <a:pt x="395" y="986"/>
                    <a:pt x="395" y="976"/>
                    <a:pt x="395" y="945"/>
                  </a:cubicBezTo>
                  <a:lnTo>
                    <a:pt x="1067" y="365"/>
                  </a:lnTo>
                  <a:lnTo>
                    <a:pt x="1067" y="87"/>
                  </a:lnTo>
                  <a:cubicBezTo>
                    <a:pt x="1021" y="29"/>
                    <a:pt x="951" y="0"/>
                    <a:pt x="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6690;p123">
              <a:extLst>
                <a:ext uri="{FF2B5EF4-FFF2-40B4-BE49-F238E27FC236}">
                  <a16:creationId xmlns:a16="http://schemas.microsoft.com/office/drawing/2014/main" id="{FB5765C1-9864-FF2C-4F6B-FD3AB9547E67}"/>
                </a:ext>
              </a:extLst>
            </p:cNvPr>
            <p:cNvSpPr/>
            <p:nvPr/>
          </p:nvSpPr>
          <p:spPr>
            <a:xfrm>
              <a:off x="8784533" y="2881791"/>
              <a:ext cx="34168" cy="31702"/>
            </a:xfrm>
            <a:custGeom>
              <a:avLst/>
              <a:gdLst/>
              <a:ahLst/>
              <a:cxnLst/>
              <a:rect l="l" t="t" r="r" b="b"/>
              <a:pathLst>
                <a:path w="1067" h="990" extrusionOk="0">
                  <a:moveTo>
                    <a:pt x="333" y="1"/>
                  </a:moveTo>
                  <a:cubicBezTo>
                    <a:pt x="294" y="1"/>
                    <a:pt x="275" y="66"/>
                    <a:pt x="210" y="132"/>
                  </a:cubicBezTo>
                  <a:cubicBezTo>
                    <a:pt x="117" y="224"/>
                    <a:pt x="1" y="224"/>
                    <a:pt x="117" y="317"/>
                  </a:cubicBezTo>
                  <a:lnTo>
                    <a:pt x="696" y="989"/>
                  </a:lnTo>
                  <a:lnTo>
                    <a:pt x="1067" y="989"/>
                  </a:lnTo>
                  <a:lnTo>
                    <a:pt x="1067" y="618"/>
                  </a:lnTo>
                  <a:lnTo>
                    <a:pt x="395" y="39"/>
                  </a:lnTo>
                  <a:cubicBezTo>
                    <a:pt x="368" y="12"/>
                    <a:pt x="349" y="1"/>
                    <a:pt x="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6691;p123">
              <a:extLst>
                <a:ext uri="{FF2B5EF4-FFF2-40B4-BE49-F238E27FC236}">
                  <a16:creationId xmlns:a16="http://schemas.microsoft.com/office/drawing/2014/main" id="{CD5EA3F1-61EF-A2C0-3DB7-2FBD7CBAC002}"/>
                </a:ext>
              </a:extLst>
            </p:cNvPr>
            <p:cNvSpPr/>
            <p:nvPr/>
          </p:nvSpPr>
          <p:spPr>
            <a:xfrm>
              <a:off x="8725931" y="2821621"/>
              <a:ext cx="34168" cy="30261"/>
            </a:xfrm>
            <a:custGeom>
              <a:avLst/>
              <a:gdLst/>
              <a:ahLst/>
              <a:cxnLst/>
              <a:rect l="l" t="t" r="r" b="b"/>
              <a:pathLst>
                <a:path w="1067" h="945" extrusionOk="0">
                  <a:moveTo>
                    <a:pt x="252" y="0"/>
                  </a:moveTo>
                  <a:cubicBezTo>
                    <a:pt x="203" y="0"/>
                    <a:pt x="151" y="29"/>
                    <a:pt x="93" y="87"/>
                  </a:cubicBezTo>
                  <a:cubicBezTo>
                    <a:pt x="0" y="180"/>
                    <a:pt x="0" y="273"/>
                    <a:pt x="93" y="365"/>
                  </a:cubicBezTo>
                  <a:lnTo>
                    <a:pt x="672" y="945"/>
                  </a:lnTo>
                  <a:lnTo>
                    <a:pt x="973" y="945"/>
                  </a:lnTo>
                  <a:cubicBezTo>
                    <a:pt x="973" y="852"/>
                    <a:pt x="1066" y="759"/>
                    <a:pt x="973" y="667"/>
                  </a:cubicBezTo>
                  <a:lnTo>
                    <a:pt x="394" y="87"/>
                  </a:lnTo>
                  <a:cubicBezTo>
                    <a:pt x="348" y="29"/>
                    <a:pt x="301" y="0"/>
                    <a:pt x="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6692;p123">
              <a:extLst>
                <a:ext uri="{FF2B5EF4-FFF2-40B4-BE49-F238E27FC236}">
                  <a16:creationId xmlns:a16="http://schemas.microsoft.com/office/drawing/2014/main" id="{248650AE-A73E-605C-E092-08E088F89890}"/>
                </a:ext>
              </a:extLst>
            </p:cNvPr>
            <p:cNvSpPr/>
            <p:nvPr/>
          </p:nvSpPr>
          <p:spPr>
            <a:xfrm>
              <a:off x="8797150" y="2861489"/>
              <a:ext cx="31222" cy="11912"/>
            </a:xfrm>
            <a:custGeom>
              <a:avLst/>
              <a:gdLst/>
              <a:ahLst/>
              <a:cxnLst/>
              <a:rect l="l" t="t" r="r" b="b"/>
              <a:pathLst>
                <a:path w="975" h="372" extrusionOk="0">
                  <a:moveTo>
                    <a:pt x="94" y="1"/>
                  </a:moveTo>
                  <a:cubicBezTo>
                    <a:pt x="1" y="1"/>
                    <a:pt x="1" y="94"/>
                    <a:pt x="1" y="186"/>
                  </a:cubicBezTo>
                  <a:cubicBezTo>
                    <a:pt x="1" y="279"/>
                    <a:pt x="1" y="372"/>
                    <a:pt x="94" y="372"/>
                  </a:cubicBezTo>
                  <a:lnTo>
                    <a:pt x="673" y="372"/>
                  </a:lnTo>
                  <a:cubicBezTo>
                    <a:pt x="882" y="372"/>
                    <a:pt x="974" y="279"/>
                    <a:pt x="974" y="186"/>
                  </a:cubicBezTo>
                  <a:cubicBezTo>
                    <a:pt x="974" y="94"/>
                    <a:pt x="882" y="1"/>
                    <a:pt x="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6693;p123">
              <a:extLst>
                <a:ext uri="{FF2B5EF4-FFF2-40B4-BE49-F238E27FC236}">
                  <a16:creationId xmlns:a16="http://schemas.microsoft.com/office/drawing/2014/main" id="{4EF6F39B-4DF9-B3DA-8F3A-48049253AF63}"/>
                </a:ext>
              </a:extLst>
            </p:cNvPr>
            <p:cNvSpPr/>
            <p:nvPr/>
          </p:nvSpPr>
          <p:spPr>
            <a:xfrm>
              <a:off x="8719975" y="2861489"/>
              <a:ext cx="31222" cy="11912"/>
            </a:xfrm>
            <a:custGeom>
              <a:avLst/>
              <a:gdLst/>
              <a:ahLst/>
              <a:cxnLst/>
              <a:rect l="l" t="t" r="r" b="b"/>
              <a:pathLst>
                <a:path w="975" h="372" extrusionOk="0">
                  <a:moveTo>
                    <a:pt x="186" y="1"/>
                  </a:moveTo>
                  <a:cubicBezTo>
                    <a:pt x="93" y="1"/>
                    <a:pt x="1" y="94"/>
                    <a:pt x="1" y="186"/>
                  </a:cubicBezTo>
                  <a:cubicBezTo>
                    <a:pt x="1" y="279"/>
                    <a:pt x="93" y="372"/>
                    <a:pt x="186" y="372"/>
                  </a:cubicBezTo>
                  <a:lnTo>
                    <a:pt x="765" y="372"/>
                  </a:lnTo>
                  <a:cubicBezTo>
                    <a:pt x="858" y="372"/>
                    <a:pt x="974" y="279"/>
                    <a:pt x="974" y="186"/>
                  </a:cubicBezTo>
                  <a:cubicBezTo>
                    <a:pt x="974" y="94"/>
                    <a:pt x="858" y="1"/>
                    <a:pt x="7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6694;p123">
              <a:extLst>
                <a:ext uri="{FF2B5EF4-FFF2-40B4-BE49-F238E27FC236}">
                  <a16:creationId xmlns:a16="http://schemas.microsoft.com/office/drawing/2014/main" id="{5A46434A-B83E-6CBA-5210-9BC72E13156C}"/>
                </a:ext>
              </a:extLst>
            </p:cNvPr>
            <p:cNvSpPr/>
            <p:nvPr/>
          </p:nvSpPr>
          <p:spPr>
            <a:xfrm>
              <a:off x="8765992" y="2891942"/>
              <a:ext cx="12649" cy="31190"/>
            </a:xfrm>
            <a:custGeom>
              <a:avLst/>
              <a:gdLst/>
              <a:ahLst/>
              <a:cxnLst/>
              <a:rect l="l" t="t" r="r" b="b"/>
              <a:pathLst>
                <a:path w="395" h="974" extrusionOk="0">
                  <a:moveTo>
                    <a:pt x="209" y="0"/>
                  </a:moveTo>
                  <a:cubicBezTo>
                    <a:pt x="116" y="0"/>
                    <a:pt x="1" y="0"/>
                    <a:pt x="1" y="93"/>
                  </a:cubicBezTo>
                  <a:lnTo>
                    <a:pt x="1" y="672"/>
                  </a:lnTo>
                  <a:cubicBezTo>
                    <a:pt x="1" y="881"/>
                    <a:pt x="116" y="973"/>
                    <a:pt x="209" y="973"/>
                  </a:cubicBezTo>
                  <a:cubicBezTo>
                    <a:pt x="302" y="973"/>
                    <a:pt x="395" y="881"/>
                    <a:pt x="395" y="672"/>
                  </a:cubicBezTo>
                  <a:lnTo>
                    <a:pt x="395" y="93"/>
                  </a:lnTo>
                  <a:cubicBezTo>
                    <a:pt x="395" y="0"/>
                    <a:pt x="302" y="0"/>
                    <a:pt x="2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6695;p123">
              <a:extLst>
                <a:ext uri="{FF2B5EF4-FFF2-40B4-BE49-F238E27FC236}">
                  <a16:creationId xmlns:a16="http://schemas.microsoft.com/office/drawing/2014/main" id="{4D4C0131-C92B-888F-8616-44A6DAFBC20F}"/>
                </a:ext>
              </a:extLst>
            </p:cNvPr>
            <p:cNvSpPr/>
            <p:nvPr/>
          </p:nvSpPr>
          <p:spPr>
            <a:xfrm>
              <a:off x="8765992" y="2814736"/>
              <a:ext cx="12649" cy="31222"/>
            </a:xfrm>
            <a:custGeom>
              <a:avLst/>
              <a:gdLst/>
              <a:ahLst/>
              <a:cxnLst/>
              <a:rect l="l" t="t" r="r" b="b"/>
              <a:pathLst>
                <a:path w="395" h="975" extrusionOk="0">
                  <a:moveTo>
                    <a:pt x="209" y="1"/>
                  </a:moveTo>
                  <a:cubicBezTo>
                    <a:pt x="116" y="1"/>
                    <a:pt x="1" y="94"/>
                    <a:pt x="1" y="186"/>
                  </a:cubicBezTo>
                  <a:lnTo>
                    <a:pt x="1" y="766"/>
                  </a:lnTo>
                  <a:cubicBezTo>
                    <a:pt x="1" y="882"/>
                    <a:pt x="116" y="974"/>
                    <a:pt x="209" y="974"/>
                  </a:cubicBezTo>
                  <a:cubicBezTo>
                    <a:pt x="302" y="974"/>
                    <a:pt x="395" y="882"/>
                    <a:pt x="395" y="766"/>
                  </a:cubicBezTo>
                  <a:lnTo>
                    <a:pt x="395" y="186"/>
                  </a:lnTo>
                  <a:cubicBezTo>
                    <a:pt x="395" y="94"/>
                    <a:pt x="302" y="1"/>
                    <a:pt x="2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6696;p123">
              <a:extLst>
                <a:ext uri="{FF2B5EF4-FFF2-40B4-BE49-F238E27FC236}">
                  <a16:creationId xmlns:a16="http://schemas.microsoft.com/office/drawing/2014/main" id="{0DD59CA5-465B-BB6A-F228-ADB75EC878F1}"/>
                </a:ext>
              </a:extLst>
            </p:cNvPr>
            <p:cNvSpPr/>
            <p:nvPr/>
          </p:nvSpPr>
          <p:spPr>
            <a:xfrm>
              <a:off x="8725931" y="2881791"/>
              <a:ext cx="34168" cy="31702"/>
            </a:xfrm>
            <a:custGeom>
              <a:avLst/>
              <a:gdLst/>
              <a:ahLst/>
              <a:cxnLst/>
              <a:rect l="l" t="t" r="r" b="b"/>
              <a:pathLst>
                <a:path w="1067" h="990" extrusionOk="0">
                  <a:moveTo>
                    <a:pt x="769" y="1"/>
                  </a:moveTo>
                  <a:cubicBezTo>
                    <a:pt x="738" y="1"/>
                    <a:pt x="706" y="12"/>
                    <a:pt x="672" y="39"/>
                  </a:cubicBezTo>
                  <a:lnTo>
                    <a:pt x="93" y="618"/>
                  </a:lnTo>
                  <a:cubicBezTo>
                    <a:pt x="0" y="711"/>
                    <a:pt x="0" y="896"/>
                    <a:pt x="93" y="989"/>
                  </a:cubicBezTo>
                  <a:lnTo>
                    <a:pt x="394" y="989"/>
                  </a:lnTo>
                  <a:lnTo>
                    <a:pt x="973" y="317"/>
                  </a:lnTo>
                  <a:cubicBezTo>
                    <a:pt x="1066" y="224"/>
                    <a:pt x="973" y="224"/>
                    <a:pt x="973" y="132"/>
                  </a:cubicBezTo>
                  <a:cubicBezTo>
                    <a:pt x="908" y="66"/>
                    <a:pt x="842" y="1"/>
                    <a:pt x="7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6697;p123">
              <a:extLst>
                <a:ext uri="{FF2B5EF4-FFF2-40B4-BE49-F238E27FC236}">
                  <a16:creationId xmlns:a16="http://schemas.microsoft.com/office/drawing/2014/main" id="{BCEBC441-78E2-02AA-3890-0EB9C65ECE7B}"/>
                </a:ext>
              </a:extLst>
            </p:cNvPr>
            <p:cNvSpPr/>
            <p:nvPr/>
          </p:nvSpPr>
          <p:spPr>
            <a:xfrm>
              <a:off x="8744473" y="2839233"/>
              <a:ext cx="58665" cy="59402"/>
            </a:xfrm>
            <a:custGeom>
              <a:avLst/>
              <a:gdLst/>
              <a:ahLst/>
              <a:cxnLst/>
              <a:rect l="l" t="t" r="r" b="b"/>
              <a:pathLst>
                <a:path w="1832" h="1855" extrusionOk="0">
                  <a:moveTo>
                    <a:pt x="881" y="1"/>
                  </a:moveTo>
                  <a:cubicBezTo>
                    <a:pt x="209" y="1"/>
                    <a:pt x="0" y="395"/>
                    <a:pt x="0" y="881"/>
                  </a:cubicBezTo>
                  <a:cubicBezTo>
                    <a:pt x="0" y="1368"/>
                    <a:pt x="209" y="1855"/>
                    <a:pt x="881" y="1855"/>
                  </a:cubicBezTo>
                  <a:cubicBezTo>
                    <a:pt x="1553" y="1855"/>
                    <a:pt x="1831" y="1368"/>
                    <a:pt x="1831" y="881"/>
                  </a:cubicBezTo>
                  <a:cubicBezTo>
                    <a:pt x="1831" y="395"/>
                    <a:pt x="1553" y="1"/>
                    <a:pt x="8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6698;p123">
              <a:extLst>
                <a:ext uri="{FF2B5EF4-FFF2-40B4-BE49-F238E27FC236}">
                  <a16:creationId xmlns:a16="http://schemas.microsoft.com/office/drawing/2014/main" id="{347CFE06-739B-9D29-DF5F-E1ACE78F3223}"/>
                </a:ext>
              </a:extLst>
            </p:cNvPr>
            <p:cNvSpPr/>
            <p:nvPr/>
          </p:nvSpPr>
          <p:spPr>
            <a:xfrm>
              <a:off x="8763014" y="2857806"/>
              <a:ext cx="18605" cy="18573"/>
            </a:xfrm>
            <a:custGeom>
              <a:avLst/>
              <a:gdLst/>
              <a:ahLst/>
              <a:cxnLst/>
              <a:rect l="l" t="t" r="r" b="b"/>
              <a:pathLst>
                <a:path w="581" h="580" extrusionOk="0">
                  <a:moveTo>
                    <a:pt x="302" y="0"/>
                  </a:moveTo>
                  <a:cubicBezTo>
                    <a:pt x="209" y="0"/>
                    <a:pt x="1" y="209"/>
                    <a:pt x="1" y="301"/>
                  </a:cubicBezTo>
                  <a:cubicBezTo>
                    <a:pt x="1" y="487"/>
                    <a:pt x="209" y="579"/>
                    <a:pt x="302" y="579"/>
                  </a:cubicBezTo>
                  <a:cubicBezTo>
                    <a:pt x="488" y="579"/>
                    <a:pt x="580" y="487"/>
                    <a:pt x="580" y="301"/>
                  </a:cubicBezTo>
                  <a:cubicBezTo>
                    <a:pt x="580" y="209"/>
                    <a:pt x="488" y="0"/>
                    <a:pt x="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" name="Google Shape;7972;p125">
            <a:extLst>
              <a:ext uri="{FF2B5EF4-FFF2-40B4-BE49-F238E27FC236}">
                <a16:creationId xmlns:a16="http://schemas.microsoft.com/office/drawing/2014/main" id="{A23FA3A3-B38C-A2F4-9AF0-FBC219FEF9C0}"/>
              </a:ext>
            </a:extLst>
          </p:cNvPr>
          <p:cNvGrpSpPr/>
          <p:nvPr/>
        </p:nvGrpSpPr>
        <p:grpSpPr>
          <a:xfrm>
            <a:off x="1680715" y="3296385"/>
            <a:ext cx="361611" cy="366600"/>
            <a:chOff x="3926075" y="922850"/>
            <a:chExt cx="744125" cy="798550"/>
          </a:xfrm>
        </p:grpSpPr>
        <p:sp>
          <p:nvSpPr>
            <p:cNvPr id="59" name="Google Shape;7973;p125">
              <a:extLst>
                <a:ext uri="{FF2B5EF4-FFF2-40B4-BE49-F238E27FC236}">
                  <a16:creationId xmlns:a16="http://schemas.microsoft.com/office/drawing/2014/main" id="{DCCDDD79-D5B1-D9BC-0B3D-4621A8B8EE03}"/>
                </a:ext>
              </a:extLst>
            </p:cNvPr>
            <p:cNvSpPr/>
            <p:nvPr/>
          </p:nvSpPr>
          <p:spPr>
            <a:xfrm>
              <a:off x="4096800" y="922850"/>
              <a:ext cx="438825" cy="135675"/>
            </a:xfrm>
            <a:custGeom>
              <a:avLst/>
              <a:gdLst/>
              <a:ahLst/>
              <a:cxnLst/>
              <a:rect l="l" t="t" r="r" b="b"/>
              <a:pathLst>
                <a:path w="17553" h="5427" extrusionOk="0">
                  <a:moveTo>
                    <a:pt x="825" y="0"/>
                  </a:moveTo>
                  <a:cubicBezTo>
                    <a:pt x="567" y="0"/>
                    <a:pt x="300" y="60"/>
                    <a:pt x="113" y="276"/>
                  </a:cubicBezTo>
                  <a:cubicBezTo>
                    <a:pt x="94" y="289"/>
                    <a:pt x="74" y="300"/>
                    <a:pt x="55" y="316"/>
                  </a:cubicBezTo>
                  <a:lnTo>
                    <a:pt x="51" y="319"/>
                  </a:lnTo>
                  <a:cubicBezTo>
                    <a:pt x="31" y="339"/>
                    <a:pt x="16" y="358"/>
                    <a:pt x="1" y="382"/>
                  </a:cubicBezTo>
                  <a:cubicBezTo>
                    <a:pt x="82" y="416"/>
                    <a:pt x="168" y="444"/>
                    <a:pt x="245" y="471"/>
                  </a:cubicBezTo>
                  <a:cubicBezTo>
                    <a:pt x="435" y="538"/>
                    <a:pt x="641" y="595"/>
                    <a:pt x="824" y="646"/>
                  </a:cubicBezTo>
                  <a:cubicBezTo>
                    <a:pt x="2014" y="992"/>
                    <a:pt x="3164" y="1268"/>
                    <a:pt x="4322" y="1587"/>
                  </a:cubicBezTo>
                  <a:cubicBezTo>
                    <a:pt x="5846" y="2007"/>
                    <a:pt x="7404" y="2403"/>
                    <a:pt x="8971" y="2842"/>
                  </a:cubicBezTo>
                  <a:cubicBezTo>
                    <a:pt x="10471" y="3261"/>
                    <a:pt x="17417" y="5415"/>
                    <a:pt x="17552" y="5426"/>
                  </a:cubicBezTo>
                  <a:lnTo>
                    <a:pt x="17514" y="5166"/>
                  </a:lnTo>
                  <a:cubicBezTo>
                    <a:pt x="17502" y="5112"/>
                    <a:pt x="17491" y="5062"/>
                    <a:pt x="17475" y="5007"/>
                  </a:cubicBezTo>
                  <a:lnTo>
                    <a:pt x="17475" y="4999"/>
                  </a:lnTo>
                  <a:cubicBezTo>
                    <a:pt x="17459" y="4945"/>
                    <a:pt x="17440" y="4890"/>
                    <a:pt x="17421" y="4840"/>
                  </a:cubicBezTo>
                  <a:lnTo>
                    <a:pt x="17421" y="4832"/>
                  </a:lnTo>
                  <a:cubicBezTo>
                    <a:pt x="17401" y="4786"/>
                    <a:pt x="17378" y="4739"/>
                    <a:pt x="17358" y="4692"/>
                  </a:cubicBezTo>
                  <a:cubicBezTo>
                    <a:pt x="17355" y="4684"/>
                    <a:pt x="17351" y="4676"/>
                    <a:pt x="17347" y="4669"/>
                  </a:cubicBezTo>
                  <a:cubicBezTo>
                    <a:pt x="17319" y="4622"/>
                    <a:pt x="17292" y="4572"/>
                    <a:pt x="17261" y="4525"/>
                  </a:cubicBezTo>
                  <a:cubicBezTo>
                    <a:pt x="17261" y="4521"/>
                    <a:pt x="17258" y="4521"/>
                    <a:pt x="17254" y="4517"/>
                  </a:cubicBezTo>
                  <a:cubicBezTo>
                    <a:pt x="17226" y="4474"/>
                    <a:pt x="17195" y="4432"/>
                    <a:pt x="17164" y="4393"/>
                  </a:cubicBezTo>
                  <a:cubicBezTo>
                    <a:pt x="17156" y="4385"/>
                    <a:pt x="17148" y="4373"/>
                    <a:pt x="17141" y="4366"/>
                  </a:cubicBezTo>
                  <a:cubicBezTo>
                    <a:pt x="17102" y="4323"/>
                    <a:pt x="17063" y="4280"/>
                    <a:pt x="17021" y="4237"/>
                  </a:cubicBezTo>
                  <a:cubicBezTo>
                    <a:pt x="17021" y="4237"/>
                    <a:pt x="17016" y="4233"/>
                    <a:pt x="17012" y="4230"/>
                  </a:cubicBezTo>
                  <a:cubicBezTo>
                    <a:pt x="16974" y="4194"/>
                    <a:pt x="16927" y="4160"/>
                    <a:pt x="16884" y="4124"/>
                  </a:cubicBezTo>
                  <a:cubicBezTo>
                    <a:pt x="16872" y="4113"/>
                    <a:pt x="16857" y="4106"/>
                    <a:pt x="16845" y="4093"/>
                  </a:cubicBezTo>
                  <a:cubicBezTo>
                    <a:pt x="16795" y="4059"/>
                    <a:pt x="16741" y="4023"/>
                    <a:pt x="16682" y="3989"/>
                  </a:cubicBezTo>
                  <a:cubicBezTo>
                    <a:pt x="16068" y="3631"/>
                    <a:pt x="15287" y="3460"/>
                    <a:pt x="14572" y="3227"/>
                  </a:cubicBezTo>
                  <a:cubicBezTo>
                    <a:pt x="12450" y="2538"/>
                    <a:pt x="10355" y="2170"/>
                    <a:pt x="8314" y="1637"/>
                  </a:cubicBezTo>
                  <a:cubicBezTo>
                    <a:pt x="6215" y="1089"/>
                    <a:pt x="4148" y="626"/>
                    <a:pt x="2107" y="215"/>
                  </a:cubicBezTo>
                  <a:cubicBezTo>
                    <a:pt x="1788" y="149"/>
                    <a:pt x="1419" y="59"/>
                    <a:pt x="1073" y="16"/>
                  </a:cubicBezTo>
                  <a:cubicBezTo>
                    <a:pt x="994" y="7"/>
                    <a:pt x="910" y="0"/>
                    <a:pt x="8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7974;p125">
              <a:extLst>
                <a:ext uri="{FF2B5EF4-FFF2-40B4-BE49-F238E27FC236}">
                  <a16:creationId xmlns:a16="http://schemas.microsoft.com/office/drawing/2014/main" id="{B37962B9-A6EF-5C29-2D41-BF97BF0714CC}"/>
                </a:ext>
              </a:extLst>
            </p:cNvPr>
            <p:cNvSpPr/>
            <p:nvPr/>
          </p:nvSpPr>
          <p:spPr>
            <a:xfrm>
              <a:off x="4014200" y="958525"/>
              <a:ext cx="656000" cy="762875"/>
            </a:xfrm>
            <a:custGeom>
              <a:avLst/>
              <a:gdLst/>
              <a:ahLst/>
              <a:cxnLst/>
              <a:rect l="l" t="t" r="r" b="b"/>
              <a:pathLst>
                <a:path w="26240" h="30515" extrusionOk="0">
                  <a:moveTo>
                    <a:pt x="25027" y="6075"/>
                  </a:moveTo>
                  <a:cubicBezTo>
                    <a:pt x="25334" y="6265"/>
                    <a:pt x="25956" y="6736"/>
                    <a:pt x="26073" y="7156"/>
                  </a:cubicBezTo>
                  <a:cubicBezTo>
                    <a:pt x="26186" y="7560"/>
                    <a:pt x="25936" y="8089"/>
                    <a:pt x="25750" y="8504"/>
                  </a:cubicBezTo>
                  <a:cubicBezTo>
                    <a:pt x="25575" y="8897"/>
                    <a:pt x="25199" y="9600"/>
                    <a:pt x="25346" y="9927"/>
                  </a:cubicBezTo>
                  <a:cubicBezTo>
                    <a:pt x="25470" y="10206"/>
                    <a:pt x="25956" y="10436"/>
                    <a:pt x="26112" y="10743"/>
                  </a:cubicBezTo>
                  <a:cubicBezTo>
                    <a:pt x="26240" y="10996"/>
                    <a:pt x="26069" y="11419"/>
                    <a:pt x="25976" y="11688"/>
                  </a:cubicBezTo>
                  <a:cubicBezTo>
                    <a:pt x="25739" y="12375"/>
                    <a:pt x="25439" y="12982"/>
                    <a:pt x="25097" y="13681"/>
                  </a:cubicBezTo>
                  <a:cubicBezTo>
                    <a:pt x="24895" y="14093"/>
                    <a:pt x="24677" y="14529"/>
                    <a:pt x="24374" y="14746"/>
                  </a:cubicBezTo>
                  <a:cubicBezTo>
                    <a:pt x="24168" y="14890"/>
                    <a:pt x="23881" y="15019"/>
                    <a:pt x="23647" y="15104"/>
                  </a:cubicBezTo>
                  <a:cubicBezTo>
                    <a:pt x="23371" y="15205"/>
                    <a:pt x="23084" y="15220"/>
                    <a:pt x="22928" y="15365"/>
                  </a:cubicBezTo>
                  <a:cubicBezTo>
                    <a:pt x="22691" y="15582"/>
                    <a:pt x="22458" y="16006"/>
                    <a:pt x="22268" y="16340"/>
                  </a:cubicBezTo>
                  <a:cubicBezTo>
                    <a:pt x="21798" y="17175"/>
                    <a:pt x="21234" y="18373"/>
                    <a:pt x="20880" y="19146"/>
                  </a:cubicBezTo>
                  <a:cubicBezTo>
                    <a:pt x="20305" y="20397"/>
                    <a:pt x="19772" y="21773"/>
                    <a:pt x="19403" y="22831"/>
                  </a:cubicBezTo>
                  <a:cubicBezTo>
                    <a:pt x="18789" y="24572"/>
                    <a:pt x="18070" y="26480"/>
                    <a:pt x="17425" y="28311"/>
                  </a:cubicBezTo>
                  <a:cubicBezTo>
                    <a:pt x="17234" y="28848"/>
                    <a:pt x="17060" y="29698"/>
                    <a:pt x="16535" y="30130"/>
                  </a:cubicBezTo>
                  <a:cubicBezTo>
                    <a:pt x="16065" y="30515"/>
                    <a:pt x="15229" y="30332"/>
                    <a:pt x="14565" y="30208"/>
                  </a:cubicBezTo>
                  <a:cubicBezTo>
                    <a:pt x="13818" y="30068"/>
                    <a:pt x="13137" y="29878"/>
                    <a:pt x="12516" y="29691"/>
                  </a:cubicBezTo>
                  <a:cubicBezTo>
                    <a:pt x="11155" y="29279"/>
                    <a:pt x="9709" y="28809"/>
                    <a:pt x="8357" y="28315"/>
                  </a:cubicBezTo>
                  <a:cubicBezTo>
                    <a:pt x="7529" y="28012"/>
                    <a:pt x="6860" y="27716"/>
                    <a:pt x="6231" y="27476"/>
                  </a:cubicBezTo>
                  <a:cubicBezTo>
                    <a:pt x="4867" y="26959"/>
                    <a:pt x="3499" y="26437"/>
                    <a:pt x="2026" y="25831"/>
                  </a:cubicBezTo>
                  <a:cubicBezTo>
                    <a:pt x="960" y="25393"/>
                    <a:pt x="1" y="24727"/>
                    <a:pt x="24" y="23737"/>
                  </a:cubicBezTo>
                  <a:cubicBezTo>
                    <a:pt x="31" y="23317"/>
                    <a:pt x="211" y="22804"/>
                    <a:pt x="347" y="22291"/>
                  </a:cubicBezTo>
                  <a:cubicBezTo>
                    <a:pt x="479" y="21797"/>
                    <a:pt x="596" y="21284"/>
                    <a:pt x="747" y="20826"/>
                  </a:cubicBezTo>
                  <a:cubicBezTo>
                    <a:pt x="1081" y="19811"/>
                    <a:pt x="1513" y="18812"/>
                    <a:pt x="1913" y="17864"/>
                  </a:cubicBezTo>
                  <a:cubicBezTo>
                    <a:pt x="3168" y="14879"/>
                    <a:pt x="4280" y="11871"/>
                    <a:pt x="5558" y="8900"/>
                  </a:cubicBezTo>
                  <a:cubicBezTo>
                    <a:pt x="6375" y="7004"/>
                    <a:pt x="7444" y="4851"/>
                    <a:pt x="8427" y="2880"/>
                  </a:cubicBezTo>
                  <a:cubicBezTo>
                    <a:pt x="9065" y="1601"/>
                    <a:pt x="10021" y="74"/>
                    <a:pt x="11164" y="20"/>
                  </a:cubicBezTo>
                  <a:cubicBezTo>
                    <a:pt x="11661" y="0"/>
                    <a:pt x="12275" y="234"/>
                    <a:pt x="12839" y="404"/>
                  </a:cubicBezTo>
                  <a:cubicBezTo>
                    <a:pt x="14513" y="921"/>
                    <a:pt x="16301" y="1823"/>
                    <a:pt x="18011" y="2670"/>
                  </a:cubicBezTo>
                  <a:cubicBezTo>
                    <a:pt x="19866" y="3592"/>
                    <a:pt x="21439" y="4229"/>
                    <a:pt x="23231" y="5104"/>
                  </a:cubicBezTo>
                  <a:cubicBezTo>
                    <a:pt x="23838" y="5399"/>
                    <a:pt x="24429" y="5710"/>
                    <a:pt x="25027" y="60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7975;p125">
              <a:extLst>
                <a:ext uri="{FF2B5EF4-FFF2-40B4-BE49-F238E27FC236}">
                  <a16:creationId xmlns:a16="http://schemas.microsoft.com/office/drawing/2014/main" id="{4884B5BC-0EF8-4B93-EA8D-9E5EA1BDBA9A}"/>
                </a:ext>
              </a:extLst>
            </p:cNvPr>
            <p:cNvSpPr/>
            <p:nvPr/>
          </p:nvSpPr>
          <p:spPr>
            <a:xfrm>
              <a:off x="4270225" y="1039550"/>
              <a:ext cx="335750" cy="178225"/>
            </a:xfrm>
            <a:custGeom>
              <a:avLst/>
              <a:gdLst/>
              <a:ahLst/>
              <a:cxnLst/>
              <a:rect l="l" t="t" r="r" b="b"/>
              <a:pathLst>
                <a:path w="13430" h="7129" extrusionOk="0">
                  <a:moveTo>
                    <a:pt x="13356" y="6068"/>
                  </a:moveTo>
                  <a:cubicBezTo>
                    <a:pt x="13383" y="6009"/>
                    <a:pt x="13406" y="5951"/>
                    <a:pt x="13430" y="5893"/>
                  </a:cubicBezTo>
                  <a:cubicBezTo>
                    <a:pt x="13049" y="5699"/>
                    <a:pt x="12644" y="5532"/>
                    <a:pt x="12264" y="5345"/>
                  </a:cubicBezTo>
                  <a:cubicBezTo>
                    <a:pt x="10527" y="4498"/>
                    <a:pt x="8972" y="3743"/>
                    <a:pt x="7196" y="2943"/>
                  </a:cubicBezTo>
                  <a:cubicBezTo>
                    <a:pt x="6115" y="2453"/>
                    <a:pt x="5007" y="1994"/>
                    <a:pt x="3845" y="1466"/>
                  </a:cubicBezTo>
                  <a:cubicBezTo>
                    <a:pt x="3363" y="1248"/>
                    <a:pt x="2889" y="1035"/>
                    <a:pt x="2166" y="728"/>
                  </a:cubicBezTo>
                  <a:cubicBezTo>
                    <a:pt x="1739" y="545"/>
                    <a:pt x="704" y="1"/>
                    <a:pt x="491" y="91"/>
                  </a:cubicBezTo>
                  <a:cubicBezTo>
                    <a:pt x="277" y="179"/>
                    <a:pt x="1" y="701"/>
                    <a:pt x="87" y="907"/>
                  </a:cubicBezTo>
                  <a:cubicBezTo>
                    <a:pt x="168" y="1085"/>
                    <a:pt x="491" y="1198"/>
                    <a:pt x="837" y="1361"/>
                  </a:cubicBezTo>
                  <a:cubicBezTo>
                    <a:pt x="1715" y="1781"/>
                    <a:pt x="2589" y="2208"/>
                    <a:pt x="3336" y="2543"/>
                  </a:cubicBezTo>
                  <a:cubicBezTo>
                    <a:pt x="6185" y="3806"/>
                    <a:pt x="8933" y="5271"/>
                    <a:pt x="11688" y="6574"/>
                  </a:cubicBezTo>
                  <a:cubicBezTo>
                    <a:pt x="12050" y="6741"/>
                    <a:pt x="12493" y="6981"/>
                    <a:pt x="12847" y="7129"/>
                  </a:cubicBezTo>
                  <a:cubicBezTo>
                    <a:pt x="13029" y="6779"/>
                    <a:pt x="13209" y="6429"/>
                    <a:pt x="13356" y="60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7976;p125">
              <a:extLst>
                <a:ext uri="{FF2B5EF4-FFF2-40B4-BE49-F238E27FC236}">
                  <a16:creationId xmlns:a16="http://schemas.microsoft.com/office/drawing/2014/main" id="{6F100EDC-7E73-18EE-AD10-ABCF13D3BA21}"/>
                </a:ext>
              </a:extLst>
            </p:cNvPr>
            <p:cNvSpPr/>
            <p:nvPr/>
          </p:nvSpPr>
          <p:spPr>
            <a:xfrm>
              <a:off x="4230400" y="1100375"/>
              <a:ext cx="344575" cy="181350"/>
            </a:xfrm>
            <a:custGeom>
              <a:avLst/>
              <a:gdLst/>
              <a:ahLst/>
              <a:cxnLst/>
              <a:rect l="l" t="t" r="r" b="b"/>
              <a:pathLst>
                <a:path w="13783" h="7254" extrusionOk="0">
                  <a:moveTo>
                    <a:pt x="13783" y="6084"/>
                  </a:moveTo>
                  <a:cubicBezTo>
                    <a:pt x="13309" y="5804"/>
                    <a:pt x="12764" y="5590"/>
                    <a:pt x="12263" y="5345"/>
                  </a:cubicBezTo>
                  <a:cubicBezTo>
                    <a:pt x="10526" y="4498"/>
                    <a:pt x="8972" y="3744"/>
                    <a:pt x="7195" y="2943"/>
                  </a:cubicBezTo>
                  <a:cubicBezTo>
                    <a:pt x="6114" y="2453"/>
                    <a:pt x="5007" y="1995"/>
                    <a:pt x="3845" y="1466"/>
                  </a:cubicBezTo>
                  <a:cubicBezTo>
                    <a:pt x="3363" y="1249"/>
                    <a:pt x="2889" y="1031"/>
                    <a:pt x="2166" y="727"/>
                  </a:cubicBezTo>
                  <a:cubicBezTo>
                    <a:pt x="1738" y="545"/>
                    <a:pt x="704" y="1"/>
                    <a:pt x="490" y="90"/>
                  </a:cubicBezTo>
                  <a:cubicBezTo>
                    <a:pt x="277" y="180"/>
                    <a:pt x="1" y="700"/>
                    <a:pt x="90" y="907"/>
                  </a:cubicBezTo>
                  <a:cubicBezTo>
                    <a:pt x="168" y="1086"/>
                    <a:pt x="490" y="1198"/>
                    <a:pt x="836" y="1361"/>
                  </a:cubicBezTo>
                  <a:cubicBezTo>
                    <a:pt x="1714" y="1781"/>
                    <a:pt x="2589" y="2209"/>
                    <a:pt x="3335" y="2539"/>
                  </a:cubicBezTo>
                  <a:cubicBezTo>
                    <a:pt x="6184" y="3806"/>
                    <a:pt x="8932" y="5271"/>
                    <a:pt x="11692" y="6573"/>
                  </a:cubicBezTo>
                  <a:cubicBezTo>
                    <a:pt x="12224" y="6826"/>
                    <a:pt x="12943" y="7230"/>
                    <a:pt x="13281" y="7253"/>
                  </a:cubicBezTo>
                  <a:cubicBezTo>
                    <a:pt x="13453" y="6869"/>
                    <a:pt x="13616" y="6473"/>
                    <a:pt x="13783" y="60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7977;p125">
              <a:extLst>
                <a:ext uri="{FF2B5EF4-FFF2-40B4-BE49-F238E27FC236}">
                  <a16:creationId xmlns:a16="http://schemas.microsoft.com/office/drawing/2014/main" id="{FFB20EAF-1BA8-D5AF-B102-CA6A3778559C}"/>
                </a:ext>
              </a:extLst>
            </p:cNvPr>
            <p:cNvSpPr/>
            <p:nvPr/>
          </p:nvSpPr>
          <p:spPr>
            <a:xfrm>
              <a:off x="4218450" y="1171325"/>
              <a:ext cx="328150" cy="174050"/>
            </a:xfrm>
            <a:custGeom>
              <a:avLst/>
              <a:gdLst/>
              <a:ahLst/>
              <a:cxnLst/>
              <a:rect l="l" t="t" r="r" b="b"/>
              <a:pathLst>
                <a:path w="13126" h="6962" extrusionOk="0">
                  <a:moveTo>
                    <a:pt x="13126" y="5745"/>
                  </a:moveTo>
                  <a:cubicBezTo>
                    <a:pt x="12838" y="5608"/>
                    <a:pt x="12543" y="5481"/>
                    <a:pt x="12263" y="5344"/>
                  </a:cubicBezTo>
                  <a:cubicBezTo>
                    <a:pt x="10526" y="4493"/>
                    <a:pt x="8971" y="3739"/>
                    <a:pt x="7195" y="2942"/>
                  </a:cubicBezTo>
                  <a:cubicBezTo>
                    <a:pt x="6115" y="2453"/>
                    <a:pt x="5007" y="1994"/>
                    <a:pt x="3844" y="1466"/>
                  </a:cubicBezTo>
                  <a:cubicBezTo>
                    <a:pt x="3363" y="1248"/>
                    <a:pt x="2888" y="1030"/>
                    <a:pt x="2165" y="727"/>
                  </a:cubicBezTo>
                  <a:cubicBezTo>
                    <a:pt x="1738" y="544"/>
                    <a:pt x="704" y="0"/>
                    <a:pt x="490" y="90"/>
                  </a:cubicBezTo>
                  <a:cubicBezTo>
                    <a:pt x="276" y="179"/>
                    <a:pt x="0" y="700"/>
                    <a:pt x="90" y="901"/>
                  </a:cubicBezTo>
                  <a:cubicBezTo>
                    <a:pt x="168" y="1084"/>
                    <a:pt x="490" y="1197"/>
                    <a:pt x="836" y="1360"/>
                  </a:cubicBezTo>
                  <a:cubicBezTo>
                    <a:pt x="1715" y="1780"/>
                    <a:pt x="2589" y="2207"/>
                    <a:pt x="3335" y="2539"/>
                  </a:cubicBezTo>
                  <a:cubicBezTo>
                    <a:pt x="6185" y="3805"/>
                    <a:pt x="8932" y="5267"/>
                    <a:pt x="11692" y="6573"/>
                  </a:cubicBezTo>
                  <a:cubicBezTo>
                    <a:pt x="11936" y="6685"/>
                    <a:pt x="12216" y="6833"/>
                    <a:pt x="12485" y="6961"/>
                  </a:cubicBezTo>
                  <a:cubicBezTo>
                    <a:pt x="12706" y="6561"/>
                    <a:pt x="12920" y="6153"/>
                    <a:pt x="13126" y="574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4" name="Google Shape;7978;p125">
              <a:extLst>
                <a:ext uri="{FF2B5EF4-FFF2-40B4-BE49-F238E27FC236}">
                  <a16:creationId xmlns:a16="http://schemas.microsoft.com/office/drawing/2014/main" id="{AEBA0346-2CBD-91FA-70D1-676C03F00B3B}"/>
                </a:ext>
              </a:extLst>
            </p:cNvPr>
            <p:cNvSpPr/>
            <p:nvPr/>
          </p:nvSpPr>
          <p:spPr>
            <a:xfrm>
              <a:off x="4178600" y="1232150"/>
              <a:ext cx="333700" cy="176275"/>
            </a:xfrm>
            <a:custGeom>
              <a:avLst/>
              <a:gdLst/>
              <a:ahLst/>
              <a:cxnLst/>
              <a:rect l="l" t="t" r="r" b="b"/>
              <a:pathLst>
                <a:path w="13348" h="7051" extrusionOk="0">
                  <a:moveTo>
                    <a:pt x="13348" y="5850"/>
                  </a:moveTo>
                  <a:cubicBezTo>
                    <a:pt x="12994" y="5674"/>
                    <a:pt x="12617" y="5516"/>
                    <a:pt x="12264" y="5344"/>
                  </a:cubicBezTo>
                  <a:cubicBezTo>
                    <a:pt x="10530" y="4497"/>
                    <a:pt x="8972" y="3739"/>
                    <a:pt x="7196" y="2942"/>
                  </a:cubicBezTo>
                  <a:cubicBezTo>
                    <a:pt x="6115" y="2453"/>
                    <a:pt x="5007" y="1995"/>
                    <a:pt x="3845" y="1466"/>
                  </a:cubicBezTo>
                  <a:cubicBezTo>
                    <a:pt x="3363" y="1248"/>
                    <a:pt x="2889" y="1030"/>
                    <a:pt x="2170" y="727"/>
                  </a:cubicBezTo>
                  <a:cubicBezTo>
                    <a:pt x="1739" y="544"/>
                    <a:pt x="704" y="0"/>
                    <a:pt x="491" y="90"/>
                  </a:cubicBezTo>
                  <a:cubicBezTo>
                    <a:pt x="277" y="179"/>
                    <a:pt x="1" y="700"/>
                    <a:pt x="90" y="902"/>
                  </a:cubicBezTo>
                  <a:cubicBezTo>
                    <a:pt x="168" y="1085"/>
                    <a:pt x="491" y="1197"/>
                    <a:pt x="837" y="1360"/>
                  </a:cubicBezTo>
                  <a:cubicBezTo>
                    <a:pt x="1715" y="1780"/>
                    <a:pt x="2589" y="2208"/>
                    <a:pt x="3336" y="2538"/>
                  </a:cubicBezTo>
                  <a:cubicBezTo>
                    <a:pt x="6185" y="3805"/>
                    <a:pt x="8933" y="5267"/>
                    <a:pt x="11692" y="6569"/>
                  </a:cubicBezTo>
                  <a:cubicBezTo>
                    <a:pt x="11995" y="6713"/>
                    <a:pt x="12357" y="6907"/>
                    <a:pt x="12676" y="7050"/>
                  </a:cubicBezTo>
                  <a:cubicBezTo>
                    <a:pt x="12901" y="6650"/>
                    <a:pt x="13126" y="6250"/>
                    <a:pt x="13348" y="585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5" name="Google Shape;7979;p125">
              <a:extLst>
                <a:ext uri="{FF2B5EF4-FFF2-40B4-BE49-F238E27FC236}">
                  <a16:creationId xmlns:a16="http://schemas.microsoft.com/office/drawing/2014/main" id="{5170EB02-20F5-0E2A-DCEB-9ED03F79FA85}"/>
                </a:ext>
              </a:extLst>
            </p:cNvPr>
            <p:cNvSpPr/>
            <p:nvPr/>
          </p:nvSpPr>
          <p:spPr>
            <a:xfrm>
              <a:off x="4153950" y="1291125"/>
              <a:ext cx="335725" cy="178225"/>
            </a:xfrm>
            <a:custGeom>
              <a:avLst/>
              <a:gdLst/>
              <a:ahLst/>
              <a:cxnLst/>
              <a:rect l="l" t="t" r="r" b="b"/>
              <a:pathLst>
                <a:path w="13429" h="7129" extrusionOk="0">
                  <a:moveTo>
                    <a:pt x="13359" y="6072"/>
                  </a:moveTo>
                  <a:cubicBezTo>
                    <a:pt x="13382" y="6013"/>
                    <a:pt x="13405" y="5951"/>
                    <a:pt x="13429" y="5893"/>
                  </a:cubicBezTo>
                  <a:cubicBezTo>
                    <a:pt x="13051" y="5703"/>
                    <a:pt x="12647" y="5531"/>
                    <a:pt x="12266" y="5344"/>
                  </a:cubicBezTo>
                  <a:cubicBezTo>
                    <a:pt x="10529" y="4497"/>
                    <a:pt x="8975" y="3744"/>
                    <a:pt x="7198" y="2942"/>
                  </a:cubicBezTo>
                  <a:cubicBezTo>
                    <a:pt x="6117" y="2457"/>
                    <a:pt x="5010" y="1998"/>
                    <a:pt x="3844" y="1469"/>
                  </a:cubicBezTo>
                  <a:cubicBezTo>
                    <a:pt x="3366" y="1248"/>
                    <a:pt x="2892" y="1035"/>
                    <a:pt x="2169" y="732"/>
                  </a:cubicBezTo>
                  <a:cubicBezTo>
                    <a:pt x="1737" y="549"/>
                    <a:pt x="703" y="0"/>
                    <a:pt x="493" y="90"/>
                  </a:cubicBezTo>
                  <a:cubicBezTo>
                    <a:pt x="280" y="183"/>
                    <a:pt x="0" y="700"/>
                    <a:pt x="90" y="906"/>
                  </a:cubicBezTo>
                  <a:cubicBezTo>
                    <a:pt x="167" y="1089"/>
                    <a:pt x="493" y="1198"/>
                    <a:pt x="836" y="1365"/>
                  </a:cubicBezTo>
                  <a:cubicBezTo>
                    <a:pt x="1717" y="1781"/>
                    <a:pt x="2592" y="2212"/>
                    <a:pt x="3339" y="2542"/>
                  </a:cubicBezTo>
                  <a:cubicBezTo>
                    <a:pt x="6187" y="3810"/>
                    <a:pt x="8935" y="5271"/>
                    <a:pt x="11691" y="6573"/>
                  </a:cubicBezTo>
                  <a:cubicBezTo>
                    <a:pt x="12053" y="6744"/>
                    <a:pt x="12496" y="6981"/>
                    <a:pt x="12849" y="7129"/>
                  </a:cubicBezTo>
                  <a:cubicBezTo>
                    <a:pt x="13028" y="6779"/>
                    <a:pt x="13210" y="6433"/>
                    <a:pt x="13359" y="607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6" name="Google Shape;7980;p125">
              <a:extLst>
                <a:ext uri="{FF2B5EF4-FFF2-40B4-BE49-F238E27FC236}">
                  <a16:creationId xmlns:a16="http://schemas.microsoft.com/office/drawing/2014/main" id="{676A8FDE-DD91-9FB1-F731-AAAC92E35061}"/>
                </a:ext>
              </a:extLst>
            </p:cNvPr>
            <p:cNvSpPr/>
            <p:nvPr/>
          </p:nvSpPr>
          <p:spPr>
            <a:xfrm>
              <a:off x="4114075" y="1351950"/>
              <a:ext cx="344600" cy="181450"/>
            </a:xfrm>
            <a:custGeom>
              <a:avLst/>
              <a:gdLst/>
              <a:ahLst/>
              <a:cxnLst/>
              <a:rect l="l" t="t" r="r" b="b"/>
              <a:pathLst>
                <a:path w="13784" h="7258" extrusionOk="0">
                  <a:moveTo>
                    <a:pt x="13783" y="6083"/>
                  </a:moveTo>
                  <a:cubicBezTo>
                    <a:pt x="13309" y="5808"/>
                    <a:pt x="12769" y="5589"/>
                    <a:pt x="12267" y="5345"/>
                  </a:cubicBezTo>
                  <a:cubicBezTo>
                    <a:pt x="10530" y="4497"/>
                    <a:pt x="8975" y="3743"/>
                    <a:pt x="7199" y="2943"/>
                  </a:cubicBezTo>
                  <a:cubicBezTo>
                    <a:pt x="6119" y="2457"/>
                    <a:pt x="5011" y="1998"/>
                    <a:pt x="3845" y="1470"/>
                  </a:cubicBezTo>
                  <a:cubicBezTo>
                    <a:pt x="3367" y="1248"/>
                    <a:pt x="2893" y="1035"/>
                    <a:pt x="2170" y="731"/>
                  </a:cubicBezTo>
                  <a:cubicBezTo>
                    <a:pt x="1742" y="549"/>
                    <a:pt x="705" y="1"/>
                    <a:pt x="495" y="90"/>
                  </a:cubicBezTo>
                  <a:cubicBezTo>
                    <a:pt x="281" y="179"/>
                    <a:pt x="1" y="701"/>
                    <a:pt x="90" y="906"/>
                  </a:cubicBezTo>
                  <a:cubicBezTo>
                    <a:pt x="169" y="1089"/>
                    <a:pt x="495" y="1198"/>
                    <a:pt x="840" y="1365"/>
                  </a:cubicBezTo>
                  <a:cubicBezTo>
                    <a:pt x="1719" y="1781"/>
                    <a:pt x="2594" y="2212"/>
                    <a:pt x="3340" y="2543"/>
                  </a:cubicBezTo>
                  <a:cubicBezTo>
                    <a:pt x="6189" y="3810"/>
                    <a:pt x="8937" y="5271"/>
                    <a:pt x="11693" y="6573"/>
                  </a:cubicBezTo>
                  <a:cubicBezTo>
                    <a:pt x="12229" y="6825"/>
                    <a:pt x="12948" y="7234"/>
                    <a:pt x="13286" y="7257"/>
                  </a:cubicBezTo>
                  <a:cubicBezTo>
                    <a:pt x="13457" y="6868"/>
                    <a:pt x="13616" y="6476"/>
                    <a:pt x="13783" y="608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7" name="Google Shape;7981;p125">
              <a:extLst>
                <a:ext uri="{FF2B5EF4-FFF2-40B4-BE49-F238E27FC236}">
                  <a16:creationId xmlns:a16="http://schemas.microsoft.com/office/drawing/2014/main" id="{23AD6208-B5C0-A12E-44E3-C81863E89FEB}"/>
                </a:ext>
              </a:extLst>
            </p:cNvPr>
            <p:cNvSpPr/>
            <p:nvPr/>
          </p:nvSpPr>
          <p:spPr>
            <a:xfrm>
              <a:off x="4102150" y="1422875"/>
              <a:ext cx="328250" cy="174150"/>
            </a:xfrm>
            <a:custGeom>
              <a:avLst/>
              <a:gdLst/>
              <a:ahLst/>
              <a:cxnLst/>
              <a:rect l="l" t="t" r="r" b="b"/>
              <a:pathLst>
                <a:path w="13130" h="6966" extrusionOk="0">
                  <a:moveTo>
                    <a:pt x="13130" y="5746"/>
                  </a:moveTo>
                  <a:cubicBezTo>
                    <a:pt x="12842" y="5610"/>
                    <a:pt x="12547" y="5481"/>
                    <a:pt x="12267" y="5345"/>
                  </a:cubicBezTo>
                  <a:cubicBezTo>
                    <a:pt x="10529" y="4498"/>
                    <a:pt x="8975" y="3744"/>
                    <a:pt x="7199" y="2943"/>
                  </a:cubicBezTo>
                  <a:cubicBezTo>
                    <a:pt x="6118" y="2458"/>
                    <a:pt x="5010" y="1999"/>
                    <a:pt x="3844" y="1466"/>
                  </a:cubicBezTo>
                  <a:cubicBezTo>
                    <a:pt x="3366" y="1249"/>
                    <a:pt x="2892" y="1035"/>
                    <a:pt x="2169" y="732"/>
                  </a:cubicBezTo>
                  <a:cubicBezTo>
                    <a:pt x="1742" y="549"/>
                    <a:pt x="704" y="1"/>
                    <a:pt x="494" y="90"/>
                  </a:cubicBezTo>
                  <a:cubicBezTo>
                    <a:pt x="280" y="180"/>
                    <a:pt x="0" y="700"/>
                    <a:pt x="90" y="906"/>
                  </a:cubicBezTo>
                  <a:cubicBezTo>
                    <a:pt x="167" y="1086"/>
                    <a:pt x="494" y="1198"/>
                    <a:pt x="840" y="1365"/>
                  </a:cubicBezTo>
                  <a:cubicBezTo>
                    <a:pt x="1718" y="1781"/>
                    <a:pt x="2593" y="2212"/>
                    <a:pt x="3339" y="2543"/>
                  </a:cubicBezTo>
                  <a:cubicBezTo>
                    <a:pt x="6188" y="3806"/>
                    <a:pt x="8936" y="5271"/>
                    <a:pt x="11691" y="6573"/>
                  </a:cubicBezTo>
                  <a:cubicBezTo>
                    <a:pt x="11936" y="6690"/>
                    <a:pt x="12220" y="6837"/>
                    <a:pt x="12488" y="6966"/>
                  </a:cubicBezTo>
                  <a:cubicBezTo>
                    <a:pt x="12706" y="6562"/>
                    <a:pt x="12920" y="6157"/>
                    <a:pt x="13130" y="57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8" name="Google Shape;7982;p125">
              <a:extLst>
                <a:ext uri="{FF2B5EF4-FFF2-40B4-BE49-F238E27FC236}">
                  <a16:creationId xmlns:a16="http://schemas.microsoft.com/office/drawing/2014/main" id="{8FCBEE21-2604-9F3C-C6F4-8C94F880A510}"/>
                </a:ext>
              </a:extLst>
            </p:cNvPr>
            <p:cNvSpPr/>
            <p:nvPr/>
          </p:nvSpPr>
          <p:spPr>
            <a:xfrm>
              <a:off x="4062400" y="1483725"/>
              <a:ext cx="333700" cy="176375"/>
            </a:xfrm>
            <a:custGeom>
              <a:avLst/>
              <a:gdLst/>
              <a:ahLst/>
              <a:cxnLst/>
              <a:rect l="l" t="t" r="r" b="b"/>
              <a:pathLst>
                <a:path w="13348" h="7055" extrusionOk="0">
                  <a:moveTo>
                    <a:pt x="13347" y="5854"/>
                  </a:moveTo>
                  <a:cubicBezTo>
                    <a:pt x="12990" y="5675"/>
                    <a:pt x="12617" y="5519"/>
                    <a:pt x="12263" y="5344"/>
                  </a:cubicBezTo>
                  <a:cubicBezTo>
                    <a:pt x="10526" y="4497"/>
                    <a:pt x="8971" y="3743"/>
                    <a:pt x="7195" y="2942"/>
                  </a:cubicBezTo>
                  <a:cubicBezTo>
                    <a:pt x="6114" y="2456"/>
                    <a:pt x="5006" y="1998"/>
                    <a:pt x="3845" y="1465"/>
                  </a:cubicBezTo>
                  <a:cubicBezTo>
                    <a:pt x="3363" y="1248"/>
                    <a:pt x="2889" y="1034"/>
                    <a:pt x="2166" y="731"/>
                  </a:cubicBezTo>
                  <a:cubicBezTo>
                    <a:pt x="1734" y="548"/>
                    <a:pt x="700" y="0"/>
                    <a:pt x="490" y="89"/>
                  </a:cubicBezTo>
                  <a:cubicBezTo>
                    <a:pt x="277" y="179"/>
                    <a:pt x="1" y="700"/>
                    <a:pt x="86" y="905"/>
                  </a:cubicBezTo>
                  <a:cubicBezTo>
                    <a:pt x="168" y="1084"/>
                    <a:pt x="490" y="1197"/>
                    <a:pt x="837" y="1360"/>
                  </a:cubicBezTo>
                  <a:cubicBezTo>
                    <a:pt x="1714" y="1780"/>
                    <a:pt x="2589" y="2211"/>
                    <a:pt x="3336" y="2542"/>
                  </a:cubicBezTo>
                  <a:cubicBezTo>
                    <a:pt x="6184" y="3805"/>
                    <a:pt x="8932" y="5271"/>
                    <a:pt x="11688" y="6572"/>
                  </a:cubicBezTo>
                  <a:cubicBezTo>
                    <a:pt x="11995" y="6717"/>
                    <a:pt x="12357" y="6911"/>
                    <a:pt x="12675" y="7054"/>
                  </a:cubicBezTo>
                  <a:cubicBezTo>
                    <a:pt x="12901" y="6654"/>
                    <a:pt x="13122" y="6254"/>
                    <a:pt x="13347" y="58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9" name="Google Shape;7983;p125">
              <a:extLst>
                <a:ext uri="{FF2B5EF4-FFF2-40B4-BE49-F238E27FC236}">
                  <a16:creationId xmlns:a16="http://schemas.microsoft.com/office/drawing/2014/main" id="{6D65B86D-EE45-E4D7-8E1A-3AC2BC40B689}"/>
                </a:ext>
              </a:extLst>
            </p:cNvPr>
            <p:cNvSpPr/>
            <p:nvPr/>
          </p:nvSpPr>
          <p:spPr>
            <a:xfrm>
              <a:off x="4302125" y="983675"/>
              <a:ext cx="31975" cy="17800"/>
            </a:xfrm>
            <a:custGeom>
              <a:avLst/>
              <a:gdLst/>
              <a:ahLst/>
              <a:cxnLst/>
              <a:rect l="l" t="t" r="r" b="b"/>
              <a:pathLst>
                <a:path w="1279" h="712" extrusionOk="0">
                  <a:moveTo>
                    <a:pt x="0" y="172"/>
                  </a:moveTo>
                  <a:cubicBezTo>
                    <a:pt x="120" y="71"/>
                    <a:pt x="276" y="5"/>
                    <a:pt x="420" y="5"/>
                  </a:cubicBezTo>
                  <a:cubicBezTo>
                    <a:pt x="618" y="1"/>
                    <a:pt x="1279" y="168"/>
                    <a:pt x="1147" y="452"/>
                  </a:cubicBezTo>
                  <a:cubicBezTo>
                    <a:pt x="1022" y="712"/>
                    <a:pt x="27" y="518"/>
                    <a:pt x="0" y="17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0" name="Google Shape;7984;p125">
              <a:extLst>
                <a:ext uri="{FF2B5EF4-FFF2-40B4-BE49-F238E27FC236}">
                  <a16:creationId xmlns:a16="http://schemas.microsoft.com/office/drawing/2014/main" id="{AC0D0166-4344-5BAE-3C45-0DBC44BFE3AD}"/>
                </a:ext>
              </a:extLst>
            </p:cNvPr>
            <p:cNvSpPr/>
            <p:nvPr/>
          </p:nvSpPr>
          <p:spPr>
            <a:xfrm>
              <a:off x="4261800" y="980575"/>
              <a:ext cx="25675" cy="21875"/>
            </a:xfrm>
            <a:custGeom>
              <a:avLst/>
              <a:gdLst/>
              <a:ahLst/>
              <a:cxnLst/>
              <a:rect l="l" t="t" r="r" b="b"/>
              <a:pathLst>
                <a:path w="1027" h="875" extrusionOk="0">
                  <a:moveTo>
                    <a:pt x="1014" y="475"/>
                  </a:moveTo>
                  <a:cubicBezTo>
                    <a:pt x="847" y="658"/>
                    <a:pt x="533" y="875"/>
                    <a:pt x="373" y="762"/>
                  </a:cubicBezTo>
                  <a:cubicBezTo>
                    <a:pt x="0" y="491"/>
                    <a:pt x="1026" y="1"/>
                    <a:pt x="1014" y="47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1" name="Google Shape;7985;p125">
              <a:extLst>
                <a:ext uri="{FF2B5EF4-FFF2-40B4-BE49-F238E27FC236}">
                  <a16:creationId xmlns:a16="http://schemas.microsoft.com/office/drawing/2014/main" id="{08532651-3748-33E7-E68B-D5855ECB3C08}"/>
                </a:ext>
              </a:extLst>
            </p:cNvPr>
            <p:cNvSpPr/>
            <p:nvPr/>
          </p:nvSpPr>
          <p:spPr>
            <a:xfrm>
              <a:off x="4291625" y="1001275"/>
              <a:ext cx="15175" cy="13150"/>
            </a:xfrm>
            <a:custGeom>
              <a:avLst/>
              <a:gdLst/>
              <a:ahLst/>
              <a:cxnLst/>
              <a:rect l="l" t="t" r="r" b="b"/>
              <a:pathLst>
                <a:path w="607" h="526" extrusionOk="0">
                  <a:moveTo>
                    <a:pt x="607" y="241"/>
                  </a:moveTo>
                  <a:cubicBezTo>
                    <a:pt x="583" y="284"/>
                    <a:pt x="567" y="327"/>
                    <a:pt x="591" y="362"/>
                  </a:cubicBezTo>
                  <a:cubicBezTo>
                    <a:pt x="420" y="513"/>
                    <a:pt x="226" y="525"/>
                    <a:pt x="4" y="381"/>
                  </a:cubicBezTo>
                  <a:cubicBezTo>
                    <a:pt x="4" y="339"/>
                    <a:pt x="16" y="288"/>
                    <a:pt x="0" y="246"/>
                  </a:cubicBezTo>
                  <a:cubicBezTo>
                    <a:pt x="171" y="94"/>
                    <a:pt x="436" y="0"/>
                    <a:pt x="607" y="2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2" name="Google Shape;7986;p125">
              <a:extLst>
                <a:ext uri="{FF2B5EF4-FFF2-40B4-BE49-F238E27FC236}">
                  <a16:creationId xmlns:a16="http://schemas.microsoft.com/office/drawing/2014/main" id="{B17997E0-650E-FCAC-92DB-397A513D8A13}"/>
                </a:ext>
              </a:extLst>
            </p:cNvPr>
            <p:cNvSpPr/>
            <p:nvPr/>
          </p:nvSpPr>
          <p:spPr>
            <a:xfrm>
              <a:off x="4630450" y="1117675"/>
              <a:ext cx="22475" cy="25775"/>
            </a:xfrm>
            <a:custGeom>
              <a:avLst/>
              <a:gdLst/>
              <a:ahLst/>
              <a:cxnLst/>
              <a:rect l="l" t="t" r="r" b="b"/>
              <a:pathLst>
                <a:path w="899" h="1031" extrusionOk="0">
                  <a:moveTo>
                    <a:pt x="898" y="584"/>
                  </a:moveTo>
                  <a:cubicBezTo>
                    <a:pt x="777" y="1031"/>
                    <a:pt x="0" y="479"/>
                    <a:pt x="133" y="242"/>
                  </a:cubicBezTo>
                  <a:cubicBezTo>
                    <a:pt x="269" y="1"/>
                    <a:pt x="824" y="335"/>
                    <a:pt x="898" y="5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3" name="Google Shape;7987;p125">
              <a:extLst>
                <a:ext uri="{FF2B5EF4-FFF2-40B4-BE49-F238E27FC236}">
                  <a16:creationId xmlns:a16="http://schemas.microsoft.com/office/drawing/2014/main" id="{A415846A-1A92-C1B4-0E6D-1C80E512324B}"/>
                </a:ext>
              </a:extLst>
            </p:cNvPr>
            <p:cNvSpPr/>
            <p:nvPr/>
          </p:nvSpPr>
          <p:spPr>
            <a:xfrm>
              <a:off x="4592850" y="1101550"/>
              <a:ext cx="31975" cy="25175"/>
            </a:xfrm>
            <a:custGeom>
              <a:avLst/>
              <a:gdLst/>
              <a:ahLst/>
              <a:cxnLst/>
              <a:rect l="l" t="t" r="r" b="b"/>
              <a:pathLst>
                <a:path w="1279" h="1007" extrusionOk="0">
                  <a:moveTo>
                    <a:pt x="878" y="346"/>
                  </a:moveTo>
                  <a:cubicBezTo>
                    <a:pt x="1111" y="479"/>
                    <a:pt x="1278" y="553"/>
                    <a:pt x="1178" y="727"/>
                  </a:cubicBezTo>
                  <a:cubicBezTo>
                    <a:pt x="1022" y="1007"/>
                    <a:pt x="0" y="529"/>
                    <a:pt x="152" y="234"/>
                  </a:cubicBezTo>
                  <a:cubicBezTo>
                    <a:pt x="272" y="0"/>
                    <a:pt x="661" y="226"/>
                    <a:pt x="878" y="3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4" name="Google Shape;7988;p125">
              <a:extLst>
                <a:ext uri="{FF2B5EF4-FFF2-40B4-BE49-F238E27FC236}">
                  <a16:creationId xmlns:a16="http://schemas.microsoft.com/office/drawing/2014/main" id="{5D01A412-3A79-4755-C0C8-FE831EFE2CAE}"/>
                </a:ext>
              </a:extLst>
            </p:cNvPr>
            <p:cNvSpPr/>
            <p:nvPr/>
          </p:nvSpPr>
          <p:spPr>
            <a:xfrm>
              <a:off x="4640925" y="1143025"/>
              <a:ext cx="14325" cy="18325"/>
            </a:xfrm>
            <a:custGeom>
              <a:avLst/>
              <a:gdLst/>
              <a:ahLst/>
              <a:cxnLst/>
              <a:rect l="l" t="t" r="r" b="b"/>
              <a:pathLst>
                <a:path w="573" h="733" extrusionOk="0">
                  <a:moveTo>
                    <a:pt x="541" y="284"/>
                  </a:moveTo>
                  <a:cubicBezTo>
                    <a:pt x="573" y="494"/>
                    <a:pt x="339" y="732"/>
                    <a:pt x="184" y="603"/>
                  </a:cubicBezTo>
                  <a:cubicBezTo>
                    <a:pt x="1" y="452"/>
                    <a:pt x="327" y="1"/>
                    <a:pt x="541" y="2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5" name="Google Shape;7989;p125">
              <a:extLst>
                <a:ext uri="{FF2B5EF4-FFF2-40B4-BE49-F238E27FC236}">
                  <a16:creationId xmlns:a16="http://schemas.microsoft.com/office/drawing/2014/main" id="{4130D367-9AA1-A963-EC05-239310ACC149}"/>
                </a:ext>
              </a:extLst>
            </p:cNvPr>
            <p:cNvSpPr/>
            <p:nvPr/>
          </p:nvSpPr>
          <p:spPr>
            <a:xfrm>
              <a:off x="4594300" y="1224175"/>
              <a:ext cx="59100" cy="87200"/>
            </a:xfrm>
            <a:custGeom>
              <a:avLst/>
              <a:gdLst/>
              <a:ahLst/>
              <a:cxnLst/>
              <a:rect l="l" t="t" r="r" b="b"/>
              <a:pathLst>
                <a:path w="2364" h="3488" extrusionOk="0">
                  <a:moveTo>
                    <a:pt x="0" y="3114"/>
                  </a:moveTo>
                  <a:cubicBezTo>
                    <a:pt x="70" y="2678"/>
                    <a:pt x="427" y="2142"/>
                    <a:pt x="750" y="1571"/>
                  </a:cubicBezTo>
                  <a:cubicBezTo>
                    <a:pt x="890" y="1314"/>
                    <a:pt x="1026" y="1089"/>
                    <a:pt x="1182" y="793"/>
                  </a:cubicBezTo>
                  <a:cubicBezTo>
                    <a:pt x="1302" y="568"/>
                    <a:pt x="1482" y="160"/>
                    <a:pt x="1660" y="79"/>
                  </a:cubicBezTo>
                  <a:cubicBezTo>
                    <a:pt x="1846" y="0"/>
                    <a:pt x="2266" y="265"/>
                    <a:pt x="2325" y="463"/>
                  </a:cubicBezTo>
                  <a:cubicBezTo>
                    <a:pt x="2363" y="603"/>
                    <a:pt x="2146" y="976"/>
                    <a:pt x="2025" y="1217"/>
                  </a:cubicBezTo>
                  <a:cubicBezTo>
                    <a:pt x="1742" y="1772"/>
                    <a:pt x="1566" y="2161"/>
                    <a:pt x="1256" y="2748"/>
                  </a:cubicBezTo>
                  <a:cubicBezTo>
                    <a:pt x="1127" y="2997"/>
                    <a:pt x="941" y="3351"/>
                    <a:pt x="754" y="3417"/>
                  </a:cubicBezTo>
                  <a:cubicBezTo>
                    <a:pt x="549" y="3487"/>
                    <a:pt x="187" y="3270"/>
                    <a:pt x="0" y="31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6" name="Google Shape;7990;p125">
              <a:extLst>
                <a:ext uri="{FF2B5EF4-FFF2-40B4-BE49-F238E27FC236}">
                  <a16:creationId xmlns:a16="http://schemas.microsoft.com/office/drawing/2014/main" id="{60838048-3FC9-73E1-CDBE-C95FA5FB4BE2}"/>
                </a:ext>
              </a:extLst>
            </p:cNvPr>
            <p:cNvSpPr/>
            <p:nvPr/>
          </p:nvSpPr>
          <p:spPr>
            <a:xfrm>
              <a:off x="3926075" y="932375"/>
              <a:ext cx="606925" cy="761475"/>
            </a:xfrm>
            <a:custGeom>
              <a:avLst/>
              <a:gdLst/>
              <a:ahLst/>
              <a:cxnLst/>
              <a:rect l="l" t="t" r="r" b="b"/>
              <a:pathLst>
                <a:path w="24277" h="30459" extrusionOk="0">
                  <a:moveTo>
                    <a:pt x="6830" y="1"/>
                  </a:moveTo>
                  <a:cubicBezTo>
                    <a:pt x="6600" y="304"/>
                    <a:pt x="6487" y="1120"/>
                    <a:pt x="6387" y="1481"/>
                  </a:cubicBezTo>
                  <a:cubicBezTo>
                    <a:pt x="5640" y="4198"/>
                    <a:pt x="4867" y="6760"/>
                    <a:pt x="4209" y="9368"/>
                  </a:cubicBezTo>
                  <a:cubicBezTo>
                    <a:pt x="3402" y="12574"/>
                    <a:pt x="2476" y="15665"/>
                    <a:pt x="1574" y="18847"/>
                  </a:cubicBezTo>
                  <a:cubicBezTo>
                    <a:pt x="1147" y="20352"/>
                    <a:pt x="626" y="22042"/>
                    <a:pt x="296" y="23578"/>
                  </a:cubicBezTo>
                  <a:cubicBezTo>
                    <a:pt x="125" y="24363"/>
                    <a:pt x="1" y="25160"/>
                    <a:pt x="537" y="25696"/>
                  </a:cubicBezTo>
                  <a:cubicBezTo>
                    <a:pt x="1023" y="26186"/>
                    <a:pt x="2022" y="26504"/>
                    <a:pt x="2569" y="26706"/>
                  </a:cubicBezTo>
                  <a:cubicBezTo>
                    <a:pt x="3999" y="27231"/>
                    <a:pt x="5290" y="27702"/>
                    <a:pt x="6631" y="28078"/>
                  </a:cubicBezTo>
                  <a:cubicBezTo>
                    <a:pt x="8640" y="28649"/>
                    <a:pt x="10692" y="29299"/>
                    <a:pt x="12667" y="29750"/>
                  </a:cubicBezTo>
                  <a:cubicBezTo>
                    <a:pt x="12974" y="29820"/>
                    <a:pt x="13320" y="29862"/>
                    <a:pt x="13662" y="29952"/>
                  </a:cubicBezTo>
                  <a:cubicBezTo>
                    <a:pt x="13996" y="30037"/>
                    <a:pt x="14323" y="30150"/>
                    <a:pt x="14673" y="30231"/>
                  </a:cubicBezTo>
                  <a:cubicBezTo>
                    <a:pt x="15032" y="30320"/>
                    <a:pt x="15487" y="30458"/>
                    <a:pt x="15892" y="30458"/>
                  </a:cubicBezTo>
                  <a:cubicBezTo>
                    <a:pt x="16162" y="30458"/>
                    <a:pt x="16409" y="30397"/>
                    <a:pt x="16592" y="30220"/>
                  </a:cubicBezTo>
                  <a:cubicBezTo>
                    <a:pt x="16881" y="29948"/>
                    <a:pt x="17055" y="29198"/>
                    <a:pt x="17218" y="28685"/>
                  </a:cubicBezTo>
                  <a:cubicBezTo>
                    <a:pt x="17394" y="28118"/>
                    <a:pt x="17600" y="27612"/>
                    <a:pt x="17758" y="27119"/>
                  </a:cubicBezTo>
                  <a:cubicBezTo>
                    <a:pt x="18101" y="26053"/>
                    <a:pt x="18338" y="25016"/>
                    <a:pt x="18587" y="24013"/>
                  </a:cubicBezTo>
                  <a:cubicBezTo>
                    <a:pt x="19107" y="21918"/>
                    <a:pt x="19597" y="19932"/>
                    <a:pt x="20320" y="17794"/>
                  </a:cubicBezTo>
                  <a:cubicBezTo>
                    <a:pt x="21035" y="15672"/>
                    <a:pt x="21615" y="13686"/>
                    <a:pt x="22419" y="11528"/>
                  </a:cubicBezTo>
                  <a:cubicBezTo>
                    <a:pt x="22792" y="10529"/>
                    <a:pt x="23208" y="9453"/>
                    <a:pt x="23593" y="8365"/>
                  </a:cubicBezTo>
                  <a:cubicBezTo>
                    <a:pt x="23958" y="7331"/>
                    <a:pt x="24269" y="6515"/>
                    <a:pt x="24277" y="5621"/>
                  </a:cubicBezTo>
                  <a:cubicBezTo>
                    <a:pt x="24277" y="5465"/>
                    <a:pt x="24265" y="5302"/>
                    <a:pt x="24234" y="5142"/>
                  </a:cubicBezTo>
                  <a:cubicBezTo>
                    <a:pt x="23771" y="3716"/>
                    <a:pt x="17300" y="2880"/>
                    <a:pt x="15800" y="2461"/>
                  </a:cubicBezTo>
                  <a:cubicBezTo>
                    <a:pt x="14233" y="2022"/>
                    <a:pt x="12675" y="1626"/>
                    <a:pt x="11151" y="1206"/>
                  </a:cubicBezTo>
                  <a:cubicBezTo>
                    <a:pt x="9993" y="887"/>
                    <a:pt x="8843" y="611"/>
                    <a:pt x="7653" y="265"/>
                  </a:cubicBezTo>
                  <a:cubicBezTo>
                    <a:pt x="7470" y="214"/>
                    <a:pt x="7264" y="157"/>
                    <a:pt x="7074" y="90"/>
                  </a:cubicBezTo>
                  <a:cubicBezTo>
                    <a:pt x="6997" y="63"/>
                    <a:pt x="6911" y="35"/>
                    <a:pt x="68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7" name="Google Shape;7991;p125">
              <a:extLst>
                <a:ext uri="{FF2B5EF4-FFF2-40B4-BE49-F238E27FC236}">
                  <a16:creationId xmlns:a16="http://schemas.microsoft.com/office/drawing/2014/main" id="{0F6579EC-597C-B1CD-EA60-599856BB1ACD}"/>
                </a:ext>
              </a:extLst>
            </p:cNvPr>
            <p:cNvSpPr/>
            <p:nvPr/>
          </p:nvSpPr>
          <p:spPr>
            <a:xfrm>
              <a:off x="4093975" y="960950"/>
              <a:ext cx="22575" cy="31100"/>
            </a:xfrm>
            <a:custGeom>
              <a:avLst/>
              <a:gdLst/>
              <a:ahLst/>
              <a:cxnLst/>
              <a:rect l="l" t="t" r="r" b="b"/>
              <a:pathLst>
                <a:path w="903" h="1244" extrusionOk="0">
                  <a:moveTo>
                    <a:pt x="362" y="1167"/>
                  </a:moveTo>
                  <a:cubicBezTo>
                    <a:pt x="1" y="1244"/>
                    <a:pt x="354" y="0"/>
                    <a:pt x="693" y="226"/>
                  </a:cubicBezTo>
                  <a:cubicBezTo>
                    <a:pt x="903" y="366"/>
                    <a:pt x="638" y="1104"/>
                    <a:pt x="362" y="11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8" name="Google Shape;7992;p125">
              <a:extLst>
                <a:ext uri="{FF2B5EF4-FFF2-40B4-BE49-F238E27FC236}">
                  <a16:creationId xmlns:a16="http://schemas.microsoft.com/office/drawing/2014/main" id="{E61B8982-98C6-4555-D394-1EEDEF77A1B8}"/>
                </a:ext>
              </a:extLst>
            </p:cNvPr>
            <p:cNvSpPr/>
            <p:nvPr/>
          </p:nvSpPr>
          <p:spPr>
            <a:xfrm>
              <a:off x="4111575" y="984450"/>
              <a:ext cx="13725" cy="24325"/>
            </a:xfrm>
            <a:custGeom>
              <a:avLst/>
              <a:gdLst/>
              <a:ahLst/>
              <a:cxnLst/>
              <a:rect l="l" t="t" r="r" b="b"/>
              <a:pathLst>
                <a:path w="549" h="973" extrusionOk="0">
                  <a:moveTo>
                    <a:pt x="144" y="770"/>
                  </a:moveTo>
                  <a:cubicBezTo>
                    <a:pt x="0" y="693"/>
                    <a:pt x="70" y="354"/>
                    <a:pt x="210" y="250"/>
                  </a:cubicBezTo>
                  <a:cubicBezTo>
                    <a:pt x="549" y="1"/>
                    <a:pt x="513" y="973"/>
                    <a:pt x="144" y="7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9" name="Google Shape;7993;p125">
              <a:extLst>
                <a:ext uri="{FF2B5EF4-FFF2-40B4-BE49-F238E27FC236}">
                  <a16:creationId xmlns:a16="http://schemas.microsoft.com/office/drawing/2014/main" id="{4E29DB6B-8F86-14D4-DB3B-16E458295099}"/>
                </a:ext>
              </a:extLst>
            </p:cNvPr>
            <p:cNvSpPr/>
            <p:nvPr/>
          </p:nvSpPr>
          <p:spPr>
            <a:xfrm>
              <a:off x="4088050" y="996200"/>
              <a:ext cx="17225" cy="23175"/>
            </a:xfrm>
            <a:custGeom>
              <a:avLst/>
              <a:gdLst/>
              <a:ahLst/>
              <a:cxnLst/>
              <a:rect l="l" t="t" r="r" b="b"/>
              <a:pathLst>
                <a:path w="689" h="927" extrusionOk="0">
                  <a:moveTo>
                    <a:pt x="324" y="899"/>
                  </a:moveTo>
                  <a:cubicBezTo>
                    <a:pt x="288" y="899"/>
                    <a:pt x="284" y="892"/>
                    <a:pt x="261" y="892"/>
                  </a:cubicBezTo>
                  <a:cubicBezTo>
                    <a:pt x="1" y="872"/>
                    <a:pt x="78" y="370"/>
                    <a:pt x="342" y="211"/>
                  </a:cubicBezTo>
                  <a:cubicBezTo>
                    <a:pt x="688" y="1"/>
                    <a:pt x="645" y="926"/>
                    <a:pt x="324" y="8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0" name="Google Shape;7994;p125">
              <a:extLst>
                <a:ext uri="{FF2B5EF4-FFF2-40B4-BE49-F238E27FC236}">
                  <a16:creationId xmlns:a16="http://schemas.microsoft.com/office/drawing/2014/main" id="{A1D98CA7-7054-A624-A126-5680BF1988FE}"/>
                </a:ext>
              </a:extLst>
            </p:cNvPr>
            <p:cNvSpPr/>
            <p:nvPr/>
          </p:nvSpPr>
          <p:spPr>
            <a:xfrm>
              <a:off x="3950375" y="1037125"/>
              <a:ext cx="142750" cy="499100"/>
            </a:xfrm>
            <a:custGeom>
              <a:avLst/>
              <a:gdLst/>
              <a:ahLst/>
              <a:cxnLst/>
              <a:rect l="l" t="t" r="r" b="b"/>
              <a:pathLst>
                <a:path w="5710" h="19964" extrusionOk="0">
                  <a:moveTo>
                    <a:pt x="5663" y="20"/>
                  </a:moveTo>
                  <a:cubicBezTo>
                    <a:pt x="5679" y="28"/>
                    <a:pt x="5709" y="32"/>
                    <a:pt x="5706" y="51"/>
                  </a:cubicBezTo>
                  <a:cubicBezTo>
                    <a:pt x="5651" y="491"/>
                    <a:pt x="5422" y="1664"/>
                    <a:pt x="5208" y="2450"/>
                  </a:cubicBezTo>
                  <a:cubicBezTo>
                    <a:pt x="4991" y="3261"/>
                    <a:pt x="4758" y="4066"/>
                    <a:pt x="4501" y="4867"/>
                  </a:cubicBezTo>
                  <a:cubicBezTo>
                    <a:pt x="3471" y="8058"/>
                    <a:pt x="2561" y="11326"/>
                    <a:pt x="1784" y="14557"/>
                  </a:cubicBezTo>
                  <a:cubicBezTo>
                    <a:pt x="1446" y="15947"/>
                    <a:pt x="1088" y="17347"/>
                    <a:pt x="708" y="18762"/>
                  </a:cubicBezTo>
                  <a:cubicBezTo>
                    <a:pt x="618" y="19092"/>
                    <a:pt x="602" y="19314"/>
                    <a:pt x="416" y="19695"/>
                  </a:cubicBezTo>
                  <a:cubicBezTo>
                    <a:pt x="369" y="19784"/>
                    <a:pt x="369" y="19963"/>
                    <a:pt x="241" y="19940"/>
                  </a:cubicBezTo>
                  <a:cubicBezTo>
                    <a:pt x="1" y="19893"/>
                    <a:pt x="136" y="19539"/>
                    <a:pt x="167" y="19384"/>
                  </a:cubicBezTo>
                  <a:cubicBezTo>
                    <a:pt x="272" y="18774"/>
                    <a:pt x="444" y="18159"/>
                    <a:pt x="579" y="17526"/>
                  </a:cubicBezTo>
                  <a:cubicBezTo>
                    <a:pt x="1446" y="13437"/>
                    <a:pt x="2514" y="9278"/>
                    <a:pt x="3980" y="5034"/>
                  </a:cubicBezTo>
                  <a:cubicBezTo>
                    <a:pt x="4462" y="3634"/>
                    <a:pt x="4944" y="2118"/>
                    <a:pt x="5318" y="646"/>
                  </a:cubicBezTo>
                  <a:cubicBezTo>
                    <a:pt x="5379" y="393"/>
                    <a:pt x="5429" y="109"/>
                    <a:pt x="5546" y="39"/>
                  </a:cubicBezTo>
                  <a:cubicBezTo>
                    <a:pt x="5585" y="16"/>
                    <a:pt x="5624" y="1"/>
                    <a:pt x="5663" y="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1" name="Google Shape;7995;p125">
              <a:extLst>
                <a:ext uri="{FF2B5EF4-FFF2-40B4-BE49-F238E27FC236}">
                  <a16:creationId xmlns:a16="http://schemas.microsoft.com/office/drawing/2014/main" id="{D31DEBEA-717D-969C-C119-91E54C439A37}"/>
                </a:ext>
              </a:extLst>
            </p:cNvPr>
            <p:cNvSpPr/>
            <p:nvPr/>
          </p:nvSpPr>
          <p:spPr>
            <a:xfrm>
              <a:off x="4161025" y="1081050"/>
              <a:ext cx="230125" cy="183175"/>
            </a:xfrm>
            <a:custGeom>
              <a:avLst/>
              <a:gdLst/>
              <a:ahLst/>
              <a:cxnLst/>
              <a:rect l="l" t="t" r="r" b="b"/>
              <a:pathLst>
                <a:path w="9205" h="7327" extrusionOk="0">
                  <a:moveTo>
                    <a:pt x="8652" y="2041"/>
                  </a:moveTo>
                  <a:cubicBezTo>
                    <a:pt x="8656" y="2045"/>
                    <a:pt x="8948" y="2177"/>
                    <a:pt x="9033" y="2309"/>
                  </a:cubicBezTo>
                  <a:cubicBezTo>
                    <a:pt x="9205" y="2577"/>
                    <a:pt x="8943" y="3129"/>
                    <a:pt x="8823" y="3506"/>
                  </a:cubicBezTo>
                  <a:cubicBezTo>
                    <a:pt x="8567" y="4291"/>
                    <a:pt x="8314" y="5119"/>
                    <a:pt x="8096" y="5943"/>
                  </a:cubicBezTo>
                  <a:cubicBezTo>
                    <a:pt x="7999" y="6317"/>
                    <a:pt x="7860" y="6900"/>
                    <a:pt x="7544" y="7097"/>
                  </a:cubicBezTo>
                  <a:cubicBezTo>
                    <a:pt x="7183" y="7327"/>
                    <a:pt x="6153" y="6880"/>
                    <a:pt x="5718" y="6740"/>
                  </a:cubicBezTo>
                  <a:cubicBezTo>
                    <a:pt x="4401" y="6313"/>
                    <a:pt x="3339" y="5986"/>
                    <a:pt x="2045" y="5671"/>
                  </a:cubicBezTo>
                  <a:cubicBezTo>
                    <a:pt x="1777" y="5609"/>
                    <a:pt x="1462" y="5520"/>
                    <a:pt x="1116" y="5418"/>
                  </a:cubicBezTo>
                  <a:cubicBezTo>
                    <a:pt x="797" y="5325"/>
                    <a:pt x="413" y="5212"/>
                    <a:pt x="214" y="4944"/>
                  </a:cubicBezTo>
                  <a:cubicBezTo>
                    <a:pt x="1" y="4657"/>
                    <a:pt x="156" y="4191"/>
                    <a:pt x="238" y="3821"/>
                  </a:cubicBezTo>
                  <a:cubicBezTo>
                    <a:pt x="338" y="3362"/>
                    <a:pt x="420" y="3009"/>
                    <a:pt x="514" y="2675"/>
                  </a:cubicBezTo>
                  <a:cubicBezTo>
                    <a:pt x="677" y="2099"/>
                    <a:pt x="840" y="1559"/>
                    <a:pt x="1061" y="910"/>
                  </a:cubicBezTo>
                  <a:cubicBezTo>
                    <a:pt x="1136" y="696"/>
                    <a:pt x="1221" y="436"/>
                    <a:pt x="1353" y="311"/>
                  </a:cubicBezTo>
                  <a:cubicBezTo>
                    <a:pt x="1683" y="0"/>
                    <a:pt x="2694" y="292"/>
                    <a:pt x="3113" y="389"/>
                  </a:cubicBezTo>
                  <a:cubicBezTo>
                    <a:pt x="4354" y="669"/>
                    <a:pt x="5562" y="1042"/>
                    <a:pt x="6779" y="1416"/>
                  </a:cubicBezTo>
                  <a:cubicBezTo>
                    <a:pt x="7389" y="1602"/>
                    <a:pt x="8026" y="1714"/>
                    <a:pt x="8652" y="204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2" name="Google Shape;7996;p125">
              <a:extLst>
                <a:ext uri="{FF2B5EF4-FFF2-40B4-BE49-F238E27FC236}">
                  <a16:creationId xmlns:a16="http://schemas.microsoft.com/office/drawing/2014/main" id="{6F4052A7-0A35-6208-4AAA-88A12BD0DF8A}"/>
                </a:ext>
              </a:extLst>
            </p:cNvPr>
            <p:cNvSpPr/>
            <p:nvPr/>
          </p:nvSpPr>
          <p:spPr>
            <a:xfrm>
              <a:off x="4198725" y="1123425"/>
              <a:ext cx="156875" cy="54825"/>
            </a:xfrm>
            <a:custGeom>
              <a:avLst/>
              <a:gdLst/>
              <a:ahLst/>
              <a:cxnLst/>
              <a:rect l="l" t="t" r="r" b="b"/>
              <a:pathLst>
                <a:path w="6275" h="2193" extrusionOk="0">
                  <a:moveTo>
                    <a:pt x="39" y="471"/>
                  </a:moveTo>
                  <a:cubicBezTo>
                    <a:pt x="1" y="0"/>
                    <a:pt x="393" y="117"/>
                    <a:pt x="821" y="218"/>
                  </a:cubicBezTo>
                  <a:cubicBezTo>
                    <a:pt x="1598" y="404"/>
                    <a:pt x="2255" y="571"/>
                    <a:pt x="3017" y="770"/>
                  </a:cubicBezTo>
                  <a:cubicBezTo>
                    <a:pt x="4183" y="1073"/>
                    <a:pt x="4983" y="1255"/>
                    <a:pt x="5932" y="1531"/>
                  </a:cubicBezTo>
                  <a:cubicBezTo>
                    <a:pt x="6009" y="1554"/>
                    <a:pt x="6274" y="1823"/>
                    <a:pt x="6115" y="2033"/>
                  </a:cubicBezTo>
                  <a:cubicBezTo>
                    <a:pt x="5990" y="2193"/>
                    <a:pt x="5574" y="2021"/>
                    <a:pt x="5356" y="1963"/>
                  </a:cubicBezTo>
                  <a:cubicBezTo>
                    <a:pt x="3849" y="1563"/>
                    <a:pt x="2305" y="1104"/>
                    <a:pt x="774" y="758"/>
                  </a:cubicBezTo>
                  <a:cubicBezTo>
                    <a:pt x="533" y="700"/>
                    <a:pt x="218" y="715"/>
                    <a:pt x="39" y="4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3" name="Google Shape;7997;p125">
              <a:extLst>
                <a:ext uri="{FF2B5EF4-FFF2-40B4-BE49-F238E27FC236}">
                  <a16:creationId xmlns:a16="http://schemas.microsoft.com/office/drawing/2014/main" id="{49FCB410-7867-F35D-1803-BF5F8371FB1C}"/>
                </a:ext>
              </a:extLst>
            </p:cNvPr>
            <p:cNvSpPr/>
            <p:nvPr/>
          </p:nvSpPr>
          <p:spPr>
            <a:xfrm>
              <a:off x="4190075" y="1161325"/>
              <a:ext cx="153150" cy="53075"/>
            </a:xfrm>
            <a:custGeom>
              <a:avLst/>
              <a:gdLst/>
              <a:ahLst/>
              <a:cxnLst/>
              <a:rect l="l" t="t" r="r" b="b"/>
              <a:pathLst>
                <a:path w="6126" h="2123" extrusionOk="0">
                  <a:moveTo>
                    <a:pt x="5846" y="1524"/>
                  </a:moveTo>
                  <a:cubicBezTo>
                    <a:pt x="6017" y="1609"/>
                    <a:pt x="6126" y="1780"/>
                    <a:pt x="6032" y="1924"/>
                  </a:cubicBezTo>
                  <a:cubicBezTo>
                    <a:pt x="5901" y="2122"/>
                    <a:pt x="5571" y="1943"/>
                    <a:pt x="5298" y="1873"/>
                  </a:cubicBezTo>
                  <a:cubicBezTo>
                    <a:pt x="3770" y="1465"/>
                    <a:pt x="2356" y="1077"/>
                    <a:pt x="864" y="738"/>
                  </a:cubicBezTo>
                  <a:cubicBezTo>
                    <a:pt x="627" y="684"/>
                    <a:pt x="261" y="677"/>
                    <a:pt x="125" y="548"/>
                  </a:cubicBezTo>
                  <a:cubicBezTo>
                    <a:pt x="20" y="447"/>
                    <a:pt x="1" y="194"/>
                    <a:pt x="109" y="101"/>
                  </a:cubicBezTo>
                  <a:cubicBezTo>
                    <a:pt x="222" y="0"/>
                    <a:pt x="1357" y="327"/>
                    <a:pt x="1528" y="369"/>
                  </a:cubicBezTo>
                  <a:cubicBezTo>
                    <a:pt x="2963" y="723"/>
                    <a:pt x="4439" y="1236"/>
                    <a:pt x="5788" y="1511"/>
                  </a:cubicBezTo>
                  <a:cubicBezTo>
                    <a:pt x="5808" y="1516"/>
                    <a:pt x="5819" y="1508"/>
                    <a:pt x="5846" y="15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4" name="Google Shape;7998;p125">
              <a:extLst>
                <a:ext uri="{FF2B5EF4-FFF2-40B4-BE49-F238E27FC236}">
                  <a16:creationId xmlns:a16="http://schemas.microsoft.com/office/drawing/2014/main" id="{690B1E30-5B98-EB49-9342-26BA08EF58DD}"/>
                </a:ext>
              </a:extLst>
            </p:cNvPr>
            <p:cNvSpPr/>
            <p:nvPr/>
          </p:nvSpPr>
          <p:spPr>
            <a:xfrm>
              <a:off x="4431550" y="1043150"/>
              <a:ext cx="38675" cy="23050"/>
            </a:xfrm>
            <a:custGeom>
              <a:avLst/>
              <a:gdLst/>
              <a:ahLst/>
              <a:cxnLst/>
              <a:rect l="l" t="t" r="r" b="b"/>
              <a:pathLst>
                <a:path w="1547" h="922" extrusionOk="0">
                  <a:moveTo>
                    <a:pt x="63" y="183"/>
                  </a:moveTo>
                  <a:cubicBezTo>
                    <a:pt x="307" y="1"/>
                    <a:pt x="1547" y="164"/>
                    <a:pt x="1466" y="580"/>
                  </a:cubicBezTo>
                  <a:cubicBezTo>
                    <a:pt x="1399" y="921"/>
                    <a:pt x="307" y="751"/>
                    <a:pt x="78" y="475"/>
                  </a:cubicBezTo>
                  <a:cubicBezTo>
                    <a:pt x="16" y="401"/>
                    <a:pt x="0" y="338"/>
                    <a:pt x="63" y="18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5" name="Google Shape;7999;p125">
              <a:extLst>
                <a:ext uri="{FF2B5EF4-FFF2-40B4-BE49-F238E27FC236}">
                  <a16:creationId xmlns:a16="http://schemas.microsoft.com/office/drawing/2014/main" id="{FA782D88-4F69-FFB3-E6A3-837FC00B3DE1}"/>
                </a:ext>
              </a:extLst>
            </p:cNvPr>
            <p:cNvSpPr/>
            <p:nvPr/>
          </p:nvSpPr>
          <p:spPr>
            <a:xfrm>
              <a:off x="4461950" y="1067825"/>
              <a:ext cx="16850" cy="19350"/>
            </a:xfrm>
            <a:custGeom>
              <a:avLst/>
              <a:gdLst/>
              <a:ahLst/>
              <a:cxnLst/>
              <a:rect l="l" t="t" r="r" b="b"/>
              <a:pathLst>
                <a:path w="674" h="774" extrusionOk="0">
                  <a:moveTo>
                    <a:pt x="51" y="413"/>
                  </a:moveTo>
                  <a:cubicBezTo>
                    <a:pt x="1" y="1"/>
                    <a:pt x="614" y="110"/>
                    <a:pt x="642" y="354"/>
                  </a:cubicBezTo>
                  <a:cubicBezTo>
                    <a:pt x="673" y="685"/>
                    <a:pt x="94" y="774"/>
                    <a:pt x="51" y="4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6" name="Google Shape;8000;p125">
              <a:extLst>
                <a:ext uri="{FF2B5EF4-FFF2-40B4-BE49-F238E27FC236}">
                  <a16:creationId xmlns:a16="http://schemas.microsoft.com/office/drawing/2014/main" id="{E1B5884D-DD21-134A-43CE-25FE96E228AF}"/>
                </a:ext>
              </a:extLst>
            </p:cNvPr>
            <p:cNvSpPr/>
            <p:nvPr/>
          </p:nvSpPr>
          <p:spPr>
            <a:xfrm>
              <a:off x="4481200" y="1048400"/>
              <a:ext cx="24700" cy="17925"/>
            </a:xfrm>
            <a:custGeom>
              <a:avLst/>
              <a:gdLst/>
              <a:ahLst/>
              <a:cxnLst/>
              <a:rect l="l" t="t" r="r" b="b"/>
              <a:pathLst>
                <a:path w="988" h="717" extrusionOk="0">
                  <a:moveTo>
                    <a:pt x="23" y="390"/>
                  </a:moveTo>
                  <a:cubicBezTo>
                    <a:pt x="54" y="1"/>
                    <a:pt x="987" y="168"/>
                    <a:pt x="913" y="517"/>
                  </a:cubicBezTo>
                  <a:cubicBezTo>
                    <a:pt x="883" y="669"/>
                    <a:pt x="773" y="688"/>
                    <a:pt x="583" y="700"/>
                  </a:cubicBezTo>
                  <a:cubicBezTo>
                    <a:pt x="296" y="716"/>
                    <a:pt x="0" y="661"/>
                    <a:pt x="23" y="3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47" name="Google Shape;7401;p124">
            <a:extLst>
              <a:ext uri="{FF2B5EF4-FFF2-40B4-BE49-F238E27FC236}">
                <a16:creationId xmlns:a16="http://schemas.microsoft.com/office/drawing/2014/main" id="{0710ACD1-928A-830A-E643-83F7E433B5C2}"/>
              </a:ext>
            </a:extLst>
          </p:cNvPr>
          <p:cNvGrpSpPr/>
          <p:nvPr/>
        </p:nvGrpSpPr>
        <p:grpSpPr>
          <a:xfrm>
            <a:off x="4371536" y="3225203"/>
            <a:ext cx="358605" cy="366744"/>
            <a:chOff x="5711172" y="2215132"/>
            <a:chExt cx="397610" cy="406635"/>
          </a:xfrm>
        </p:grpSpPr>
        <p:sp>
          <p:nvSpPr>
            <p:cNvPr id="8548" name="Google Shape;7402;p124">
              <a:extLst>
                <a:ext uri="{FF2B5EF4-FFF2-40B4-BE49-F238E27FC236}">
                  <a16:creationId xmlns:a16="http://schemas.microsoft.com/office/drawing/2014/main" id="{0C57D633-9296-19B9-33E1-9535426B01D6}"/>
                </a:ext>
              </a:extLst>
            </p:cNvPr>
            <p:cNvSpPr/>
            <p:nvPr/>
          </p:nvSpPr>
          <p:spPr>
            <a:xfrm>
              <a:off x="5780761" y="2418434"/>
              <a:ext cx="286466" cy="203334"/>
            </a:xfrm>
            <a:custGeom>
              <a:avLst/>
              <a:gdLst/>
              <a:ahLst/>
              <a:cxnLst/>
              <a:rect l="l" t="t" r="r" b="b"/>
              <a:pathLst>
                <a:path w="7550" h="5359" extrusionOk="0">
                  <a:moveTo>
                    <a:pt x="143" y="0"/>
                  </a:moveTo>
                  <a:cubicBezTo>
                    <a:pt x="48" y="0"/>
                    <a:pt x="0" y="48"/>
                    <a:pt x="0" y="143"/>
                  </a:cubicBezTo>
                  <a:lnTo>
                    <a:pt x="0" y="3573"/>
                  </a:lnTo>
                  <a:cubicBezTo>
                    <a:pt x="0" y="4549"/>
                    <a:pt x="786" y="5359"/>
                    <a:pt x="1786" y="5359"/>
                  </a:cubicBezTo>
                  <a:lnTo>
                    <a:pt x="5787" y="5359"/>
                  </a:lnTo>
                  <a:cubicBezTo>
                    <a:pt x="6787" y="5359"/>
                    <a:pt x="7549" y="4573"/>
                    <a:pt x="7525" y="3596"/>
                  </a:cubicBezTo>
                  <a:lnTo>
                    <a:pt x="7525" y="381"/>
                  </a:lnTo>
                  <a:cubicBezTo>
                    <a:pt x="7525" y="286"/>
                    <a:pt x="7454" y="239"/>
                    <a:pt x="7359" y="239"/>
                  </a:cubicBezTo>
                  <a:cubicBezTo>
                    <a:pt x="7287" y="239"/>
                    <a:pt x="7216" y="286"/>
                    <a:pt x="7216" y="381"/>
                  </a:cubicBezTo>
                  <a:lnTo>
                    <a:pt x="7216" y="3596"/>
                  </a:lnTo>
                  <a:cubicBezTo>
                    <a:pt x="7216" y="4406"/>
                    <a:pt x="6573" y="5049"/>
                    <a:pt x="5763" y="5049"/>
                  </a:cubicBezTo>
                  <a:lnTo>
                    <a:pt x="1739" y="5049"/>
                  </a:lnTo>
                  <a:cubicBezTo>
                    <a:pt x="953" y="5049"/>
                    <a:pt x="286" y="4406"/>
                    <a:pt x="286" y="3596"/>
                  </a:cubicBezTo>
                  <a:lnTo>
                    <a:pt x="286" y="143"/>
                  </a:lnTo>
                  <a:cubicBezTo>
                    <a:pt x="286" y="48"/>
                    <a:pt x="214" y="0"/>
                    <a:pt x="1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9" name="Google Shape;7403;p124">
              <a:extLst>
                <a:ext uri="{FF2B5EF4-FFF2-40B4-BE49-F238E27FC236}">
                  <a16:creationId xmlns:a16="http://schemas.microsoft.com/office/drawing/2014/main" id="{D3BFACAA-07AD-74F9-E370-4011752CB797}"/>
                </a:ext>
              </a:extLst>
            </p:cNvPr>
            <p:cNvSpPr/>
            <p:nvPr/>
          </p:nvSpPr>
          <p:spPr>
            <a:xfrm>
              <a:off x="5866589" y="2309080"/>
              <a:ext cx="126538" cy="244919"/>
            </a:xfrm>
            <a:custGeom>
              <a:avLst/>
              <a:gdLst/>
              <a:ahLst/>
              <a:cxnLst/>
              <a:rect l="l" t="t" r="r" b="b"/>
              <a:pathLst>
                <a:path w="3335" h="6455" extrusionOk="0">
                  <a:moveTo>
                    <a:pt x="3120" y="1"/>
                  </a:moveTo>
                  <a:cubicBezTo>
                    <a:pt x="3025" y="1"/>
                    <a:pt x="2977" y="48"/>
                    <a:pt x="2977" y="144"/>
                  </a:cubicBezTo>
                  <a:lnTo>
                    <a:pt x="2977" y="5192"/>
                  </a:lnTo>
                  <a:cubicBezTo>
                    <a:pt x="2977" y="5716"/>
                    <a:pt x="2549" y="6121"/>
                    <a:pt x="2048" y="6121"/>
                  </a:cubicBezTo>
                  <a:lnTo>
                    <a:pt x="1215" y="6121"/>
                  </a:lnTo>
                  <a:cubicBezTo>
                    <a:pt x="715" y="6121"/>
                    <a:pt x="286" y="5716"/>
                    <a:pt x="286" y="5192"/>
                  </a:cubicBezTo>
                  <a:lnTo>
                    <a:pt x="286" y="2906"/>
                  </a:lnTo>
                  <a:cubicBezTo>
                    <a:pt x="286" y="2811"/>
                    <a:pt x="215" y="2763"/>
                    <a:pt x="143" y="2763"/>
                  </a:cubicBezTo>
                  <a:cubicBezTo>
                    <a:pt x="48" y="2763"/>
                    <a:pt x="0" y="2811"/>
                    <a:pt x="0" y="2906"/>
                  </a:cubicBezTo>
                  <a:lnTo>
                    <a:pt x="0" y="5192"/>
                  </a:lnTo>
                  <a:cubicBezTo>
                    <a:pt x="0" y="5883"/>
                    <a:pt x="548" y="6455"/>
                    <a:pt x="1239" y="6455"/>
                  </a:cubicBezTo>
                  <a:lnTo>
                    <a:pt x="2072" y="6455"/>
                  </a:lnTo>
                  <a:cubicBezTo>
                    <a:pt x="2763" y="6455"/>
                    <a:pt x="3334" y="5883"/>
                    <a:pt x="3263" y="5192"/>
                  </a:cubicBezTo>
                  <a:lnTo>
                    <a:pt x="3263" y="144"/>
                  </a:lnTo>
                  <a:cubicBezTo>
                    <a:pt x="3263" y="48"/>
                    <a:pt x="3192" y="1"/>
                    <a:pt x="3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0" name="Google Shape;7404;p124">
              <a:extLst>
                <a:ext uri="{FF2B5EF4-FFF2-40B4-BE49-F238E27FC236}">
                  <a16:creationId xmlns:a16="http://schemas.microsoft.com/office/drawing/2014/main" id="{AEC5EB5A-6FB3-EDB3-D6DF-29DA72AD72C9}"/>
                </a:ext>
              </a:extLst>
            </p:cNvPr>
            <p:cNvSpPr/>
            <p:nvPr/>
          </p:nvSpPr>
          <p:spPr>
            <a:xfrm>
              <a:off x="5858469" y="2219648"/>
              <a:ext cx="66893" cy="208760"/>
            </a:xfrm>
            <a:custGeom>
              <a:avLst/>
              <a:gdLst/>
              <a:ahLst/>
              <a:cxnLst/>
              <a:rect l="l" t="t" r="r" b="b"/>
              <a:pathLst>
                <a:path w="1763" h="5502" extrusionOk="0">
                  <a:moveTo>
                    <a:pt x="0" y="0"/>
                  </a:moveTo>
                  <a:cubicBezTo>
                    <a:pt x="95" y="95"/>
                    <a:pt x="143" y="191"/>
                    <a:pt x="143" y="334"/>
                  </a:cubicBezTo>
                  <a:lnTo>
                    <a:pt x="143" y="5168"/>
                  </a:lnTo>
                  <a:cubicBezTo>
                    <a:pt x="143" y="5287"/>
                    <a:pt x="95" y="5406"/>
                    <a:pt x="0" y="5501"/>
                  </a:cubicBezTo>
                  <a:lnTo>
                    <a:pt x="834" y="5501"/>
                  </a:lnTo>
                  <a:cubicBezTo>
                    <a:pt x="1334" y="5501"/>
                    <a:pt x="1762" y="5096"/>
                    <a:pt x="1762" y="4573"/>
                  </a:cubicBezTo>
                  <a:lnTo>
                    <a:pt x="1762" y="929"/>
                  </a:lnTo>
                  <a:cubicBezTo>
                    <a:pt x="1762" y="405"/>
                    <a:pt x="1334" y="0"/>
                    <a:pt x="8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1" name="Google Shape;7405;p124">
              <a:extLst>
                <a:ext uri="{FF2B5EF4-FFF2-40B4-BE49-F238E27FC236}">
                  <a16:creationId xmlns:a16="http://schemas.microsoft.com/office/drawing/2014/main" id="{A1E70EB9-4DBA-9F89-8F16-B7D906B97E1D}"/>
                </a:ext>
              </a:extLst>
            </p:cNvPr>
            <p:cNvSpPr/>
            <p:nvPr/>
          </p:nvSpPr>
          <p:spPr>
            <a:xfrm>
              <a:off x="5858469" y="2219648"/>
              <a:ext cx="24435" cy="208760"/>
            </a:xfrm>
            <a:custGeom>
              <a:avLst/>
              <a:gdLst/>
              <a:ahLst/>
              <a:cxnLst/>
              <a:rect l="l" t="t" r="r" b="b"/>
              <a:pathLst>
                <a:path w="644" h="5502" extrusionOk="0">
                  <a:moveTo>
                    <a:pt x="0" y="0"/>
                  </a:moveTo>
                  <a:cubicBezTo>
                    <a:pt x="95" y="95"/>
                    <a:pt x="143" y="215"/>
                    <a:pt x="143" y="334"/>
                  </a:cubicBezTo>
                  <a:lnTo>
                    <a:pt x="143" y="5168"/>
                  </a:lnTo>
                  <a:cubicBezTo>
                    <a:pt x="143" y="5287"/>
                    <a:pt x="72" y="5406"/>
                    <a:pt x="0" y="5501"/>
                  </a:cubicBezTo>
                  <a:lnTo>
                    <a:pt x="500" y="5501"/>
                  </a:lnTo>
                  <a:cubicBezTo>
                    <a:pt x="595" y="5406"/>
                    <a:pt x="643" y="5287"/>
                    <a:pt x="643" y="5168"/>
                  </a:cubicBezTo>
                  <a:lnTo>
                    <a:pt x="643" y="334"/>
                  </a:lnTo>
                  <a:cubicBezTo>
                    <a:pt x="643" y="215"/>
                    <a:pt x="595" y="95"/>
                    <a:pt x="5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2" name="Google Shape;7406;p124">
              <a:extLst>
                <a:ext uri="{FF2B5EF4-FFF2-40B4-BE49-F238E27FC236}">
                  <a16:creationId xmlns:a16="http://schemas.microsoft.com/office/drawing/2014/main" id="{2E313D5A-6DE0-A21F-68F3-31153B1BC28D}"/>
                </a:ext>
              </a:extLst>
            </p:cNvPr>
            <p:cNvSpPr/>
            <p:nvPr/>
          </p:nvSpPr>
          <p:spPr>
            <a:xfrm>
              <a:off x="5949724" y="2301871"/>
              <a:ext cx="75923" cy="23524"/>
            </a:xfrm>
            <a:custGeom>
              <a:avLst/>
              <a:gdLst/>
              <a:ahLst/>
              <a:cxnLst/>
              <a:rect l="l" t="t" r="r" b="b"/>
              <a:pathLst>
                <a:path w="2001" h="620" extrusionOk="0">
                  <a:moveTo>
                    <a:pt x="262" y="0"/>
                  </a:moveTo>
                  <a:cubicBezTo>
                    <a:pt x="119" y="0"/>
                    <a:pt x="0" y="119"/>
                    <a:pt x="0" y="262"/>
                  </a:cubicBezTo>
                  <a:lnTo>
                    <a:pt x="0" y="358"/>
                  </a:lnTo>
                  <a:cubicBezTo>
                    <a:pt x="0" y="500"/>
                    <a:pt x="119" y="619"/>
                    <a:pt x="262" y="619"/>
                  </a:cubicBezTo>
                  <a:lnTo>
                    <a:pt x="1739" y="619"/>
                  </a:lnTo>
                  <a:cubicBezTo>
                    <a:pt x="1882" y="619"/>
                    <a:pt x="2001" y="500"/>
                    <a:pt x="2001" y="358"/>
                  </a:cubicBezTo>
                  <a:lnTo>
                    <a:pt x="2001" y="262"/>
                  </a:lnTo>
                  <a:cubicBezTo>
                    <a:pt x="2001" y="119"/>
                    <a:pt x="1882" y="0"/>
                    <a:pt x="17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3" name="Google Shape;7407;p124">
              <a:extLst>
                <a:ext uri="{FF2B5EF4-FFF2-40B4-BE49-F238E27FC236}">
                  <a16:creationId xmlns:a16="http://schemas.microsoft.com/office/drawing/2014/main" id="{6B5E640C-7DAD-29AD-F746-D1FCE42052CE}"/>
                </a:ext>
              </a:extLst>
            </p:cNvPr>
            <p:cNvSpPr/>
            <p:nvPr/>
          </p:nvSpPr>
          <p:spPr>
            <a:xfrm>
              <a:off x="5995788" y="2301871"/>
              <a:ext cx="29861" cy="23524"/>
            </a:xfrm>
            <a:custGeom>
              <a:avLst/>
              <a:gdLst/>
              <a:ahLst/>
              <a:cxnLst/>
              <a:rect l="l" t="t" r="r" b="b"/>
              <a:pathLst>
                <a:path w="787" h="620" extrusionOk="0">
                  <a:moveTo>
                    <a:pt x="1" y="0"/>
                  </a:moveTo>
                  <a:cubicBezTo>
                    <a:pt x="168" y="0"/>
                    <a:pt x="287" y="119"/>
                    <a:pt x="287" y="262"/>
                  </a:cubicBezTo>
                  <a:lnTo>
                    <a:pt x="287" y="358"/>
                  </a:lnTo>
                  <a:cubicBezTo>
                    <a:pt x="287" y="500"/>
                    <a:pt x="168" y="619"/>
                    <a:pt x="1" y="619"/>
                  </a:cubicBezTo>
                  <a:lnTo>
                    <a:pt x="525" y="619"/>
                  </a:lnTo>
                  <a:cubicBezTo>
                    <a:pt x="668" y="619"/>
                    <a:pt x="787" y="500"/>
                    <a:pt x="787" y="358"/>
                  </a:cubicBezTo>
                  <a:lnTo>
                    <a:pt x="787" y="262"/>
                  </a:lnTo>
                  <a:cubicBezTo>
                    <a:pt x="787" y="119"/>
                    <a:pt x="668" y="0"/>
                    <a:pt x="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4" name="Google Shape;7408;p124">
              <a:extLst>
                <a:ext uri="{FF2B5EF4-FFF2-40B4-BE49-F238E27FC236}">
                  <a16:creationId xmlns:a16="http://schemas.microsoft.com/office/drawing/2014/main" id="{60659C29-DE53-C2CC-2D37-ED6A7434B18E}"/>
                </a:ext>
              </a:extLst>
            </p:cNvPr>
            <p:cNvSpPr/>
            <p:nvPr/>
          </p:nvSpPr>
          <p:spPr>
            <a:xfrm>
              <a:off x="6025611" y="2420255"/>
              <a:ext cx="75050" cy="24397"/>
            </a:xfrm>
            <a:custGeom>
              <a:avLst/>
              <a:gdLst/>
              <a:ahLst/>
              <a:cxnLst/>
              <a:rect l="l" t="t" r="r" b="b"/>
              <a:pathLst>
                <a:path w="1978" h="643" extrusionOk="0">
                  <a:moveTo>
                    <a:pt x="263" y="0"/>
                  </a:moveTo>
                  <a:cubicBezTo>
                    <a:pt x="120" y="0"/>
                    <a:pt x="1" y="119"/>
                    <a:pt x="1" y="286"/>
                  </a:cubicBezTo>
                  <a:lnTo>
                    <a:pt x="1" y="357"/>
                  </a:lnTo>
                  <a:cubicBezTo>
                    <a:pt x="1" y="524"/>
                    <a:pt x="120" y="643"/>
                    <a:pt x="263" y="643"/>
                  </a:cubicBezTo>
                  <a:lnTo>
                    <a:pt x="1715" y="643"/>
                  </a:lnTo>
                  <a:cubicBezTo>
                    <a:pt x="1882" y="643"/>
                    <a:pt x="1977" y="500"/>
                    <a:pt x="1977" y="357"/>
                  </a:cubicBezTo>
                  <a:lnTo>
                    <a:pt x="1977" y="286"/>
                  </a:lnTo>
                  <a:cubicBezTo>
                    <a:pt x="1977" y="119"/>
                    <a:pt x="1882" y="0"/>
                    <a:pt x="17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5" name="Google Shape;7409;p124">
              <a:extLst>
                <a:ext uri="{FF2B5EF4-FFF2-40B4-BE49-F238E27FC236}">
                  <a16:creationId xmlns:a16="http://schemas.microsoft.com/office/drawing/2014/main" id="{7B329D75-CEB7-057C-5ADA-3F2FAB06D6CB}"/>
                </a:ext>
              </a:extLst>
            </p:cNvPr>
            <p:cNvSpPr/>
            <p:nvPr/>
          </p:nvSpPr>
          <p:spPr>
            <a:xfrm>
              <a:off x="6074407" y="2420255"/>
              <a:ext cx="26256" cy="23524"/>
            </a:xfrm>
            <a:custGeom>
              <a:avLst/>
              <a:gdLst/>
              <a:ahLst/>
              <a:cxnLst/>
              <a:rect l="l" t="t" r="r" b="b"/>
              <a:pathLst>
                <a:path w="692" h="620" extrusionOk="0">
                  <a:moveTo>
                    <a:pt x="1" y="0"/>
                  </a:moveTo>
                  <a:cubicBezTo>
                    <a:pt x="144" y="0"/>
                    <a:pt x="263" y="119"/>
                    <a:pt x="263" y="262"/>
                  </a:cubicBezTo>
                  <a:lnTo>
                    <a:pt x="263" y="357"/>
                  </a:lnTo>
                  <a:cubicBezTo>
                    <a:pt x="263" y="500"/>
                    <a:pt x="144" y="619"/>
                    <a:pt x="1" y="619"/>
                  </a:cubicBezTo>
                  <a:lnTo>
                    <a:pt x="429" y="619"/>
                  </a:lnTo>
                  <a:cubicBezTo>
                    <a:pt x="596" y="619"/>
                    <a:pt x="691" y="500"/>
                    <a:pt x="691" y="357"/>
                  </a:cubicBezTo>
                  <a:lnTo>
                    <a:pt x="691" y="262"/>
                  </a:lnTo>
                  <a:cubicBezTo>
                    <a:pt x="691" y="119"/>
                    <a:pt x="596" y="0"/>
                    <a:pt x="4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6" name="Google Shape;7410;p124">
              <a:extLst>
                <a:ext uri="{FF2B5EF4-FFF2-40B4-BE49-F238E27FC236}">
                  <a16:creationId xmlns:a16="http://schemas.microsoft.com/office/drawing/2014/main" id="{387DDCDF-7B91-93A9-9372-6C466A932020}"/>
                </a:ext>
              </a:extLst>
            </p:cNvPr>
            <p:cNvSpPr/>
            <p:nvPr/>
          </p:nvSpPr>
          <p:spPr>
            <a:xfrm>
              <a:off x="6017491" y="2345241"/>
              <a:ext cx="90379" cy="76834"/>
            </a:xfrm>
            <a:custGeom>
              <a:avLst/>
              <a:gdLst/>
              <a:ahLst/>
              <a:cxnLst/>
              <a:rect l="l" t="t" r="r" b="b"/>
              <a:pathLst>
                <a:path w="2382" h="2025" extrusionOk="0">
                  <a:moveTo>
                    <a:pt x="1191" y="0"/>
                  </a:moveTo>
                  <a:cubicBezTo>
                    <a:pt x="524" y="0"/>
                    <a:pt x="0" y="524"/>
                    <a:pt x="0" y="1191"/>
                  </a:cubicBezTo>
                  <a:cubicBezTo>
                    <a:pt x="0" y="1501"/>
                    <a:pt x="120" y="1810"/>
                    <a:pt x="334" y="2025"/>
                  </a:cubicBezTo>
                  <a:cubicBezTo>
                    <a:pt x="381" y="1977"/>
                    <a:pt x="405" y="1977"/>
                    <a:pt x="477" y="1977"/>
                  </a:cubicBezTo>
                  <a:lnTo>
                    <a:pt x="1929" y="1977"/>
                  </a:lnTo>
                  <a:cubicBezTo>
                    <a:pt x="2001" y="1977"/>
                    <a:pt x="2025" y="1977"/>
                    <a:pt x="2048" y="2025"/>
                  </a:cubicBezTo>
                  <a:cubicBezTo>
                    <a:pt x="2263" y="1810"/>
                    <a:pt x="2382" y="1501"/>
                    <a:pt x="2382" y="1191"/>
                  </a:cubicBezTo>
                  <a:cubicBezTo>
                    <a:pt x="2382" y="524"/>
                    <a:pt x="1858" y="0"/>
                    <a:pt x="1191" y="0"/>
                  </a:cubicBezTo>
                  <a:close/>
                </a:path>
              </a:pathLst>
            </a:custGeom>
            <a:solidFill>
              <a:srgbClr val="ADDF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7" name="Google Shape;7411;p124">
              <a:extLst>
                <a:ext uri="{FF2B5EF4-FFF2-40B4-BE49-F238E27FC236}">
                  <a16:creationId xmlns:a16="http://schemas.microsoft.com/office/drawing/2014/main" id="{50BA7C08-59DA-7085-6A0E-A7BCB36EB14E}"/>
                </a:ext>
              </a:extLst>
            </p:cNvPr>
            <p:cNvSpPr/>
            <p:nvPr/>
          </p:nvSpPr>
          <p:spPr>
            <a:xfrm>
              <a:off x="6029254" y="2420255"/>
              <a:ext cx="5426" cy="1821"/>
            </a:xfrm>
            <a:custGeom>
              <a:avLst/>
              <a:gdLst/>
              <a:ahLst/>
              <a:cxnLst/>
              <a:rect l="l" t="t" r="r" b="b"/>
              <a:pathLst>
                <a:path w="143" h="48" extrusionOk="0">
                  <a:moveTo>
                    <a:pt x="0" y="0"/>
                  </a:moveTo>
                  <a:cubicBezTo>
                    <a:pt x="24" y="0"/>
                    <a:pt x="24" y="48"/>
                    <a:pt x="24" y="48"/>
                  </a:cubicBezTo>
                  <a:cubicBezTo>
                    <a:pt x="48" y="0"/>
                    <a:pt x="95" y="0"/>
                    <a:pt x="143" y="0"/>
                  </a:cubicBezTo>
                  <a:close/>
                </a:path>
              </a:pathLst>
            </a:custGeom>
            <a:solidFill>
              <a:srgbClr val="99C5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8" name="Google Shape;7412;p124">
              <a:extLst>
                <a:ext uri="{FF2B5EF4-FFF2-40B4-BE49-F238E27FC236}">
                  <a16:creationId xmlns:a16="http://schemas.microsoft.com/office/drawing/2014/main" id="{67F380CF-0F05-9734-2CB8-98AE82D19B7D}"/>
                </a:ext>
              </a:extLst>
            </p:cNvPr>
            <p:cNvSpPr/>
            <p:nvPr/>
          </p:nvSpPr>
          <p:spPr>
            <a:xfrm>
              <a:off x="6052741" y="2345241"/>
              <a:ext cx="56041" cy="76834"/>
            </a:xfrm>
            <a:custGeom>
              <a:avLst/>
              <a:gdLst/>
              <a:ahLst/>
              <a:cxnLst/>
              <a:rect l="l" t="t" r="r" b="b"/>
              <a:pathLst>
                <a:path w="1477" h="2025" extrusionOk="0">
                  <a:moveTo>
                    <a:pt x="262" y="0"/>
                  </a:moveTo>
                  <a:cubicBezTo>
                    <a:pt x="167" y="0"/>
                    <a:pt x="72" y="0"/>
                    <a:pt x="0" y="24"/>
                  </a:cubicBezTo>
                  <a:cubicBezTo>
                    <a:pt x="524" y="143"/>
                    <a:pt x="929" y="620"/>
                    <a:pt x="929" y="1191"/>
                  </a:cubicBezTo>
                  <a:cubicBezTo>
                    <a:pt x="929" y="1477"/>
                    <a:pt x="810" y="1786"/>
                    <a:pt x="619" y="1977"/>
                  </a:cubicBezTo>
                  <a:lnTo>
                    <a:pt x="1000" y="1977"/>
                  </a:lnTo>
                  <a:cubicBezTo>
                    <a:pt x="1072" y="1977"/>
                    <a:pt x="1096" y="1977"/>
                    <a:pt x="1119" y="2025"/>
                  </a:cubicBezTo>
                  <a:cubicBezTo>
                    <a:pt x="1334" y="1810"/>
                    <a:pt x="1453" y="1501"/>
                    <a:pt x="1453" y="1191"/>
                  </a:cubicBezTo>
                  <a:cubicBezTo>
                    <a:pt x="1477" y="524"/>
                    <a:pt x="953" y="0"/>
                    <a:pt x="262" y="0"/>
                  </a:cubicBezTo>
                  <a:close/>
                </a:path>
              </a:pathLst>
            </a:custGeom>
            <a:solidFill>
              <a:srgbClr val="99C5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9" name="Google Shape;7413;p124">
              <a:extLst>
                <a:ext uri="{FF2B5EF4-FFF2-40B4-BE49-F238E27FC236}">
                  <a16:creationId xmlns:a16="http://schemas.microsoft.com/office/drawing/2014/main" id="{4CDE22AB-3062-9C3F-5C85-EF76A8DC5108}"/>
                </a:ext>
              </a:extLst>
            </p:cNvPr>
            <p:cNvSpPr/>
            <p:nvPr/>
          </p:nvSpPr>
          <p:spPr>
            <a:xfrm>
              <a:off x="5947903" y="2215132"/>
              <a:ext cx="78655" cy="86774"/>
            </a:xfrm>
            <a:custGeom>
              <a:avLst/>
              <a:gdLst/>
              <a:ahLst/>
              <a:cxnLst/>
              <a:rect l="l" t="t" r="r" b="b"/>
              <a:pathLst>
                <a:path w="2073" h="2287" extrusionOk="0">
                  <a:moveTo>
                    <a:pt x="2073" y="1163"/>
                  </a:moveTo>
                  <a:cubicBezTo>
                    <a:pt x="2073" y="1163"/>
                    <a:pt x="2073" y="1164"/>
                    <a:pt x="2073" y="1167"/>
                  </a:cubicBezTo>
                  <a:lnTo>
                    <a:pt x="2073" y="1167"/>
                  </a:lnTo>
                  <a:cubicBezTo>
                    <a:pt x="2073" y="1167"/>
                    <a:pt x="2073" y="1167"/>
                    <a:pt x="2073" y="1167"/>
                  </a:cubicBezTo>
                  <a:cubicBezTo>
                    <a:pt x="2073" y="1164"/>
                    <a:pt x="2073" y="1163"/>
                    <a:pt x="2073" y="1163"/>
                  </a:cubicBezTo>
                  <a:close/>
                  <a:moveTo>
                    <a:pt x="1025" y="0"/>
                  </a:moveTo>
                  <a:cubicBezTo>
                    <a:pt x="477" y="0"/>
                    <a:pt x="1" y="572"/>
                    <a:pt x="1" y="1238"/>
                  </a:cubicBezTo>
                  <a:cubicBezTo>
                    <a:pt x="1" y="1572"/>
                    <a:pt x="72" y="2072"/>
                    <a:pt x="263" y="2286"/>
                  </a:cubicBezTo>
                  <a:lnTo>
                    <a:pt x="1811" y="2286"/>
                  </a:lnTo>
                  <a:cubicBezTo>
                    <a:pt x="1930" y="2143"/>
                    <a:pt x="2025" y="1905"/>
                    <a:pt x="2049" y="1667"/>
                  </a:cubicBezTo>
                  <a:cubicBezTo>
                    <a:pt x="2070" y="1540"/>
                    <a:pt x="2072" y="1204"/>
                    <a:pt x="2073" y="1167"/>
                  </a:cubicBezTo>
                  <a:lnTo>
                    <a:pt x="2073" y="1167"/>
                  </a:lnTo>
                  <a:cubicBezTo>
                    <a:pt x="2025" y="500"/>
                    <a:pt x="1572" y="0"/>
                    <a:pt x="10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0" name="Google Shape;7414;p124">
              <a:extLst>
                <a:ext uri="{FF2B5EF4-FFF2-40B4-BE49-F238E27FC236}">
                  <a16:creationId xmlns:a16="http://schemas.microsoft.com/office/drawing/2014/main" id="{BE174DF6-59E7-F6CE-18E0-D123949E7FAE}"/>
                </a:ext>
              </a:extLst>
            </p:cNvPr>
            <p:cNvSpPr/>
            <p:nvPr/>
          </p:nvSpPr>
          <p:spPr>
            <a:xfrm>
              <a:off x="5977726" y="2215132"/>
              <a:ext cx="49743" cy="85864"/>
            </a:xfrm>
            <a:custGeom>
              <a:avLst/>
              <a:gdLst/>
              <a:ahLst/>
              <a:cxnLst/>
              <a:rect l="l" t="t" r="r" b="b"/>
              <a:pathLst>
                <a:path w="1311" h="2263" extrusionOk="0">
                  <a:moveTo>
                    <a:pt x="263" y="0"/>
                  </a:moveTo>
                  <a:cubicBezTo>
                    <a:pt x="191" y="0"/>
                    <a:pt x="96" y="0"/>
                    <a:pt x="1" y="24"/>
                  </a:cubicBezTo>
                  <a:cubicBezTo>
                    <a:pt x="429" y="143"/>
                    <a:pt x="763" y="596"/>
                    <a:pt x="786" y="1119"/>
                  </a:cubicBezTo>
                  <a:lnTo>
                    <a:pt x="763" y="1643"/>
                  </a:lnTo>
                  <a:cubicBezTo>
                    <a:pt x="715" y="1881"/>
                    <a:pt x="644" y="2120"/>
                    <a:pt x="525" y="2263"/>
                  </a:cubicBezTo>
                  <a:lnTo>
                    <a:pt x="1048" y="2263"/>
                  </a:lnTo>
                  <a:cubicBezTo>
                    <a:pt x="1144" y="2120"/>
                    <a:pt x="1239" y="1881"/>
                    <a:pt x="1287" y="1643"/>
                  </a:cubicBezTo>
                  <a:lnTo>
                    <a:pt x="1310" y="1119"/>
                  </a:lnTo>
                  <a:cubicBezTo>
                    <a:pt x="1263" y="500"/>
                    <a:pt x="810" y="0"/>
                    <a:pt x="2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1" name="Google Shape;7415;p124">
              <a:extLst>
                <a:ext uri="{FF2B5EF4-FFF2-40B4-BE49-F238E27FC236}">
                  <a16:creationId xmlns:a16="http://schemas.microsoft.com/office/drawing/2014/main" id="{DE3DF5BE-AC38-A436-9620-61B1252BC8FE}"/>
                </a:ext>
              </a:extLst>
            </p:cNvPr>
            <p:cNvSpPr/>
            <p:nvPr/>
          </p:nvSpPr>
          <p:spPr>
            <a:xfrm>
              <a:off x="5711172" y="2215132"/>
              <a:ext cx="152719" cy="217790"/>
            </a:xfrm>
            <a:custGeom>
              <a:avLst/>
              <a:gdLst/>
              <a:ahLst/>
              <a:cxnLst/>
              <a:rect l="l" t="t" r="r" b="b"/>
              <a:pathLst>
                <a:path w="4025" h="5740" extrusionOk="0">
                  <a:moveTo>
                    <a:pt x="3573" y="0"/>
                  </a:moveTo>
                  <a:lnTo>
                    <a:pt x="3573" y="24"/>
                  </a:lnTo>
                  <a:lnTo>
                    <a:pt x="929" y="24"/>
                  </a:lnTo>
                  <a:cubicBezTo>
                    <a:pt x="429" y="24"/>
                    <a:pt x="0" y="453"/>
                    <a:pt x="0" y="953"/>
                  </a:cubicBezTo>
                  <a:lnTo>
                    <a:pt x="0" y="4811"/>
                  </a:lnTo>
                  <a:cubicBezTo>
                    <a:pt x="0" y="5335"/>
                    <a:pt x="429" y="5739"/>
                    <a:pt x="929" y="5739"/>
                  </a:cubicBezTo>
                  <a:lnTo>
                    <a:pt x="3573" y="5739"/>
                  </a:lnTo>
                  <a:cubicBezTo>
                    <a:pt x="3811" y="5739"/>
                    <a:pt x="4025" y="5525"/>
                    <a:pt x="4025" y="5287"/>
                  </a:cubicBezTo>
                  <a:lnTo>
                    <a:pt x="4025" y="453"/>
                  </a:lnTo>
                  <a:cubicBezTo>
                    <a:pt x="4025" y="214"/>
                    <a:pt x="3811" y="0"/>
                    <a:pt x="35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2" name="Google Shape;7416;p124">
              <a:extLst>
                <a:ext uri="{FF2B5EF4-FFF2-40B4-BE49-F238E27FC236}">
                  <a16:creationId xmlns:a16="http://schemas.microsoft.com/office/drawing/2014/main" id="{47254EA8-DB51-0380-2CDF-325150D3D57B}"/>
                </a:ext>
              </a:extLst>
            </p:cNvPr>
            <p:cNvSpPr/>
            <p:nvPr/>
          </p:nvSpPr>
          <p:spPr>
            <a:xfrm>
              <a:off x="5711172" y="2216916"/>
              <a:ext cx="152719" cy="215096"/>
            </a:xfrm>
            <a:custGeom>
              <a:avLst/>
              <a:gdLst/>
              <a:ahLst/>
              <a:cxnLst/>
              <a:rect l="l" t="t" r="r" b="b"/>
              <a:pathLst>
                <a:path w="4025" h="5669" extrusionOk="0">
                  <a:moveTo>
                    <a:pt x="596" y="1"/>
                  </a:moveTo>
                  <a:lnTo>
                    <a:pt x="596" y="1"/>
                  </a:lnTo>
                  <a:cubicBezTo>
                    <a:pt x="238" y="120"/>
                    <a:pt x="0" y="477"/>
                    <a:pt x="0" y="858"/>
                  </a:cubicBezTo>
                  <a:lnTo>
                    <a:pt x="0" y="4740"/>
                  </a:lnTo>
                  <a:cubicBezTo>
                    <a:pt x="0" y="5240"/>
                    <a:pt x="429" y="5669"/>
                    <a:pt x="929" y="5669"/>
                  </a:cubicBezTo>
                  <a:lnTo>
                    <a:pt x="3573" y="5669"/>
                  </a:lnTo>
                  <a:cubicBezTo>
                    <a:pt x="3811" y="5669"/>
                    <a:pt x="4025" y="5454"/>
                    <a:pt x="4025" y="5216"/>
                  </a:cubicBezTo>
                  <a:lnTo>
                    <a:pt x="4025" y="5097"/>
                  </a:lnTo>
                  <a:lnTo>
                    <a:pt x="1477" y="5097"/>
                  </a:lnTo>
                  <a:lnTo>
                    <a:pt x="1477" y="5121"/>
                  </a:lnTo>
                  <a:cubicBezTo>
                    <a:pt x="953" y="5121"/>
                    <a:pt x="548" y="4716"/>
                    <a:pt x="548" y="4192"/>
                  </a:cubicBezTo>
                  <a:lnTo>
                    <a:pt x="548" y="334"/>
                  </a:lnTo>
                  <a:cubicBezTo>
                    <a:pt x="548" y="215"/>
                    <a:pt x="572" y="96"/>
                    <a:pt x="5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3" name="Google Shape;7417;p124">
              <a:extLst>
                <a:ext uri="{FF2B5EF4-FFF2-40B4-BE49-F238E27FC236}">
                  <a16:creationId xmlns:a16="http://schemas.microsoft.com/office/drawing/2014/main" id="{7E298CDA-146F-822F-7849-D09C8AF18B8D}"/>
                </a:ext>
              </a:extLst>
            </p:cNvPr>
            <p:cNvSpPr/>
            <p:nvPr/>
          </p:nvSpPr>
          <p:spPr>
            <a:xfrm>
              <a:off x="6057256" y="2361518"/>
              <a:ext cx="12673" cy="30733"/>
            </a:xfrm>
            <a:custGeom>
              <a:avLst/>
              <a:gdLst/>
              <a:ahLst/>
              <a:cxnLst/>
              <a:rect l="l" t="t" r="r" b="b"/>
              <a:pathLst>
                <a:path w="334" h="810" extrusionOk="0">
                  <a:moveTo>
                    <a:pt x="143" y="0"/>
                  </a:moveTo>
                  <a:cubicBezTo>
                    <a:pt x="48" y="0"/>
                    <a:pt x="0" y="72"/>
                    <a:pt x="0" y="167"/>
                  </a:cubicBezTo>
                  <a:lnTo>
                    <a:pt x="0" y="667"/>
                  </a:lnTo>
                  <a:cubicBezTo>
                    <a:pt x="0" y="762"/>
                    <a:pt x="48" y="810"/>
                    <a:pt x="143" y="810"/>
                  </a:cubicBezTo>
                  <a:cubicBezTo>
                    <a:pt x="238" y="810"/>
                    <a:pt x="334" y="762"/>
                    <a:pt x="286" y="667"/>
                  </a:cubicBezTo>
                  <a:lnTo>
                    <a:pt x="286" y="167"/>
                  </a:lnTo>
                  <a:cubicBezTo>
                    <a:pt x="286" y="72"/>
                    <a:pt x="238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71936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9" name="Google Shape;4539;p8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44884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it-IT" sz="2000" b="1" dirty="0"/>
              <a:t>Dai File .MD ai Concetti Medici</a:t>
            </a:r>
            <a:endParaRPr sz="2000" b="1" dirty="0"/>
          </a:p>
        </p:txBody>
      </p:sp>
      <p:grpSp>
        <p:nvGrpSpPr>
          <p:cNvPr id="4540" name="Google Shape;4540;p89"/>
          <p:cNvGrpSpPr/>
          <p:nvPr/>
        </p:nvGrpSpPr>
        <p:grpSpPr>
          <a:xfrm>
            <a:off x="1721519" y="1366745"/>
            <a:ext cx="5700961" cy="2663115"/>
            <a:chOff x="2067845" y="1634106"/>
            <a:chExt cx="5008312" cy="2339555"/>
          </a:xfrm>
        </p:grpSpPr>
        <p:sp>
          <p:nvSpPr>
            <p:cNvPr id="4541" name="Google Shape;4541;p89"/>
            <p:cNvSpPr/>
            <p:nvPr/>
          </p:nvSpPr>
          <p:spPr>
            <a:xfrm>
              <a:off x="2067845" y="1634106"/>
              <a:ext cx="2459827" cy="1111018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4021" y="0"/>
                  </a:moveTo>
                  <a:cubicBezTo>
                    <a:pt x="1801" y="6"/>
                    <a:pt x="6" y="1801"/>
                    <a:pt x="0" y="4021"/>
                  </a:cubicBezTo>
                  <a:lnTo>
                    <a:pt x="0" y="59338"/>
                  </a:lnTo>
                  <a:cubicBezTo>
                    <a:pt x="6" y="61552"/>
                    <a:pt x="1801" y="63354"/>
                    <a:pt x="4021" y="63359"/>
                  </a:cubicBezTo>
                  <a:lnTo>
                    <a:pt x="98272" y="63359"/>
                  </a:lnTo>
                  <a:cubicBezTo>
                    <a:pt x="99963" y="41512"/>
                    <a:pt x="118098" y="24204"/>
                    <a:pt x="140280" y="23813"/>
                  </a:cubicBezTo>
                  <a:lnTo>
                    <a:pt x="140280" y="4021"/>
                  </a:lnTo>
                  <a:cubicBezTo>
                    <a:pt x="140275" y="1801"/>
                    <a:pt x="138474" y="6"/>
                    <a:pt x="136259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4542;p89"/>
            <p:cNvSpPr/>
            <p:nvPr/>
          </p:nvSpPr>
          <p:spPr>
            <a:xfrm>
              <a:off x="2067845" y="2862643"/>
              <a:ext cx="2459827" cy="1111018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4021" y="1"/>
                  </a:moveTo>
                  <a:cubicBezTo>
                    <a:pt x="1801" y="6"/>
                    <a:pt x="6" y="1808"/>
                    <a:pt x="0" y="4022"/>
                  </a:cubicBezTo>
                  <a:lnTo>
                    <a:pt x="0" y="59339"/>
                  </a:lnTo>
                  <a:cubicBezTo>
                    <a:pt x="6" y="61559"/>
                    <a:pt x="1801" y="63354"/>
                    <a:pt x="4021" y="63360"/>
                  </a:cubicBezTo>
                  <a:lnTo>
                    <a:pt x="136259" y="63360"/>
                  </a:lnTo>
                  <a:cubicBezTo>
                    <a:pt x="138474" y="63354"/>
                    <a:pt x="140275" y="61559"/>
                    <a:pt x="140280" y="59339"/>
                  </a:cubicBezTo>
                  <a:lnTo>
                    <a:pt x="140280" y="39547"/>
                  </a:lnTo>
                  <a:cubicBezTo>
                    <a:pt x="118098" y="39155"/>
                    <a:pt x="99963" y="21848"/>
                    <a:pt x="98272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3" name="Google Shape;4543;p89"/>
            <p:cNvSpPr/>
            <p:nvPr/>
          </p:nvSpPr>
          <p:spPr>
            <a:xfrm>
              <a:off x="4616329" y="1634106"/>
              <a:ext cx="2459827" cy="1111018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4022" y="0"/>
                  </a:moveTo>
                  <a:cubicBezTo>
                    <a:pt x="1807" y="6"/>
                    <a:pt x="6" y="1801"/>
                    <a:pt x="0" y="4021"/>
                  </a:cubicBezTo>
                  <a:lnTo>
                    <a:pt x="0" y="24017"/>
                  </a:lnTo>
                  <a:cubicBezTo>
                    <a:pt x="20553" y="26066"/>
                    <a:pt x="36886" y="42675"/>
                    <a:pt x="38494" y="63359"/>
                  </a:cubicBezTo>
                  <a:lnTo>
                    <a:pt x="136260" y="63359"/>
                  </a:lnTo>
                  <a:cubicBezTo>
                    <a:pt x="138480" y="63354"/>
                    <a:pt x="140275" y="61552"/>
                    <a:pt x="140281" y="59338"/>
                  </a:cubicBezTo>
                  <a:lnTo>
                    <a:pt x="140281" y="4021"/>
                  </a:lnTo>
                  <a:cubicBezTo>
                    <a:pt x="140275" y="1801"/>
                    <a:pt x="138480" y="6"/>
                    <a:pt x="136260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89"/>
            <p:cNvSpPr/>
            <p:nvPr/>
          </p:nvSpPr>
          <p:spPr>
            <a:xfrm>
              <a:off x="4616329" y="2862643"/>
              <a:ext cx="2459827" cy="1111018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38494" y="1"/>
                  </a:moveTo>
                  <a:cubicBezTo>
                    <a:pt x="36886" y="20680"/>
                    <a:pt x="20553" y="37294"/>
                    <a:pt x="0" y="39343"/>
                  </a:cubicBezTo>
                  <a:lnTo>
                    <a:pt x="0" y="59339"/>
                  </a:lnTo>
                  <a:cubicBezTo>
                    <a:pt x="6" y="61559"/>
                    <a:pt x="1807" y="63354"/>
                    <a:pt x="4022" y="63360"/>
                  </a:cubicBezTo>
                  <a:lnTo>
                    <a:pt x="136260" y="63360"/>
                  </a:lnTo>
                  <a:cubicBezTo>
                    <a:pt x="138480" y="63354"/>
                    <a:pt x="140275" y="61559"/>
                    <a:pt x="140281" y="59339"/>
                  </a:cubicBezTo>
                  <a:lnTo>
                    <a:pt x="140281" y="4022"/>
                  </a:lnTo>
                  <a:cubicBezTo>
                    <a:pt x="140275" y="1808"/>
                    <a:pt x="138480" y="6"/>
                    <a:pt x="136260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45" name="Google Shape;4545;p89"/>
          <p:cNvSpPr txBox="1"/>
          <p:nvPr/>
        </p:nvSpPr>
        <p:spPr>
          <a:xfrm>
            <a:off x="1860278" y="1923752"/>
            <a:ext cx="190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it-IT" sz="1200" dirty="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Il codice apre e legge il contenuto testuale di ogni file </a:t>
            </a:r>
            <a:r>
              <a:rPr lang="it-IT" sz="1200" dirty="0" err="1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Markdown</a:t>
            </a:r>
            <a:endParaRPr lang="it-IT" sz="1200" dirty="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4546" name="Google Shape;4546;p89"/>
          <p:cNvSpPr txBox="1"/>
          <p:nvPr/>
        </p:nvSpPr>
        <p:spPr>
          <a:xfrm>
            <a:off x="1801835" y="3263593"/>
            <a:ext cx="2356805" cy="596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sz="1200" dirty="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Il testo viene tradotto in vettori numerici</a:t>
            </a: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47" name="Google Shape;4547;p89"/>
          <p:cNvSpPr txBox="1"/>
          <p:nvPr/>
        </p:nvSpPr>
        <p:spPr>
          <a:xfrm>
            <a:off x="5448219" y="1774414"/>
            <a:ext cx="1876791" cy="54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/>
            <a:r>
              <a:rPr lang="it-IT" sz="1200" dirty="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Segmentazione logica.</a:t>
            </a: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48" name="Google Shape;4548;p89"/>
          <p:cNvSpPr txBox="1"/>
          <p:nvPr/>
        </p:nvSpPr>
        <p:spPr>
          <a:xfrm>
            <a:off x="5345271" y="3314070"/>
            <a:ext cx="190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/>
            <a:r>
              <a:rPr lang="it-IT" sz="1200" dirty="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I vettori vengono salvati in </a:t>
            </a:r>
            <a:r>
              <a:rPr lang="it-IT" sz="1200" b="1" dirty="0" err="1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ChromaDB</a:t>
            </a:r>
            <a:r>
              <a:rPr lang="it-IT" dirty="0"/>
              <a:t>.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49" name="Google Shape;4549;p89"/>
          <p:cNvSpPr txBox="1"/>
          <p:nvPr/>
        </p:nvSpPr>
        <p:spPr>
          <a:xfrm>
            <a:off x="1860278" y="1473799"/>
            <a:ext cx="1789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it-IT" sz="2000" b="1" dirty="0">
                <a:solidFill>
                  <a:schemeClr val="lt2"/>
                </a:solidFill>
                <a:latin typeface="Open Sans"/>
                <a:ea typeface="Open Sans"/>
                <a:cs typeface="Open Sans"/>
              </a:rPr>
              <a:t>Loading</a:t>
            </a:r>
          </a:p>
        </p:txBody>
      </p:sp>
      <p:sp>
        <p:nvSpPr>
          <p:cNvPr id="4550" name="Google Shape;4550;p89"/>
          <p:cNvSpPr txBox="1"/>
          <p:nvPr/>
        </p:nvSpPr>
        <p:spPr>
          <a:xfrm>
            <a:off x="1769374" y="2932782"/>
            <a:ext cx="2001100" cy="195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sz="2000" b="1" dirty="0" err="1">
                <a:solidFill>
                  <a:schemeClr val="lt2"/>
                </a:solidFill>
                <a:latin typeface="Open Sans"/>
                <a:ea typeface="Open Sans"/>
                <a:cs typeface="Open Sans"/>
              </a:rPr>
              <a:t>Embedding</a:t>
            </a:r>
            <a:endParaRPr sz="2000" b="1" dirty="0">
              <a:solidFill>
                <a:schemeClr val="l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51" name="Google Shape;4551;p89"/>
          <p:cNvSpPr txBox="1"/>
          <p:nvPr/>
        </p:nvSpPr>
        <p:spPr>
          <a:xfrm>
            <a:off x="5345271" y="1472093"/>
            <a:ext cx="1901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/>
            <a:r>
              <a:rPr lang="it-IT" sz="2000" b="1" dirty="0">
                <a:solidFill>
                  <a:schemeClr val="lt2"/>
                </a:solidFill>
                <a:latin typeface="Open Sans"/>
                <a:ea typeface="Open Sans"/>
                <a:cs typeface="Open Sans"/>
              </a:rPr>
              <a:t>Chunking</a:t>
            </a:r>
            <a:endParaRPr sz="2000" b="1" dirty="0">
              <a:solidFill>
                <a:schemeClr val="l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52" name="Google Shape;4552;p89"/>
          <p:cNvSpPr txBox="1"/>
          <p:nvPr/>
        </p:nvSpPr>
        <p:spPr>
          <a:xfrm>
            <a:off x="5535510" y="2868179"/>
            <a:ext cx="1789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/>
            <a:r>
              <a:rPr lang="en-GB" sz="2000" b="1" dirty="0">
                <a:solidFill>
                  <a:schemeClr val="lt2"/>
                </a:solidFill>
                <a:latin typeface="Open Sans"/>
                <a:ea typeface="Open Sans"/>
                <a:cs typeface="Open Sans"/>
              </a:rPr>
              <a:t>Storage</a:t>
            </a:r>
          </a:p>
        </p:txBody>
      </p:sp>
      <p:sp>
        <p:nvSpPr>
          <p:cNvPr id="4553" name="Google Shape;4553;p89"/>
          <p:cNvSpPr/>
          <p:nvPr/>
        </p:nvSpPr>
        <p:spPr>
          <a:xfrm>
            <a:off x="3583600" y="1960482"/>
            <a:ext cx="1901704" cy="1475627"/>
          </a:xfrm>
          <a:custGeom>
            <a:avLst/>
            <a:gdLst/>
            <a:ahLst/>
            <a:cxnLst/>
            <a:rect l="l" t="t" r="r" b="b"/>
            <a:pathLst>
              <a:path w="8815" h="6840" extrusionOk="0">
                <a:moveTo>
                  <a:pt x="4408" y="1"/>
                </a:moveTo>
                <a:cubicBezTo>
                  <a:pt x="31" y="1"/>
                  <a:pt x="0" y="6840"/>
                  <a:pt x="4408" y="6840"/>
                </a:cubicBezTo>
                <a:cubicBezTo>
                  <a:pt x="8815" y="6840"/>
                  <a:pt x="8815" y="1"/>
                  <a:pt x="4408" y="1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oogle Shape;5311;p104">
            <a:extLst>
              <a:ext uri="{FF2B5EF4-FFF2-40B4-BE49-F238E27FC236}">
                <a16:creationId xmlns:a16="http://schemas.microsoft.com/office/drawing/2014/main" id="{4BECB197-5EFF-00FC-3766-FDAE71830E00}"/>
              </a:ext>
            </a:extLst>
          </p:cNvPr>
          <p:cNvGrpSpPr/>
          <p:nvPr/>
        </p:nvGrpSpPr>
        <p:grpSpPr>
          <a:xfrm>
            <a:off x="4142296" y="2171393"/>
            <a:ext cx="953859" cy="932300"/>
            <a:chOff x="2915801" y="3225873"/>
            <a:chExt cx="414147" cy="457922"/>
          </a:xfrm>
        </p:grpSpPr>
        <p:sp>
          <p:nvSpPr>
            <p:cNvPr id="3" name="Google Shape;5312;p104">
              <a:extLst>
                <a:ext uri="{FF2B5EF4-FFF2-40B4-BE49-F238E27FC236}">
                  <a16:creationId xmlns:a16="http://schemas.microsoft.com/office/drawing/2014/main" id="{6451A0A8-9AA1-4381-78AB-772C008E9C98}"/>
                </a:ext>
              </a:extLst>
            </p:cNvPr>
            <p:cNvSpPr/>
            <p:nvPr/>
          </p:nvSpPr>
          <p:spPr>
            <a:xfrm>
              <a:off x="2995953" y="3241468"/>
              <a:ext cx="65326" cy="40092"/>
            </a:xfrm>
            <a:custGeom>
              <a:avLst/>
              <a:gdLst/>
              <a:ahLst/>
              <a:cxnLst/>
              <a:rect l="l" t="t" r="r" b="b"/>
              <a:pathLst>
                <a:path w="2040" h="1252" extrusionOk="0">
                  <a:moveTo>
                    <a:pt x="580" y="1"/>
                  </a:moveTo>
                  <a:cubicBezTo>
                    <a:pt x="302" y="1"/>
                    <a:pt x="1" y="302"/>
                    <a:pt x="1" y="580"/>
                  </a:cubicBezTo>
                  <a:lnTo>
                    <a:pt x="1" y="881"/>
                  </a:lnTo>
                  <a:lnTo>
                    <a:pt x="2040" y="1252"/>
                  </a:lnTo>
                  <a:lnTo>
                    <a:pt x="127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5313;p104">
              <a:extLst>
                <a:ext uri="{FF2B5EF4-FFF2-40B4-BE49-F238E27FC236}">
                  <a16:creationId xmlns:a16="http://schemas.microsoft.com/office/drawing/2014/main" id="{E6E75E85-D41D-88BF-CC6F-4569801CCB45}"/>
                </a:ext>
              </a:extLst>
            </p:cNvPr>
            <p:cNvSpPr/>
            <p:nvPr/>
          </p:nvSpPr>
          <p:spPr>
            <a:xfrm>
              <a:off x="3085745" y="3241468"/>
              <a:ext cx="28244" cy="37146"/>
            </a:xfrm>
            <a:custGeom>
              <a:avLst/>
              <a:gdLst/>
              <a:ahLst/>
              <a:cxnLst/>
              <a:rect l="l" t="t" r="r" b="b"/>
              <a:pathLst>
                <a:path w="882" h="1160" extrusionOk="0">
                  <a:moveTo>
                    <a:pt x="209" y="1"/>
                  </a:moveTo>
                  <a:lnTo>
                    <a:pt x="1" y="1159"/>
                  </a:lnTo>
                  <a:lnTo>
                    <a:pt x="881" y="881"/>
                  </a:lnTo>
                  <a:lnTo>
                    <a:pt x="881" y="580"/>
                  </a:lnTo>
                  <a:cubicBezTo>
                    <a:pt x="881" y="302"/>
                    <a:pt x="580" y="1"/>
                    <a:pt x="3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5314;p104">
              <a:extLst>
                <a:ext uri="{FF2B5EF4-FFF2-40B4-BE49-F238E27FC236}">
                  <a16:creationId xmlns:a16="http://schemas.microsoft.com/office/drawing/2014/main" id="{EA53473C-C070-D5A9-9B2E-9AB9F1F67D9D}"/>
                </a:ext>
              </a:extLst>
            </p:cNvPr>
            <p:cNvSpPr/>
            <p:nvPr/>
          </p:nvSpPr>
          <p:spPr>
            <a:xfrm>
              <a:off x="3092437" y="3241468"/>
              <a:ext cx="43070" cy="28244"/>
            </a:xfrm>
            <a:custGeom>
              <a:avLst/>
              <a:gdLst/>
              <a:ahLst/>
              <a:cxnLst/>
              <a:rect l="l" t="t" r="r" b="b"/>
              <a:pathLst>
                <a:path w="1345" h="882" extrusionOk="0">
                  <a:moveTo>
                    <a:pt x="0" y="1"/>
                  </a:moveTo>
                  <a:cubicBezTo>
                    <a:pt x="278" y="93"/>
                    <a:pt x="464" y="302"/>
                    <a:pt x="464" y="580"/>
                  </a:cubicBezTo>
                  <a:lnTo>
                    <a:pt x="464" y="881"/>
                  </a:lnTo>
                  <a:lnTo>
                    <a:pt x="1344" y="881"/>
                  </a:lnTo>
                  <a:lnTo>
                    <a:pt x="1344" y="580"/>
                  </a:lnTo>
                  <a:cubicBezTo>
                    <a:pt x="1344" y="302"/>
                    <a:pt x="1043" y="1"/>
                    <a:pt x="7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315;p104">
              <a:extLst>
                <a:ext uri="{FF2B5EF4-FFF2-40B4-BE49-F238E27FC236}">
                  <a16:creationId xmlns:a16="http://schemas.microsoft.com/office/drawing/2014/main" id="{CDBA07F8-0DAF-59D7-61D0-14AB9853E45F}"/>
                </a:ext>
              </a:extLst>
            </p:cNvPr>
            <p:cNvSpPr/>
            <p:nvPr/>
          </p:nvSpPr>
          <p:spPr>
            <a:xfrm>
              <a:off x="2915801" y="3269680"/>
              <a:ext cx="275361" cy="414115"/>
            </a:xfrm>
            <a:custGeom>
              <a:avLst/>
              <a:gdLst/>
              <a:ahLst/>
              <a:cxnLst/>
              <a:rect l="l" t="t" r="r" b="b"/>
              <a:pathLst>
                <a:path w="8599" h="12932" extrusionOk="0">
                  <a:moveTo>
                    <a:pt x="673" y="0"/>
                  </a:moveTo>
                  <a:cubicBezTo>
                    <a:pt x="302" y="0"/>
                    <a:pt x="1" y="278"/>
                    <a:pt x="1" y="765"/>
                  </a:cubicBezTo>
                  <a:lnTo>
                    <a:pt x="1" y="12167"/>
                  </a:lnTo>
                  <a:cubicBezTo>
                    <a:pt x="1" y="12538"/>
                    <a:pt x="302" y="12932"/>
                    <a:pt x="673" y="12932"/>
                  </a:cubicBezTo>
                  <a:lnTo>
                    <a:pt x="7834" y="12932"/>
                  </a:lnTo>
                  <a:cubicBezTo>
                    <a:pt x="8205" y="12932"/>
                    <a:pt x="8599" y="12538"/>
                    <a:pt x="8599" y="12167"/>
                  </a:cubicBezTo>
                  <a:lnTo>
                    <a:pt x="8599" y="765"/>
                  </a:lnTo>
                  <a:cubicBezTo>
                    <a:pt x="8599" y="278"/>
                    <a:pt x="8205" y="0"/>
                    <a:pt x="78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316;p104">
              <a:extLst>
                <a:ext uri="{FF2B5EF4-FFF2-40B4-BE49-F238E27FC236}">
                  <a16:creationId xmlns:a16="http://schemas.microsoft.com/office/drawing/2014/main" id="{BD631844-AA14-9573-592C-5892BB9BCC7F}"/>
                </a:ext>
              </a:extLst>
            </p:cNvPr>
            <p:cNvSpPr/>
            <p:nvPr/>
          </p:nvSpPr>
          <p:spPr>
            <a:xfrm>
              <a:off x="3154016" y="3269680"/>
              <a:ext cx="61643" cy="414115"/>
            </a:xfrm>
            <a:custGeom>
              <a:avLst/>
              <a:gdLst/>
              <a:ahLst/>
              <a:cxnLst/>
              <a:rect l="l" t="t" r="r" b="b"/>
              <a:pathLst>
                <a:path w="1925" h="12932" extrusionOk="0">
                  <a:moveTo>
                    <a:pt x="279" y="0"/>
                  </a:moveTo>
                  <a:cubicBezTo>
                    <a:pt x="766" y="0"/>
                    <a:pt x="1067" y="278"/>
                    <a:pt x="1067" y="765"/>
                  </a:cubicBezTo>
                  <a:lnTo>
                    <a:pt x="1067" y="950"/>
                  </a:lnTo>
                  <a:lnTo>
                    <a:pt x="1" y="8691"/>
                  </a:lnTo>
                  <a:lnTo>
                    <a:pt x="1067" y="11866"/>
                  </a:lnTo>
                  <a:lnTo>
                    <a:pt x="1067" y="12167"/>
                  </a:lnTo>
                  <a:cubicBezTo>
                    <a:pt x="1067" y="12538"/>
                    <a:pt x="766" y="12932"/>
                    <a:pt x="279" y="12932"/>
                  </a:cubicBezTo>
                  <a:lnTo>
                    <a:pt x="1160" y="12932"/>
                  </a:lnTo>
                  <a:cubicBezTo>
                    <a:pt x="1554" y="12932"/>
                    <a:pt x="1924" y="12538"/>
                    <a:pt x="1924" y="12167"/>
                  </a:cubicBezTo>
                  <a:lnTo>
                    <a:pt x="1924" y="765"/>
                  </a:lnTo>
                  <a:cubicBezTo>
                    <a:pt x="1924" y="278"/>
                    <a:pt x="1554" y="0"/>
                    <a:pt x="11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317;p104">
              <a:extLst>
                <a:ext uri="{FF2B5EF4-FFF2-40B4-BE49-F238E27FC236}">
                  <a16:creationId xmlns:a16="http://schemas.microsoft.com/office/drawing/2014/main" id="{42DCCE80-4EB9-C372-3158-3DE211DD12CA}"/>
                </a:ext>
              </a:extLst>
            </p:cNvPr>
            <p:cNvSpPr/>
            <p:nvPr/>
          </p:nvSpPr>
          <p:spPr>
            <a:xfrm>
              <a:off x="2944013" y="3297123"/>
              <a:ext cx="244172" cy="358492"/>
            </a:xfrm>
            <a:custGeom>
              <a:avLst/>
              <a:gdLst/>
              <a:ahLst/>
              <a:cxnLst/>
              <a:rect l="l" t="t" r="r" b="b"/>
              <a:pathLst>
                <a:path w="7625" h="11195" extrusionOk="0">
                  <a:moveTo>
                    <a:pt x="93" y="1"/>
                  </a:moveTo>
                  <a:lnTo>
                    <a:pt x="0" y="93"/>
                  </a:lnTo>
                  <a:lnTo>
                    <a:pt x="0" y="11009"/>
                  </a:lnTo>
                  <a:cubicBezTo>
                    <a:pt x="0" y="11101"/>
                    <a:pt x="93" y="11194"/>
                    <a:pt x="93" y="11194"/>
                  </a:cubicBezTo>
                  <a:lnTo>
                    <a:pt x="7416" y="11194"/>
                  </a:lnTo>
                  <a:cubicBezTo>
                    <a:pt x="7532" y="11194"/>
                    <a:pt x="7625" y="11101"/>
                    <a:pt x="7625" y="11009"/>
                  </a:cubicBezTo>
                  <a:lnTo>
                    <a:pt x="7625" y="93"/>
                  </a:lnTo>
                  <a:cubicBezTo>
                    <a:pt x="7625" y="93"/>
                    <a:pt x="7532" y="1"/>
                    <a:pt x="74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318;p104">
              <a:extLst>
                <a:ext uri="{FF2B5EF4-FFF2-40B4-BE49-F238E27FC236}">
                  <a16:creationId xmlns:a16="http://schemas.microsoft.com/office/drawing/2014/main" id="{0FFAFF33-EE64-6B3E-B627-DE369F6A2230}"/>
                </a:ext>
              </a:extLst>
            </p:cNvPr>
            <p:cNvSpPr/>
            <p:nvPr/>
          </p:nvSpPr>
          <p:spPr>
            <a:xfrm>
              <a:off x="3036782" y="3225873"/>
              <a:ext cx="30453" cy="99494"/>
            </a:xfrm>
            <a:custGeom>
              <a:avLst/>
              <a:gdLst/>
              <a:ahLst/>
              <a:cxnLst/>
              <a:rect l="l" t="t" r="r" b="b"/>
              <a:pathLst>
                <a:path w="951" h="3107" extrusionOk="0">
                  <a:moveTo>
                    <a:pt x="278" y="1"/>
                  </a:moveTo>
                  <a:cubicBezTo>
                    <a:pt x="186" y="1"/>
                    <a:pt x="0" y="209"/>
                    <a:pt x="0" y="302"/>
                  </a:cubicBezTo>
                  <a:lnTo>
                    <a:pt x="0" y="2805"/>
                  </a:lnTo>
                  <a:cubicBezTo>
                    <a:pt x="0" y="2990"/>
                    <a:pt x="186" y="3106"/>
                    <a:pt x="278" y="3106"/>
                  </a:cubicBezTo>
                  <a:lnTo>
                    <a:pt x="672" y="3106"/>
                  </a:lnTo>
                  <a:cubicBezTo>
                    <a:pt x="858" y="3106"/>
                    <a:pt x="950" y="2990"/>
                    <a:pt x="950" y="2805"/>
                  </a:cubicBezTo>
                  <a:lnTo>
                    <a:pt x="950" y="302"/>
                  </a:lnTo>
                  <a:cubicBezTo>
                    <a:pt x="950" y="209"/>
                    <a:pt x="858" y="1"/>
                    <a:pt x="6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5319;p104">
              <a:extLst>
                <a:ext uri="{FF2B5EF4-FFF2-40B4-BE49-F238E27FC236}">
                  <a16:creationId xmlns:a16="http://schemas.microsoft.com/office/drawing/2014/main" id="{006A7085-9C6E-43DB-CD8D-7C5C6B76EFA4}"/>
                </a:ext>
              </a:extLst>
            </p:cNvPr>
            <p:cNvSpPr/>
            <p:nvPr/>
          </p:nvSpPr>
          <p:spPr>
            <a:xfrm>
              <a:off x="3055323" y="3225873"/>
              <a:ext cx="37146" cy="99494"/>
            </a:xfrm>
            <a:custGeom>
              <a:avLst/>
              <a:gdLst/>
              <a:ahLst/>
              <a:cxnLst/>
              <a:rect l="l" t="t" r="r" b="b"/>
              <a:pathLst>
                <a:path w="1160" h="3107" extrusionOk="0">
                  <a:moveTo>
                    <a:pt x="1" y="1"/>
                  </a:moveTo>
                  <a:cubicBezTo>
                    <a:pt x="186" y="1"/>
                    <a:pt x="279" y="209"/>
                    <a:pt x="279" y="302"/>
                  </a:cubicBezTo>
                  <a:lnTo>
                    <a:pt x="279" y="2805"/>
                  </a:lnTo>
                  <a:cubicBezTo>
                    <a:pt x="279" y="2990"/>
                    <a:pt x="186" y="3106"/>
                    <a:pt x="1" y="3106"/>
                  </a:cubicBezTo>
                  <a:lnTo>
                    <a:pt x="858" y="3106"/>
                  </a:lnTo>
                  <a:cubicBezTo>
                    <a:pt x="1043" y="3106"/>
                    <a:pt x="1159" y="2990"/>
                    <a:pt x="1159" y="2805"/>
                  </a:cubicBezTo>
                  <a:lnTo>
                    <a:pt x="1159" y="302"/>
                  </a:lnTo>
                  <a:cubicBezTo>
                    <a:pt x="1159" y="209"/>
                    <a:pt x="1043" y="1"/>
                    <a:pt x="8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5320;p104">
              <a:extLst>
                <a:ext uri="{FF2B5EF4-FFF2-40B4-BE49-F238E27FC236}">
                  <a16:creationId xmlns:a16="http://schemas.microsoft.com/office/drawing/2014/main" id="{83BFCC81-D68A-CA2F-A54D-5817D4216ABC}"/>
                </a:ext>
              </a:extLst>
            </p:cNvPr>
            <p:cNvSpPr/>
            <p:nvPr/>
          </p:nvSpPr>
          <p:spPr>
            <a:xfrm>
              <a:off x="2971456" y="3352778"/>
              <a:ext cx="188548" cy="111374"/>
            </a:xfrm>
            <a:custGeom>
              <a:avLst/>
              <a:gdLst/>
              <a:ahLst/>
              <a:cxnLst/>
              <a:rect l="l" t="t" r="r" b="b"/>
              <a:pathLst>
                <a:path w="5888" h="3478" extrusionOk="0">
                  <a:moveTo>
                    <a:pt x="93" y="1"/>
                  </a:moveTo>
                  <a:cubicBezTo>
                    <a:pt x="93" y="1"/>
                    <a:pt x="1" y="1"/>
                    <a:pt x="1" y="93"/>
                  </a:cubicBezTo>
                  <a:lnTo>
                    <a:pt x="1" y="3292"/>
                  </a:lnTo>
                  <a:cubicBezTo>
                    <a:pt x="1" y="3384"/>
                    <a:pt x="93" y="3477"/>
                    <a:pt x="93" y="3477"/>
                  </a:cubicBezTo>
                  <a:lnTo>
                    <a:pt x="5702" y="3477"/>
                  </a:lnTo>
                  <a:cubicBezTo>
                    <a:pt x="5795" y="3477"/>
                    <a:pt x="5887" y="3384"/>
                    <a:pt x="5887" y="3292"/>
                  </a:cubicBezTo>
                  <a:lnTo>
                    <a:pt x="5887" y="93"/>
                  </a:lnTo>
                  <a:cubicBezTo>
                    <a:pt x="5887" y="1"/>
                    <a:pt x="5795" y="1"/>
                    <a:pt x="57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321;p104">
              <a:extLst>
                <a:ext uri="{FF2B5EF4-FFF2-40B4-BE49-F238E27FC236}">
                  <a16:creationId xmlns:a16="http://schemas.microsoft.com/office/drawing/2014/main" id="{066C9869-C873-F6BA-3961-F66849816BD9}"/>
                </a:ext>
              </a:extLst>
            </p:cNvPr>
            <p:cNvSpPr/>
            <p:nvPr/>
          </p:nvSpPr>
          <p:spPr>
            <a:xfrm>
              <a:off x="2992975" y="3368373"/>
              <a:ext cx="145510" cy="77206"/>
            </a:xfrm>
            <a:custGeom>
              <a:avLst/>
              <a:gdLst/>
              <a:ahLst/>
              <a:cxnLst/>
              <a:rect l="l" t="t" r="r" b="b"/>
              <a:pathLst>
                <a:path w="4544" h="2411" extrusionOk="0">
                  <a:moveTo>
                    <a:pt x="2805" y="0"/>
                  </a:moveTo>
                  <a:cubicBezTo>
                    <a:pt x="2712" y="0"/>
                    <a:pt x="2620" y="93"/>
                    <a:pt x="2620" y="186"/>
                  </a:cubicBezTo>
                  <a:lnTo>
                    <a:pt x="2226" y="1067"/>
                  </a:lnTo>
                  <a:lnTo>
                    <a:pt x="1832" y="1067"/>
                  </a:lnTo>
                  <a:cubicBezTo>
                    <a:pt x="1739" y="1067"/>
                    <a:pt x="1646" y="1067"/>
                    <a:pt x="1646" y="1159"/>
                  </a:cubicBezTo>
                  <a:lnTo>
                    <a:pt x="1461" y="1437"/>
                  </a:lnTo>
                  <a:lnTo>
                    <a:pt x="1067" y="279"/>
                  </a:lnTo>
                  <a:cubicBezTo>
                    <a:pt x="1067" y="186"/>
                    <a:pt x="974" y="186"/>
                    <a:pt x="881" y="186"/>
                  </a:cubicBezTo>
                  <a:cubicBezTo>
                    <a:pt x="789" y="186"/>
                    <a:pt x="673" y="186"/>
                    <a:pt x="673" y="279"/>
                  </a:cubicBezTo>
                  <a:lnTo>
                    <a:pt x="580" y="1067"/>
                  </a:lnTo>
                  <a:lnTo>
                    <a:pt x="209" y="1067"/>
                  </a:lnTo>
                  <a:cubicBezTo>
                    <a:pt x="94" y="1067"/>
                    <a:pt x="1" y="1159"/>
                    <a:pt x="1" y="1252"/>
                  </a:cubicBezTo>
                  <a:cubicBezTo>
                    <a:pt x="1" y="1345"/>
                    <a:pt x="94" y="1437"/>
                    <a:pt x="209" y="1437"/>
                  </a:cubicBezTo>
                  <a:lnTo>
                    <a:pt x="673" y="1437"/>
                  </a:lnTo>
                  <a:cubicBezTo>
                    <a:pt x="789" y="1437"/>
                    <a:pt x="881" y="1345"/>
                    <a:pt x="881" y="1252"/>
                  </a:cubicBezTo>
                  <a:lnTo>
                    <a:pt x="974" y="1159"/>
                  </a:lnTo>
                  <a:lnTo>
                    <a:pt x="1252" y="2017"/>
                  </a:lnTo>
                  <a:cubicBezTo>
                    <a:pt x="1252" y="2133"/>
                    <a:pt x="1368" y="2225"/>
                    <a:pt x="1461" y="2225"/>
                  </a:cubicBezTo>
                  <a:cubicBezTo>
                    <a:pt x="1554" y="2225"/>
                    <a:pt x="1646" y="2133"/>
                    <a:pt x="1646" y="2133"/>
                  </a:cubicBezTo>
                  <a:lnTo>
                    <a:pt x="1948" y="1437"/>
                  </a:lnTo>
                  <a:lnTo>
                    <a:pt x="2318" y="1437"/>
                  </a:lnTo>
                  <a:cubicBezTo>
                    <a:pt x="2411" y="1437"/>
                    <a:pt x="2527" y="1437"/>
                    <a:pt x="2527" y="1345"/>
                  </a:cubicBezTo>
                  <a:lnTo>
                    <a:pt x="2805" y="858"/>
                  </a:lnTo>
                  <a:lnTo>
                    <a:pt x="3292" y="2225"/>
                  </a:lnTo>
                  <a:cubicBezTo>
                    <a:pt x="3292" y="2318"/>
                    <a:pt x="3384" y="2411"/>
                    <a:pt x="3384" y="2411"/>
                  </a:cubicBezTo>
                  <a:lnTo>
                    <a:pt x="3477" y="2411"/>
                  </a:lnTo>
                  <a:cubicBezTo>
                    <a:pt x="3477" y="2411"/>
                    <a:pt x="3570" y="2411"/>
                    <a:pt x="3686" y="2318"/>
                  </a:cubicBezTo>
                  <a:lnTo>
                    <a:pt x="4056" y="1437"/>
                  </a:lnTo>
                  <a:lnTo>
                    <a:pt x="4358" y="1437"/>
                  </a:lnTo>
                  <a:cubicBezTo>
                    <a:pt x="4450" y="1437"/>
                    <a:pt x="4543" y="1345"/>
                    <a:pt x="4543" y="1252"/>
                  </a:cubicBezTo>
                  <a:cubicBezTo>
                    <a:pt x="4543" y="1159"/>
                    <a:pt x="4450" y="1067"/>
                    <a:pt x="4358" y="1067"/>
                  </a:cubicBezTo>
                  <a:lnTo>
                    <a:pt x="3964" y="1067"/>
                  </a:lnTo>
                  <a:cubicBezTo>
                    <a:pt x="3871" y="1067"/>
                    <a:pt x="3778" y="1067"/>
                    <a:pt x="3778" y="1159"/>
                  </a:cubicBezTo>
                  <a:lnTo>
                    <a:pt x="3477" y="1646"/>
                  </a:lnTo>
                  <a:lnTo>
                    <a:pt x="2990" y="186"/>
                  </a:lnTo>
                  <a:cubicBezTo>
                    <a:pt x="2990" y="93"/>
                    <a:pt x="2898" y="93"/>
                    <a:pt x="2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322;p104">
              <a:extLst>
                <a:ext uri="{FF2B5EF4-FFF2-40B4-BE49-F238E27FC236}">
                  <a16:creationId xmlns:a16="http://schemas.microsoft.com/office/drawing/2014/main" id="{A8D9A24D-40D9-BC09-DDE5-A40225C1484B}"/>
                </a:ext>
              </a:extLst>
            </p:cNvPr>
            <p:cNvSpPr/>
            <p:nvPr/>
          </p:nvSpPr>
          <p:spPr>
            <a:xfrm>
              <a:off x="3048630" y="3606588"/>
              <a:ext cx="68336" cy="15627"/>
            </a:xfrm>
            <a:custGeom>
              <a:avLst/>
              <a:gdLst/>
              <a:ahLst/>
              <a:cxnLst/>
              <a:rect l="l" t="t" r="r" b="b"/>
              <a:pathLst>
                <a:path w="2134" h="488" extrusionOk="0">
                  <a:moveTo>
                    <a:pt x="210" y="1"/>
                  </a:moveTo>
                  <a:cubicBezTo>
                    <a:pt x="94" y="1"/>
                    <a:pt x="1" y="93"/>
                    <a:pt x="1" y="186"/>
                  </a:cubicBezTo>
                  <a:cubicBezTo>
                    <a:pt x="1" y="371"/>
                    <a:pt x="94" y="487"/>
                    <a:pt x="210" y="487"/>
                  </a:cubicBezTo>
                  <a:lnTo>
                    <a:pt x="1948" y="487"/>
                  </a:lnTo>
                  <a:cubicBezTo>
                    <a:pt x="2040" y="487"/>
                    <a:pt x="2133" y="371"/>
                    <a:pt x="2133" y="186"/>
                  </a:cubicBezTo>
                  <a:cubicBezTo>
                    <a:pt x="2133" y="93"/>
                    <a:pt x="2040" y="1"/>
                    <a:pt x="19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323;p104">
              <a:extLst>
                <a:ext uri="{FF2B5EF4-FFF2-40B4-BE49-F238E27FC236}">
                  <a16:creationId xmlns:a16="http://schemas.microsoft.com/office/drawing/2014/main" id="{BD21BCF2-770B-11FC-746F-1D27BBA06793}"/>
                </a:ext>
              </a:extLst>
            </p:cNvPr>
            <p:cNvSpPr/>
            <p:nvPr/>
          </p:nvSpPr>
          <p:spPr>
            <a:xfrm>
              <a:off x="3048630" y="3578377"/>
              <a:ext cx="118035" cy="15627"/>
            </a:xfrm>
            <a:custGeom>
              <a:avLst/>
              <a:gdLst/>
              <a:ahLst/>
              <a:cxnLst/>
              <a:rect l="l" t="t" r="r" b="b"/>
              <a:pathLst>
                <a:path w="3686" h="488" extrusionOk="0">
                  <a:moveTo>
                    <a:pt x="210" y="1"/>
                  </a:moveTo>
                  <a:cubicBezTo>
                    <a:pt x="94" y="1"/>
                    <a:pt x="1" y="94"/>
                    <a:pt x="1" y="210"/>
                  </a:cubicBezTo>
                  <a:cubicBezTo>
                    <a:pt x="1" y="395"/>
                    <a:pt x="94" y="488"/>
                    <a:pt x="210" y="488"/>
                  </a:cubicBezTo>
                  <a:lnTo>
                    <a:pt x="3477" y="488"/>
                  </a:lnTo>
                  <a:cubicBezTo>
                    <a:pt x="3570" y="488"/>
                    <a:pt x="3686" y="395"/>
                    <a:pt x="3686" y="210"/>
                  </a:cubicBezTo>
                  <a:cubicBezTo>
                    <a:pt x="3686" y="94"/>
                    <a:pt x="3570" y="1"/>
                    <a:pt x="34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324;p104">
              <a:extLst>
                <a:ext uri="{FF2B5EF4-FFF2-40B4-BE49-F238E27FC236}">
                  <a16:creationId xmlns:a16="http://schemas.microsoft.com/office/drawing/2014/main" id="{354232EB-5891-5CA8-C2CE-2BF42F71A26C}"/>
                </a:ext>
              </a:extLst>
            </p:cNvPr>
            <p:cNvSpPr/>
            <p:nvPr/>
          </p:nvSpPr>
          <p:spPr>
            <a:xfrm>
              <a:off x="2962554" y="3567265"/>
              <a:ext cx="74260" cy="54951"/>
            </a:xfrm>
            <a:custGeom>
              <a:avLst/>
              <a:gdLst/>
              <a:ahLst/>
              <a:cxnLst/>
              <a:rect l="l" t="t" r="r" b="b"/>
              <a:pathLst>
                <a:path w="2319" h="1716" extrusionOk="0">
                  <a:moveTo>
                    <a:pt x="2063" y="0"/>
                  </a:moveTo>
                  <a:cubicBezTo>
                    <a:pt x="2017" y="0"/>
                    <a:pt x="1971" y="24"/>
                    <a:pt x="1924" y="70"/>
                  </a:cubicBezTo>
                  <a:lnTo>
                    <a:pt x="765" y="1136"/>
                  </a:lnTo>
                  <a:lnTo>
                    <a:pt x="371" y="835"/>
                  </a:lnTo>
                  <a:cubicBezTo>
                    <a:pt x="371" y="788"/>
                    <a:pt x="325" y="765"/>
                    <a:pt x="267" y="765"/>
                  </a:cubicBezTo>
                  <a:cubicBezTo>
                    <a:pt x="209" y="765"/>
                    <a:pt x="140" y="788"/>
                    <a:pt x="93" y="835"/>
                  </a:cubicBezTo>
                  <a:cubicBezTo>
                    <a:pt x="1" y="927"/>
                    <a:pt x="1" y="1020"/>
                    <a:pt x="93" y="1136"/>
                  </a:cubicBezTo>
                  <a:lnTo>
                    <a:pt x="580" y="1599"/>
                  </a:lnTo>
                  <a:cubicBezTo>
                    <a:pt x="673" y="1599"/>
                    <a:pt x="673" y="1715"/>
                    <a:pt x="765" y="1715"/>
                  </a:cubicBezTo>
                  <a:lnTo>
                    <a:pt x="858" y="1599"/>
                  </a:lnTo>
                  <a:lnTo>
                    <a:pt x="2202" y="348"/>
                  </a:lnTo>
                  <a:cubicBezTo>
                    <a:pt x="2318" y="255"/>
                    <a:pt x="2318" y="163"/>
                    <a:pt x="2202" y="70"/>
                  </a:cubicBezTo>
                  <a:cubicBezTo>
                    <a:pt x="2156" y="24"/>
                    <a:pt x="2110" y="0"/>
                    <a:pt x="20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325;p104">
              <a:extLst>
                <a:ext uri="{FF2B5EF4-FFF2-40B4-BE49-F238E27FC236}">
                  <a16:creationId xmlns:a16="http://schemas.microsoft.com/office/drawing/2014/main" id="{079E7815-FA26-CC6D-EB10-EEC9DBF955EC}"/>
                </a:ext>
              </a:extLst>
            </p:cNvPr>
            <p:cNvSpPr/>
            <p:nvPr/>
          </p:nvSpPr>
          <p:spPr>
            <a:xfrm>
              <a:off x="3048630" y="3538316"/>
              <a:ext cx="68336" cy="12649"/>
            </a:xfrm>
            <a:custGeom>
              <a:avLst/>
              <a:gdLst/>
              <a:ahLst/>
              <a:cxnLst/>
              <a:rect l="l" t="t" r="r" b="b"/>
              <a:pathLst>
                <a:path w="2134" h="395" extrusionOk="0">
                  <a:moveTo>
                    <a:pt x="210" y="1"/>
                  </a:moveTo>
                  <a:cubicBezTo>
                    <a:pt x="94" y="1"/>
                    <a:pt x="1" y="93"/>
                    <a:pt x="1" y="186"/>
                  </a:cubicBezTo>
                  <a:cubicBezTo>
                    <a:pt x="1" y="302"/>
                    <a:pt x="94" y="394"/>
                    <a:pt x="210" y="394"/>
                  </a:cubicBezTo>
                  <a:lnTo>
                    <a:pt x="1948" y="394"/>
                  </a:lnTo>
                  <a:cubicBezTo>
                    <a:pt x="2040" y="394"/>
                    <a:pt x="2133" y="302"/>
                    <a:pt x="2133" y="186"/>
                  </a:cubicBezTo>
                  <a:cubicBezTo>
                    <a:pt x="2133" y="93"/>
                    <a:pt x="2040" y="1"/>
                    <a:pt x="19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5326;p104">
              <a:extLst>
                <a:ext uri="{FF2B5EF4-FFF2-40B4-BE49-F238E27FC236}">
                  <a16:creationId xmlns:a16="http://schemas.microsoft.com/office/drawing/2014/main" id="{308CEDB0-0DF8-AEEE-FA6E-441A561A5EA5}"/>
                </a:ext>
              </a:extLst>
            </p:cNvPr>
            <p:cNvSpPr/>
            <p:nvPr/>
          </p:nvSpPr>
          <p:spPr>
            <a:xfrm>
              <a:off x="3048630" y="3510873"/>
              <a:ext cx="118035" cy="11880"/>
            </a:xfrm>
            <a:custGeom>
              <a:avLst/>
              <a:gdLst/>
              <a:ahLst/>
              <a:cxnLst/>
              <a:rect l="l" t="t" r="r" b="b"/>
              <a:pathLst>
                <a:path w="3686" h="371" extrusionOk="0">
                  <a:moveTo>
                    <a:pt x="210" y="0"/>
                  </a:moveTo>
                  <a:cubicBezTo>
                    <a:pt x="94" y="0"/>
                    <a:pt x="1" y="93"/>
                    <a:pt x="1" y="185"/>
                  </a:cubicBezTo>
                  <a:cubicBezTo>
                    <a:pt x="1" y="278"/>
                    <a:pt x="94" y="371"/>
                    <a:pt x="210" y="371"/>
                  </a:cubicBezTo>
                  <a:lnTo>
                    <a:pt x="3477" y="371"/>
                  </a:lnTo>
                  <a:cubicBezTo>
                    <a:pt x="3570" y="371"/>
                    <a:pt x="3686" y="278"/>
                    <a:pt x="3686" y="185"/>
                  </a:cubicBezTo>
                  <a:cubicBezTo>
                    <a:pt x="3686" y="93"/>
                    <a:pt x="3570" y="0"/>
                    <a:pt x="34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5327;p104">
              <a:extLst>
                <a:ext uri="{FF2B5EF4-FFF2-40B4-BE49-F238E27FC236}">
                  <a16:creationId xmlns:a16="http://schemas.microsoft.com/office/drawing/2014/main" id="{43E29946-2FDD-5765-11F8-3425B51A60D8}"/>
                </a:ext>
              </a:extLst>
            </p:cNvPr>
            <p:cNvSpPr/>
            <p:nvPr/>
          </p:nvSpPr>
          <p:spPr>
            <a:xfrm>
              <a:off x="2962554" y="3498993"/>
              <a:ext cx="74260" cy="51973"/>
            </a:xfrm>
            <a:custGeom>
              <a:avLst/>
              <a:gdLst/>
              <a:ahLst/>
              <a:cxnLst/>
              <a:rect l="l" t="t" r="r" b="b"/>
              <a:pathLst>
                <a:path w="2319" h="1623" extrusionOk="0">
                  <a:moveTo>
                    <a:pt x="2063" y="0"/>
                  </a:moveTo>
                  <a:cubicBezTo>
                    <a:pt x="2017" y="0"/>
                    <a:pt x="1971" y="23"/>
                    <a:pt x="1924" y="70"/>
                  </a:cubicBezTo>
                  <a:lnTo>
                    <a:pt x="765" y="1136"/>
                  </a:lnTo>
                  <a:lnTo>
                    <a:pt x="371" y="835"/>
                  </a:lnTo>
                  <a:cubicBezTo>
                    <a:pt x="371" y="788"/>
                    <a:pt x="325" y="765"/>
                    <a:pt x="267" y="765"/>
                  </a:cubicBezTo>
                  <a:cubicBezTo>
                    <a:pt x="209" y="765"/>
                    <a:pt x="140" y="788"/>
                    <a:pt x="93" y="835"/>
                  </a:cubicBezTo>
                  <a:cubicBezTo>
                    <a:pt x="1" y="835"/>
                    <a:pt x="1" y="1043"/>
                    <a:pt x="93" y="1136"/>
                  </a:cubicBezTo>
                  <a:lnTo>
                    <a:pt x="580" y="1622"/>
                  </a:lnTo>
                  <a:lnTo>
                    <a:pt x="858" y="1622"/>
                  </a:lnTo>
                  <a:lnTo>
                    <a:pt x="2202" y="371"/>
                  </a:lnTo>
                  <a:cubicBezTo>
                    <a:pt x="2318" y="255"/>
                    <a:pt x="2318" y="70"/>
                    <a:pt x="2202" y="70"/>
                  </a:cubicBezTo>
                  <a:cubicBezTo>
                    <a:pt x="2156" y="23"/>
                    <a:pt x="2110" y="0"/>
                    <a:pt x="20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5328;p104">
              <a:extLst>
                <a:ext uri="{FF2B5EF4-FFF2-40B4-BE49-F238E27FC236}">
                  <a16:creationId xmlns:a16="http://schemas.microsoft.com/office/drawing/2014/main" id="{ACC0D2A8-0A03-9496-54E6-6B6B5FB24131}"/>
                </a:ext>
              </a:extLst>
            </p:cNvPr>
            <p:cNvSpPr/>
            <p:nvPr/>
          </p:nvSpPr>
          <p:spPr>
            <a:xfrm>
              <a:off x="3144378" y="3346854"/>
              <a:ext cx="170712" cy="183809"/>
            </a:xfrm>
            <a:custGeom>
              <a:avLst/>
              <a:gdLst/>
              <a:ahLst/>
              <a:cxnLst/>
              <a:rect l="l" t="t" r="r" b="b"/>
              <a:pathLst>
                <a:path w="5331" h="5740" extrusionOk="0">
                  <a:moveTo>
                    <a:pt x="2619" y="0"/>
                  </a:moveTo>
                  <a:cubicBezTo>
                    <a:pt x="1275" y="186"/>
                    <a:pt x="209" y="1345"/>
                    <a:pt x="209" y="2805"/>
                  </a:cubicBezTo>
                  <a:cubicBezTo>
                    <a:pt x="209" y="3083"/>
                    <a:pt x="302" y="3268"/>
                    <a:pt x="395" y="3569"/>
                  </a:cubicBezTo>
                  <a:lnTo>
                    <a:pt x="395" y="4149"/>
                  </a:lnTo>
                  <a:lnTo>
                    <a:pt x="1" y="5586"/>
                  </a:lnTo>
                  <a:cubicBezTo>
                    <a:pt x="1" y="5668"/>
                    <a:pt x="60" y="5739"/>
                    <a:pt x="127" y="5739"/>
                  </a:cubicBezTo>
                  <a:cubicBezTo>
                    <a:pt x="154" y="5739"/>
                    <a:pt x="183" y="5728"/>
                    <a:pt x="209" y="5701"/>
                  </a:cubicBezTo>
                  <a:lnTo>
                    <a:pt x="1553" y="5400"/>
                  </a:lnTo>
                  <a:cubicBezTo>
                    <a:pt x="1615" y="5369"/>
                    <a:pt x="1690" y="5359"/>
                    <a:pt x="1769" y="5359"/>
                  </a:cubicBezTo>
                  <a:cubicBezTo>
                    <a:pt x="1927" y="5359"/>
                    <a:pt x="2102" y="5400"/>
                    <a:pt x="2225" y="5400"/>
                  </a:cubicBezTo>
                  <a:cubicBezTo>
                    <a:pt x="2318" y="5493"/>
                    <a:pt x="2434" y="5493"/>
                    <a:pt x="2619" y="5493"/>
                  </a:cubicBezTo>
                  <a:lnTo>
                    <a:pt x="3199" y="5493"/>
                  </a:lnTo>
                  <a:lnTo>
                    <a:pt x="3477" y="5400"/>
                  </a:lnTo>
                  <a:cubicBezTo>
                    <a:pt x="3964" y="5307"/>
                    <a:pt x="5331" y="4334"/>
                    <a:pt x="5331" y="2805"/>
                  </a:cubicBezTo>
                  <a:cubicBezTo>
                    <a:pt x="5331" y="1252"/>
                    <a:pt x="4056" y="186"/>
                    <a:pt x="3291" y="93"/>
                  </a:cubicBezTo>
                  <a:cubicBezTo>
                    <a:pt x="3291" y="93"/>
                    <a:pt x="2712" y="0"/>
                    <a:pt x="26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5329;p104">
              <a:extLst>
                <a:ext uri="{FF2B5EF4-FFF2-40B4-BE49-F238E27FC236}">
                  <a16:creationId xmlns:a16="http://schemas.microsoft.com/office/drawing/2014/main" id="{7E3ED49D-2545-3938-22D5-BCF2EEFBDADB}"/>
                </a:ext>
              </a:extLst>
            </p:cNvPr>
            <p:cNvSpPr/>
            <p:nvPr/>
          </p:nvSpPr>
          <p:spPr>
            <a:xfrm>
              <a:off x="3228245" y="3346854"/>
              <a:ext cx="101703" cy="175900"/>
            </a:xfrm>
            <a:custGeom>
              <a:avLst/>
              <a:gdLst/>
              <a:ahLst/>
              <a:cxnLst/>
              <a:rect l="l" t="t" r="r" b="b"/>
              <a:pathLst>
                <a:path w="3176" h="5493" extrusionOk="0">
                  <a:moveTo>
                    <a:pt x="0" y="0"/>
                  </a:moveTo>
                  <a:cubicBezTo>
                    <a:pt x="580" y="93"/>
                    <a:pt x="1066" y="371"/>
                    <a:pt x="1553" y="765"/>
                  </a:cubicBezTo>
                  <a:cubicBezTo>
                    <a:pt x="2017" y="1345"/>
                    <a:pt x="2318" y="2017"/>
                    <a:pt x="2318" y="2805"/>
                  </a:cubicBezTo>
                  <a:cubicBezTo>
                    <a:pt x="2318" y="3569"/>
                    <a:pt x="2017" y="4241"/>
                    <a:pt x="1553" y="4728"/>
                  </a:cubicBezTo>
                  <a:cubicBezTo>
                    <a:pt x="1066" y="5122"/>
                    <a:pt x="580" y="5400"/>
                    <a:pt x="0" y="5493"/>
                  </a:cubicBezTo>
                  <a:lnTo>
                    <a:pt x="394" y="5493"/>
                  </a:lnTo>
                  <a:cubicBezTo>
                    <a:pt x="1159" y="5493"/>
                    <a:pt x="1831" y="5215"/>
                    <a:pt x="2411" y="4728"/>
                  </a:cubicBezTo>
                  <a:cubicBezTo>
                    <a:pt x="2897" y="4241"/>
                    <a:pt x="3175" y="3569"/>
                    <a:pt x="3175" y="2805"/>
                  </a:cubicBezTo>
                  <a:cubicBezTo>
                    <a:pt x="3175" y="2017"/>
                    <a:pt x="2897" y="1345"/>
                    <a:pt x="2411" y="765"/>
                  </a:cubicBezTo>
                  <a:cubicBezTo>
                    <a:pt x="1831" y="278"/>
                    <a:pt x="1159" y="0"/>
                    <a:pt x="3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330;p104">
              <a:extLst>
                <a:ext uri="{FF2B5EF4-FFF2-40B4-BE49-F238E27FC236}">
                  <a16:creationId xmlns:a16="http://schemas.microsoft.com/office/drawing/2014/main" id="{9AC99419-1FEF-47DA-950B-616280F360D1}"/>
                </a:ext>
              </a:extLst>
            </p:cNvPr>
            <p:cNvSpPr/>
            <p:nvPr/>
          </p:nvSpPr>
          <p:spPr>
            <a:xfrm>
              <a:off x="3194109" y="3395816"/>
              <a:ext cx="86845" cy="77975"/>
            </a:xfrm>
            <a:custGeom>
              <a:avLst/>
              <a:gdLst/>
              <a:ahLst/>
              <a:cxnLst/>
              <a:rect l="l" t="t" r="r" b="b"/>
              <a:pathLst>
                <a:path w="2712" h="2435" extrusionOk="0">
                  <a:moveTo>
                    <a:pt x="765" y="1"/>
                  </a:moveTo>
                  <a:cubicBezTo>
                    <a:pt x="302" y="1"/>
                    <a:pt x="0" y="395"/>
                    <a:pt x="0" y="882"/>
                  </a:cubicBezTo>
                  <a:cubicBezTo>
                    <a:pt x="0" y="1461"/>
                    <a:pt x="580" y="2040"/>
                    <a:pt x="1066" y="2434"/>
                  </a:cubicBezTo>
                  <a:cubicBezTo>
                    <a:pt x="1460" y="2434"/>
                    <a:pt x="2712" y="1739"/>
                    <a:pt x="2712" y="882"/>
                  </a:cubicBezTo>
                  <a:cubicBezTo>
                    <a:pt x="2712" y="395"/>
                    <a:pt x="2318" y="210"/>
                    <a:pt x="2132" y="117"/>
                  </a:cubicBezTo>
                  <a:lnTo>
                    <a:pt x="1738" y="117"/>
                  </a:lnTo>
                  <a:lnTo>
                    <a:pt x="1553" y="302"/>
                  </a:lnTo>
                  <a:lnTo>
                    <a:pt x="1344" y="302"/>
                  </a:lnTo>
                  <a:cubicBezTo>
                    <a:pt x="1252" y="117"/>
                    <a:pt x="1066" y="1"/>
                    <a:pt x="7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331;p104">
              <a:extLst>
                <a:ext uri="{FF2B5EF4-FFF2-40B4-BE49-F238E27FC236}">
                  <a16:creationId xmlns:a16="http://schemas.microsoft.com/office/drawing/2014/main" id="{41BD22C9-3753-23F8-8B94-4E405759DC82}"/>
                </a:ext>
              </a:extLst>
            </p:cNvPr>
            <p:cNvSpPr/>
            <p:nvPr/>
          </p:nvSpPr>
          <p:spPr>
            <a:xfrm>
              <a:off x="3228245" y="3395816"/>
              <a:ext cx="61611" cy="83899"/>
            </a:xfrm>
            <a:custGeom>
              <a:avLst/>
              <a:gdLst/>
              <a:ahLst/>
              <a:cxnLst/>
              <a:rect l="l" t="t" r="r" b="b"/>
              <a:pathLst>
                <a:path w="1924" h="2620" extrusionOk="0">
                  <a:moveTo>
                    <a:pt x="1066" y="1"/>
                  </a:moveTo>
                  <a:cubicBezTo>
                    <a:pt x="974" y="1"/>
                    <a:pt x="858" y="1"/>
                    <a:pt x="765" y="117"/>
                  </a:cubicBezTo>
                  <a:lnTo>
                    <a:pt x="672" y="117"/>
                  </a:lnTo>
                  <a:cubicBezTo>
                    <a:pt x="858" y="302"/>
                    <a:pt x="1066" y="580"/>
                    <a:pt x="1066" y="882"/>
                  </a:cubicBezTo>
                  <a:cubicBezTo>
                    <a:pt x="1066" y="1368"/>
                    <a:pt x="765" y="1739"/>
                    <a:pt x="394" y="2133"/>
                  </a:cubicBezTo>
                  <a:cubicBezTo>
                    <a:pt x="186" y="2226"/>
                    <a:pt x="93" y="2318"/>
                    <a:pt x="0" y="2434"/>
                  </a:cubicBezTo>
                  <a:cubicBezTo>
                    <a:pt x="186" y="2527"/>
                    <a:pt x="394" y="2620"/>
                    <a:pt x="394" y="2620"/>
                  </a:cubicBezTo>
                  <a:cubicBezTo>
                    <a:pt x="487" y="2620"/>
                    <a:pt x="858" y="2434"/>
                    <a:pt x="1252" y="2133"/>
                  </a:cubicBezTo>
                  <a:cubicBezTo>
                    <a:pt x="1553" y="1739"/>
                    <a:pt x="1924" y="1368"/>
                    <a:pt x="1924" y="882"/>
                  </a:cubicBezTo>
                  <a:cubicBezTo>
                    <a:pt x="1924" y="395"/>
                    <a:pt x="1553" y="1"/>
                    <a:pt x="10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0" name="Google Shape;3770;p79"/>
          <p:cNvSpPr/>
          <p:nvPr/>
        </p:nvSpPr>
        <p:spPr>
          <a:xfrm>
            <a:off x="4716350" y="1848842"/>
            <a:ext cx="782400" cy="7824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1" name="Google Shape;3771;p79"/>
          <p:cNvSpPr/>
          <p:nvPr/>
        </p:nvSpPr>
        <p:spPr>
          <a:xfrm>
            <a:off x="4716350" y="2888367"/>
            <a:ext cx="782400" cy="7824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3" name="Google Shape;3773;p79"/>
          <p:cNvSpPr/>
          <p:nvPr/>
        </p:nvSpPr>
        <p:spPr>
          <a:xfrm>
            <a:off x="3649550" y="2888367"/>
            <a:ext cx="782400" cy="7824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75" name="Google Shape;3775;p79"/>
          <p:cNvSpPr/>
          <p:nvPr/>
        </p:nvSpPr>
        <p:spPr>
          <a:xfrm>
            <a:off x="3649550" y="1846554"/>
            <a:ext cx="782400" cy="7824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6" name="Google Shape;3776;p79"/>
          <p:cNvSpPr txBox="1">
            <a:spLocks noGrp="1"/>
          </p:cNvSpPr>
          <p:nvPr>
            <p:ph type="title"/>
          </p:nvPr>
        </p:nvSpPr>
        <p:spPr>
          <a:xfrm>
            <a:off x="935403" y="740320"/>
            <a:ext cx="7273194" cy="9539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sz="1400" dirty="0"/>
              <a:t>Quando l'IA visiva (YOLO) rileva un'anomali, il sistema RAG entra in azione per fornire il contesto clinico necessario.</a:t>
            </a:r>
            <a:endParaRPr sz="1400" dirty="0"/>
          </a:p>
        </p:txBody>
      </p:sp>
      <p:sp>
        <p:nvSpPr>
          <p:cNvPr id="3778" name="Google Shape;3778;p79"/>
          <p:cNvSpPr txBox="1"/>
          <p:nvPr/>
        </p:nvSpPr>
        <p:spPr>
          <a:xfrm>
            <a:off x="670254" y="1961843"/>
            <a:ext cx="2867192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it-IT" dirty="0"/>
              <a:t>La parola "Opacità" viene tradotta nello stesso linguaggio matematico dei documenti.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80" name="Google Shape;3780;p79"/>
          <p:cNvSpPr txBox="1"/>
          <p:nvPr/>
        </p:nvSpPr>
        <p:spPr>
          <a:xfrm>
            <a:off x="5598702" y="3026254"/>
            <a:ext cx="2866955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it-IT" dirty="0"/>
              <a:t>L'IA non riceve solo la definizione, ma anche cause, errori comuni e diagnosi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82" name="Google Shape;3782;p79"/>
          <p:cNvSpPr txBox="1"/>
          <p:nvPr/>
        </p:nvSpPr>
        <p:spPr>
          <a:xfrm>
            <a:off x="5598702" y="1942650"/>
            <a:ext cx="3342097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332101" lvl="0"/>
            <a:r>
              <a:rPr lang="it-IT" b="1" dirty="0"/>
              <a:t> MMR:</a:t>
            </a:r>
            <a:r>
              <a:rPr lang="it-IT" dirty="0"/>
              <a:t> Seleziona i risultati bilanciando </a:t>
            </a:r>
            <a:r>
              <a:rPr lang="it-IT" i="1" dirty="0"/>
              <a:t>Rilevanza</a:t>
            </a:r>
            <a:r>
              <a:rPr lang="it-IT" dirty="0"/>
              <a:t> e </a:t>
            </a:r>
            <a:r>
              <a:rPr lang="it-IT" i="1" dirty="0"/>
              <a:t>Diversità</a:t>
            </a:r>
            <a:r>
              <a:rPr lang="it-IT" dirty="0"/>
              <a:t>, evitando informazioni ridondanti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86" name="Google Shape;3786;p79"/>
          <p:cNvSpPr txBox="1"/>
          <p:nvPr/>
        </p:nvSpPr>
        <p:spPr>
          <a:xfrm>
            <a:off x="630989" y="3026254"/>
            <a:ext cx="2906457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it-IT" dirty="0"/>
              <a:t>Un referto medico che cita fonti verificate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789" name="Google Shape;3789;p79"/>
          <p:cNvCxnSpPr>
            <a:cxnSpLocks/>
            <a:stCxn id="3775" idx="6"/>
            <a:endCxn id="3770" idx="2"/>
          </p:cNvCxnSpPr>
          <p:nvPr/>
        </p:nvCxnSpPr>
        <p:spPr>
          <a:xfrm>
            <a:off x="4431950" y="2237754"/>
            <a:ext cx="284400" cy="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90" name="Google Shape;3790;p79"/>
          <p:cNvCxnSpPr>
            <a:cxnSpLocks/>
            <a:stCxn id="3770" idx="4"/>
            <a:endCxn id="3771" idx="0"/>
          </p:cNvCxnSpPr>
          <p:nvPr/>
        </p:nvCxnSpPr>
        <p:spPr>
          <a:xfrm>
            <a:off x="5107550" y="2631242"/>
            <a:ext cx="0" cy="25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91" name="Google Shape;3791;p79"/>
          <p:cNvCxnSpPr>
            <a:cxnSpLocks/>
            <a:stCxn id="3771" idx="2"/>
            <a:endCxn id="3773" idx="6"/>
          </p:cNvCxnSpPr>
          <p:nvPr/>
        </p:nvCxnSpPr>
        <p:spPr>
          <a:xfrm rot="10800000">
            <a:off x="4431950" y="3279567"/>
            <a:ext cx="2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824" name="Google Shape;3824;p79"/>
          <p:cNvGrpSpPr/>
          <p:nvPr/>
        </p:nvGrpSpPr>
        <p:grpSpPr>
          <a:xfrm>
            <a:off x="4914737" y="3134971"/>
            <a:ext cx="388170" cy="322715"/>
            <a:chOff x="8682861" y="2586191"/>
            <a:chExt cx="460900" cy="383181"/>
          </a:xfrm>
        </p:grpSpPr>
        <p:sp>
          <p:nvSpPr>
            <p:cNvPr id="3825" name="Google Shape;3825;p79"/>
            <p:cNvSpPr/>
            <p:nvPr/>
          </p:nvSpPr>
          <p:spPr>
            <a:xfrm>
              <a:off x="8976764" y="2805834"/>
              <a:ext cx="55687" cy="58665"/>
            </a:xfrm>
            <a:custGeom>
              <a:avLst/>
              <a:gdLst/>
              <a:ahLst/>
              <a:cxnLst/>
              <a:rect l="l" t="t" r="r" b="b"/>
              <a:pathLst>
                <a:path w="1739" h="1832" extrusionOk="0">
                  <a:moveTo>
                    <a:pt x="580" y="1"/>
                  </a:moveTo>
                  <a:lnTo>
                    <a:pt x="0" y="673"/>
                  </a:lnTo>
                  <a:lnTo>
                    <a:pt x="1159" y="1832"/>
                  </a:lnTo>
                  <a:lnTo>
                    <a:pt x="1646" y="1739"/>
                  </a:lnTo>
                  <a:lnTo>
                    <a:pt x="1738" y="1160"/>
                  </a:lnTo>
                  <a:lnTo>
                    <a:pt x="5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79"/>
            <p:cNvSpPr/>
            <p:nvPr/>
          </p:nvSpPr>
          <p:spPr>
            <a:xfrm>
              <a:off x="8741494" y="2597495"/>
              <a:ext cx="287978" cy="268541"/>
            </a:xfrm>
            <a:custGeom>
              <a:avLst/>
              <a:gdLst/>
              <a:ahLst/>
              <a:cxnLst/>
              <a:rect l="l" t="t" r="r" b="b"/>
              <a:pathLst>
                <a:path w="8993" h="8386" extrusionOk="0">
                  <a:moveTo>
                    <a:pt x="4821" y="505"/>
                  </a:moveTo>
                  <a:cubicBezTo>
                    <a:pt x="5702" y="505"/>
                    <a:pt x="6559" y="898"/>
                    <a:pt x="7255" y="1571"/>
                  </a:cubicBezTo>
                  <a:cubicBezTo>
                    <a:pt x="7927" y="2243"/>
                    <a:pt x="8298" y="3123"/>
                    <a:pt x="8298" y="3981"/>
                  </a:cubicBezTo>
                  <a:cubicBezTo>
                    <a:pt x="8298" y="4954"/>
                    <a:pt x="7927" y="5812"/>
                    <a:pt x="7255" y="6507"/>
                  </a:cubicBezTo>
                  <a:cubicBezTo>
                    <a:pt x="6559" y="7179"/>
                    <a:pt x="5702" y="7457"/>
                    <a:pt x="4821" y="7457"/>
                  </a:cubicBezTo>
                  <a:cubicBezTo>
                    <a:pt x="3964" y="7457"/>
                    <a:pt x="2990" y="7179"/>
                    <a:pt x="2318" y="6507"/>
                  </a:cubicBezTo>
                  <a:cubicBezTo>
                    <a:pt x="974" y="5140"/>
                    <a:pt x="974" y="2915"/>
                    <a:pt x="2318" y="1571"/>
                  </a:cubicBezTo>
                  <a:cubicBezTo>
                    <a:pt x="2990" y="898"/>
                    <a:pt x="3964" y="505"/>
                    <a:pt x="4821" y="505"/>
                  </a:cubicBezTo>
                  <a:close/>
                  <a:moveTo>
                    <a:pt x="4725" y="0"/>
                  </a:moveTo>
                  <a:cubicBezTo>
                    <a:pt x="3188" y="0"/>
                    <a:pt x="1924" y="806"/>
                    <a:pt x="1924" y="806"/>
                  </a:cubicBezTo>
                  <a:lnTo>
                    <a:pt x="1461" y="1292"/>
                  </a:lnTo>
                  <a:cubicBezTo>
                    <a:pt x="1" y="2915"/>
                    <a:pt x="93" y="5533"/>
                    <a:pt x="1739" y="7086"/>
                  </a:cubicBezTo>
                  <a:cubicBezTo>
                    <a:pt x="2614" y="7949"/>
                    <a:pt x="3732" y="8386"/>
                    <a:pt x="4834" y="8386"/>
                  </a:cubicBezTo>
                  <a:cubicBezTo>
                    <a:pt x="5805" y="8386"/>
                    <a:pt x="6763" y="8048"/>
                    <a:pt x="7533" y="7364"/>
                  </a:cubicBezTo>
                  <a:cubicBezTo>
                    <a:pt x="7718" y="7272"/>
                    <a:pt x="7834" y="6970"/>
                    <a:pt x="7834" y="6970"/>
                  </a:cubicBezTo>
                  <a:cubicBezTo>
                    <a:pt x="8599" y="6206"/>
                    <a:pt x="8993" y="5348"/>
                    <a:pt x="8993" y="4467"/>
                  </a:cubicBezTo>
                  <a:cubicBezTo>
                    <a:pt x="8993" y="3309"/>
                    <a:pt x="8506" y="2150"/>
                    <a:pt x="7533" y="1177"/>
                  </a:cubicBezTo>
                  <a:cubicBezTo>
                    <a:pt x="6637" y="281"/>
                    <a:pt x="5634" y="0"/>
                    <a:pt x="47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79"/>
            <p:cNvSpPr/>
            <p:nvPr/>
          </p:nvSpPr>
          <p:spPr>
            <a:xfrm>
              <a:off x="8788247" y="2586191"/>
              <a:ext cx="247182" cy="247150"/>
            </a:xfrm>
            <a:custGeom>
              <a:avLst/>
              <a:gdLst/>
              <a:ahLst/>
              <a:cxnLst/>
              <a:rect l="l" t="t" r="r" b="b"/>
              <a:pathLst>
                <a:path w="7719" h="7718" extrusionOk="0">
                  <a:moveTo>
                    <a:pt x="3361" y="0"/>
                  </a:moveTo>
                  <a:cubicBezTo>
                    <a:pt x="2202" y="0"/>
                    <a:pt x="1160" y="487"/>
                    <a:pt x="279" y="1251"/>
                  </a:cubicBezTo>
                  <a:cubicBezTo>
                    <a:pt x="186" y="1437"/>
                    <a:pt x="94" y="1530"/>
                    <a:pt x="1" y="1645"/>
                  </a:cubicBezTo>
                  <a:cubicBezTo>
                    <a:pt x="766" y="950"/>
                    <a:pt x="1739" y="672"/>
                    <a:pt x="2782" y="672"/>
                  </a:cubicBezTo>
                  <a:cubicBezTo>
                    <a:pt x="3848" y="672"/>
                    <a:pt x="5007" y="1066"/>
                    <a:pt x="5795" y="1924"/>
                  </a:cubicBezTo>
                  <a:cubicBezTo>
                    <a:pt x="6652" y="2804"/>
                    <a:pt x="7139" y="3847"/>
                    <a:pt x="7139" y="5006"/>
                  </a:cubicBezTo>
                  <a:cubicBezTo>
                    <a:pt x="7139" y="5979"/>
                    <a:pt x="6745" y="6953"/>
                    <a:pt x="6073" y="7717"/>
                  </a:cubicBezTo>
                  <a:cubicBezTo>
                    <a:pt x="6258" y="7625"/>
                    <a:pt x="6374" y="7532"/>
                    <a:pt x="6467" y="7439"/>
                  </a:cubicBezTo>
                  <a:cubicBezTo>
                    <a:pt x="7324" y="6559"/>
                    <a:pt x="7718" y="5493"/>
                    <a:pt x="7718" y="4334"/>
                  </a:cubicBezTo>
                  <a:cubicBezTo>
                    <a:pt x="7718" y="3268"/>
                    <a:pt x="7324" y="2109"/>
                    <a:pt x="6467" y="1251"/>
                  </a:cubicBezTo>
                  <a:cubicBezTo>
                    <a:pt x="5586" y="487"/>
                    <a:pt x="4427" y="0"/>
                    <a:pt x="33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8" name="Google Shape;3828;p79"/>
            <p:cNvSpPr/>
            <p:nvPr/>
          </p:nvSpPr>
          <p:spPr>
            <a:xfrm>
              <a:off x="9007185" y="2854828"/>
              <a:ext cx="40861" cy="37146"/>
            </a:xfrm>
            <a:custGeom>
              <a:avLst/>
              <a:gdLst/>
              <a:ahLst/>
              <a:cxnLst/>
              <a:rect l="l" t="t" r="r" b="b"/>
              <a:pathLst>
                <a:path w="1276" h="1160" extrusionOk="0">
                  <a:moveTo>
                    <a:pt x="487" y="0"/>
                  </a:moveTo>
                  <a:lnTo>
                    <a:pt x="302" y="209"/>
                  </a:lnTo>
                  <a:lnTo>
                    <a:pt x="116" y="394"/>
                  </a:lnTo>
                  <a:cubicBezTo>
                    <a:pt x="1" y="487"/>
                    <a:pt x="1" y="672"/>
                    <a:pt x="116" y="788"/>
                  </a:cubicBezTo>
                  <a:lnTo>
                    <a:pt x="487" y="1159"/>
                  </a:lnTo>
                  <a:lnTo>
                    <a:pt x="1275" y="788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9" name="Google Shape;3829;p79"/>
            <p:cNvSpPr/>
            <p:nvPr/>
          </p:nvSpPr>
          <p:spPr>
            <a:xfrm>
              <a:off x="9016824" y="2837952"/>
              <a:ext cx="43070" cy="35449"/>
            </a:xfrm>
            <a:custGeom>
              <a:avLst/>
              <a:gdLst/>
              <a:ahLst/>
              <a:cxnLst/>
              <a:rect l="l" t="t" r="r" b="b"/>
              <a:pathLst>
                <a:path w="1345" h="1107" extrusionOk="0">
                  <a:moveTo>
                    <a:pt x="36" y="701"/>
                  </a:moveTo>
                  <a:lnTo>
                    <a:pt x="36" y="701"/>
                  </a:lnTo>
                  <a:cubicBezTo>
                    <a:pt x="23" y="711"/>
                    <a:pt x="11" y="723"/>
                    <a:pt x="1" y="736"/>
                  </a:cubicBezTo>
                  <a:lnTo>
                    <a:pt x="36" y="701"/>
                  </a:lnTo>
                  <a:close/>
                  <a:moveTo>
                    <a:pt x="768" y="0"/>
                  </a:moveTo>
                  <a:cubicBezTo>
                    <a:pt x="696" y="0"/>
                    <a:pt x="627" y="52"/>
                    <a:pt x="580" y="157"/>
                  </a:cubicBezTo>
                  <a:lnTo>
                    <a:pt x="36" y="701"/>
                  </a:lnTo>
                  <a:lnTo>
                    <a:pt x="36" y="701"/>
                  </a:lnTo>
                  <a:cubicBezTo>
                    <a:pt x="79" y="666"/>
                    <a:pt x="133" y="649"/>
                    <a:pt x="189" y="649"/>
                  </a:cubicBezTo>
                  <a:cubicBezTo>
                    <a:pt x="262" y="649"/>
                    <a:pt x="337" y="678"/>
                    <a:pt x="395" y="736"/>
                  </a:cubicBezTo>
                  <a:lnTo>
                    <a:pt x="766" y="1107"/>
                  </a:lnTo>
                  <a:lnTo>
                    <a:pt x="1345" y="1107"/>
                  </a:lnTo>
                  <a:lnTo>
                    <a:pt x="1345" y="527"/>
                  </a:lnTo>
                  <a:lnTo>
                    <a:pt x="974" y="157"/>
                  </a:lnTo>
                  <a:cubicBezTo>
                    <a:pt x="916" y="52"/>
                    <a:pt x="841" y="0"/>
                    <a:pt x="7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3830;p79"/>
            <p:cNvSpPr/>
            <p:nvPr/>
          </p:nvSpPr>
          <p:spPr>
            <a:xfrm>
              <a:off x="9022780" y="2873369"/>
              <a:ext cx="111342" cy="96003"/>
            </a:xfrm>
            <a:custGeom>
              <a:avLst/>
              <a:gdLst/>
              <a:ahLst/>
              <a:cxnLst/>
              <a:rect l="l" t="t" r="r" b="b"/>
              <a:pathLst>
                <a:path w="3477" h="2998" extrusionOk="0">
                  <a:moveTo>
                    <a:pt x="580" y="1"/>
                  </a:moveTo>
                  <a:lnTo>
                    <a:pt x="0" y="580"/>
                  </a:lnTo>
                  <a:lnTo>
                    <a:pt x="1460" y="2527"/>
                  </a:lnTo>
                  <a:cubicBezTo>
                    <a:pt x="1713" y="2843"/>
                    <a:pt x="2063" y="2997"/>
                    <a:pt x="2415" y="2997"/>
                  </a:cubicBezTo>
                  <a:cubicBezTo>
                    <a:pt x="2578" y="2997"/>
                    <a:pt x="2742" y="2964"/>
                    <a:pt x="2897" y="2898"/>
                  </a:cubicBezTo>
                  <a:cubicBezTo>
                    <a:pt x="3476" y="2527"/>
                    <a:pt x="3291" y="1553"/>
                    <a:pt x="2712" y="1067"/>
                  </a:cubicBezTo>
                  <a:lnTo>
                    <a:pt x="58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79"/>
            <p:cNvSpPr/>
            <p:nvPr/>
          </p:nvSpPr>
          <p:spPr>
            <a:xfrm>
              <a:off x="9041321" y="2854828"/>
              <a:ext cx="102440" cy="111342"/>
            </a:xfrm>
            <a:custGeom>
              <a:avLst/>
              <a:gdLst/>
              <a:ahLst/>
              <a:cxnLst/>
              <a:rect l="l" t="t" r="r" b="b"/>
              <a:pathLst>
                <a:path w="3199" h="3477" extrusionOk="0">
                  <a:moveTo>
                    <a:pt x="580" y="0"/>
                  </a:moveTo>
                  <a:lnTo>
                    <a:pt x="1" y="580"/>
                  </a:lnTo>
                  <a:lnTo>
                    <a:pt x="1947" y="2040"/>
                  </a:lnTo>
                  <a:cubicBezTo>
                    <a:pt x="2411" y="2411"/>
                    <a:pt x="2619" y="2990"/>
                    <a:pt x="2318" y="3477"/>
                  </a:cubicBezTo>
                  <a:cubicBezTo>
                    <a:pt x="2527" y="3477"/>
                    <a:pt x="2619" y="3384"/>
                    <a:pt x="2712" y="3291"/>
                  </a:cubicBezTo>
                  <a:cubicBezTo>
                    <a:pt x="3199" y="2712"/>
                    <a:pt x="3199" y="1831"/>
                    <a:pt x="2619" y="1460"/>
                  </a:cubicBezTo>
                  <a:lnTo>
                    <a:pt x="58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3832;p79"/>
            <p:cNvSpPr/>
            <p:nvPr/>
          </p:nvSpPr>
          <p:spPr>
            <a:xfrm>
              <a:off x="8682861" y="2777654"/>
              <a:ext cx="170007" cy="179614"/>
            </a:xfrm>
            <a:custGeom>
              <a:avLst/>
              <a:gdLst/>
              <a:ahLst/>
              <a:cxnLst/>
              <a:rect l="l" t="t" r="r" b="b"/>
              <a:pathLst>
                <a:path w="5309" h="5609" extrusionOk="0">
                  <a:moveTo>
                    <a:pt x="2805" y="0"/>
                  </a:moveTo>
                  <a:cubicBezTo>
                    <a:pt x="1252" y="0"/>
                    <a:pt x="1" y="1252"/>
                    <a:pt x="1" y="2804"/>
                  </a:cubicBezTo>
                  <a:cubicBezTo>
                    <a:pt x="1" y="4241"/>
                    <a:pt x="1067" y="5307"/>
                    <a:pt x="2411" y="5609"/>
                  </a:cubicBezTo>
                  <a:cubicBezTo>
                    <a:pt x="3570" y="5516"/>
                    <a:pt x="5308" y="4357"/>
                    <a:pt x="5308" y="2804"/>
                  </a:cubicBezTo>
                  <a:cubicBezTo>
                    <a:pt x="5308" y="2503"/>
                    <a:pt x="5308" y="2225"/>
                    <a:pt x="5215" y="2040"/>
                  </a:cubicBezTo>
                  <a:cubicBezTo>
                    <a:pt x="5123" y="1831"/>
                    <a:pt x="5123" y="1646"/>
                    <a:pt x="5215" y="1460"/>
                  </a:cubicBezTo>
                  <a:lnTo>
                    <a:pt x="4914" y="0"/>
                  </a:lnTo>
                  <a:lnTo>
                    <a:pt x="4242" y="186"/>
                  </a:lnTo>
                  <a:lnTo>
                    <a:pt x="3663" y="186"/>
                  </a:lnTo>
                  <a:cubicBezTo>
                    <a:pt x="3385" y="93"/>
                    <a:pt x="3083" y="0"/>
                    <a:pt x="28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3" name="Google Shape;3833;p79"/>
            <p:cNvSpPr/>
            <p:nvPr/>
          </p:nvSpPr>
          <p:spPr>
            <a:xfrm>
              <a:off x="8760067" y="2771698"/>
              <a:ext cx="108364" cy="185570"/>
            </a:xfrm>
            <a:custGeom>
              <a:avLst/>
              <a:gdLst/>
              <a:ahLst/>
              <a:cxnLst/>
              <a:rect l="l" t="t" r="r" b="b"/>
              <a:pathLst>
                <a:path w="3384" h="5795" extrusionOk="0">
                  <a:moveTo>
                    <a:pt x="3198" y="1"/>
                  </a:moveTo>
                  <a:lnTo>
                    <a:pt x="2503" y="186"/>
                  </a:lnTo>
                  <a:lnTo>
                    <a:pt x="2225" y="1646"/>
                  </a:lnTo>
                  <a:cubicBezTo>
                    <a:pt x="2132" y="1832"/>
                    <a:pt x="2132" y="2017"/>
                    <a:pt x="2225" y="2226"/>
                  </a:cubicBezTo>
                  <a:cubicBezTo>
                    <a:pt x="2225" y="2318"/>
                    <a:pt x="2318" y="2504"/>
                    <a:pt x="2318" y="2596"/>
                  </a:cubicBezTo>
                  <a:lnTo>
                    <a:pt x="2318" y="2990"/>
                  </a:lnTo>
                  <a:cubicBezTo>
                    <a:pt x="2318" y="3755"/>
                    <a:pt x="2040" y="4427"/>
                    <a:pt x="1553" y="4914"/>
                  </a:cubicBezTo>
                  <a:cubicBezTo>
                    <a:pt x="1066" y="5401"/>
                    <a:pt x="580" y="5702"/>
                    <a:pt x="0" y="5795"/>
                  </a:cubicBezTo>
                  <a:lnTo>
                    <a:pt x="394" y="5795"/>
                  </a:lnTo>
                  <a:cubicBezTo>
                    <a:pt x="1159" y="5795"/>
                    <a:pt x="1831" y="5493"/>
                    <a:pt x="2318" y="4914"/>
                  </a:cubicBezTo>
                  <a:cubicBezTo>
                    <a:pt x="2897" y="4427"/>
                    <a:pt x="3198" y="3755"/>
                    <a:pt x="3198" y="2990"/>
                  </a:cubicBezTo>
                  <a:lnTo>
                    <a:pt x="3198" y="2596"/>
                  </a:lnTo>
                  <a:cubicBezTo>
                    <a:pt x="3082" y="2504"/>
                    <a:pt x="3082" y="2318"/>
                    <a:pt x="3082" y="2226"/>
                  </a:cubicBezTo>
                  <a:cubicBezTo>
                    <a:pt x="2990" y="2017"/>
                    <a:pt x="2990" y="1832"/>
                    <a:pt x="3082" y="1646"/>
                  </a:cubicBezTo>
                  <a:lnTo>
                    <a:pt x="3384" y="186"/>
                  </a:lnTo>
                  <a:cubicBezTo>
                    <a:pt x="3384" y="93"/>
                    <a:pt x="3291" y="1"/>
                    <a:pt x="31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834;p79"/>
            <p:cNvSpPr/>
            <p:nvPr/>
          </p:nvSpPr>
          <p:spPr>
            <a:xfrm>
              <a:off x="8899589" y="2753157"/>
              <a:ext cx="40092" cy="40092"/>
            </a:xfrm>
            <a:custGeom>
              <a:avLst/>
              <a:gdLst/>
              <a:ahLst/>
              <a:cxnLst/>
              <a:rect l="l" t="t" r="r" b="b"/>
              <a:pathLst>
                <a:path w="1252" h="1252" extrusionOk="0">
                  <a:moveTo>
                    <a:pt x="579" y="0"/>
                  </a:moveTo>
                  <a:cubicBezTo>
                    <a:pt x="278" y="0"/>
                    <a:pt x="0" y="279"/>
                    <a:pt x="0" y="580"/>
                  </a:cubicBezTo>
                  <a:cubicBezTo>
                    <a:pt x="0" y="951"/>
                    <a:pt x="278" y="1252"/>
                    <a:pt x="579" y="1252"/>
                  </a:cubicBezTo>
                  <a:cubicBezTo>
                    <a:pt x="950" y="1252"/>
                    <a:pt x="1252" y="951"/>
                    <a:pt x="1252" y="580"/>
                  </a:cubicBezTo>
                  <a:cubicBezTo>
                    <a:pt x="1252" y="279"/>
                    <a:pt x="950" y="0"/>
                    <a:pt x="5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79"/>
            <p:cNvSpPr/>
            <p:nvPr/>
          </p:nvSpPr>
          <p:spPr>
            <a:xfrm>
              <a:off x="8918131" y="2684885"/>
              <a:ext cx="43070" cy="40092"/>
            </a:xfrm>
            <a:custGeom>
              <a:avLst/>
              <a:gdLst/>
              <a:ahLst/>
              <a:cxnLst/>
              <a:rect l="l" t="t" r="r" b="b"/>
              <a:pathLst>
                <a:path w="1345" h="1252" extrusionOk="0">
                  <a:moveTo>
                    <a:pt x="673" y="0"/>
                  </a:moveTo>
                  <a:cubicBezTo>
                    <a:pt x="279" y="0"/>
                    <a:pt x="0" y="302"/>
                    <a:pt x="0" y="672"/>
                  </a:cubicBezTo>
                  <a:cubicBezTo>
                    <a:pt x="0" y="974"/>
                    <a:pt x="279" y="1252"/>
                    <a:pt x="673" y="1252"/>
                  </a:cubicBezTo>
                  <a:cubicBezTo>
                    <a:pt x="1043" y="1252"/>
                    <a:pt x="1345" y="974"/>
                    <a:pt x="1345" y="672"/>
                  </a:cubicBezTo>
                  <a:cubicBezTo>
                    <a:pt x="1345" y="302"/>
                    <a:pt x="1043" y="0"/>
                    <a:pt x="6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79"/>
            <p:cNvSpPr/>
            <p:nvPr/>
          </p:nvSpPr>
          <p:spPr>
            <a:xfrm>
              <a:off x="8818701" y="2675983"/>
              <a:ext cx="71250" cy="70514"/>
            </a:xfrm>
            <a:custGeom>
              <a:avLst/>
              <a:gdLst/>
              <a:ahLst/>
              <a:cxnLst/>
              <a:rect l="l" t="t" r="r" b="b"/>
              <a:pathLst>
                <a:path w="2225" h="2202" extrusionOk="0">
                  <a:moveTo>
                    <a:pt x="1066" y="0"/>
                  </a:moveTo>
                  <a:cubicBezTo>
                    <a:pt x="487" y="0"/>
                    <a:pt x="0" y="464"/>
                    <a:pt x="0" y="1159"/>
                  </a:cubicBezTo>
                  <a:cubicBezTo>
                    <a:pt x="0" y="1738"/>
                    <a:pt x="487" y="2202"/>
                    <a:pt x="1066" y="2202"/>
                  </a:cubicBezTo>
                  <a:cubicBezTo>
                    <a:pt x="1738" y="2202"/>
                    <a:pt x="2225" y="1738"/>
                    <a:pt x="2225" y="1159"/>
                  </a:cubicBezTo>
                  <a:cubicBezTo>
                    <a:pt x="2225" y="464"/>
                    <a:pt x="1738" y="0"/>
                    <a:pt x="10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3837;p79"/>
            <p:cNvSpPr/>
            <p:nvPr/>
          </p:nvSpPr>
          <p:spPr>
            <a:xfrm>
              <a:off x="8784533" y="2821621"/>
              <a:ext cx="34168" cy="31574"/>
            </a:xfrm>
            <a:custGeom>
              <a:avLst/>
              <a:gdLst/>
              <a:ahLst/>
              <a:cxnLst/>
              <a:rect l="l" t="t" r="r" b="b"/>
              <a:pathLst>
                <a:path w="1067" h="986" extrusionOk="0">
                  <a:moveTo>
                    <a:pt x="882" y="0"/>
                  </a:moveTo>
                  <a:cubicBezTo>
                    <a:pt x="812" y="0"/>
                    <a:pt x="743" y="29"/>
                    <a:pt x="696" y="87"/>
                  </a:cubicBezTo>
                  <a:lnTo>
                    <a:pt x="117" y="667"/>
                  </a:lnTo>
                  <a:cubicBezTo>
                    <a:pt x="1" y="759"/>
                    <a:pt x="117" y="852"/>
                    <a:pt x="210" y="945"/>
                  </a:cubicBezTo>
                  <a:lnTo>
                    <a:pt x="302" y="945"/>
                  </a:lnTo>
                  <a:cubicBezTo>
                    <a:pt x="364" y="945"/>
                    <a:pt x="385" y="986"/>
                    <a:pt x="391" y="986"/>
                  </a:cubicBezTo>
                  <a:cubicBezTo>
                    <a:pt x="395" y="986"/>
                    <a:pt x="395" y="976"/>
                    <a:pt x="395" y="945"/>
                  </a:cubicBezTo>
                  <a:lnTo>
                    <a:pt x="1067" y="365"/>
                  </a:lnTo>
                  <a:lnTo>
                    <a:pt x="1067" y="87"/>
                  </a:lnTo>
                  <a:cubicBezTo>
                    <a:pt x="1021" y="29"/>
                    <a:pt x="951" y="0"/>
                    <a:pt x="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3838;p79"/>
            <p:cNvSpPr/>
            <p:nvPr/>
          </p:nvSpPr>
          <p:spPr>
            <a:xfrm>
              <a:off x="8784533" y="2881791"/>
              <a:ext cx="34168" cy="31702"/>
            </a:xfrm>
            <a:custGeom>
              <a:avLst/>
              <a:gdLst/>
              <a:ahLst/>
              <a:cxnLst/>
              <a:rect l="l" t="t" r="r" b="b"/>
              <a:pathLst>
                <a:path w="1067" h="990" extrusionOk="0">
                  <a:moveTo>
                    <a:pt x="333" y="1"/>
                  </a:moveTo>
                  <a:cubicBezTo>
                    <a:pt x="294" y="1"/>
                    <a:pt x="275" y="66"/>
                    <a:pt x="210" y="132"/>
                  </a:cubicBezTo>
                  <a:cubicBezTo>
                    <a:pt x="117" y="224"/>
                    <a:pt x="1" y="224"/>
                    <a:pt x="117" y="317"/>
                  </a:cubicBezTo>
                  <a:lnTo>
                    <a:pt x="696" y="989"/>
                  </a:lnTo>
                  <a:lnTo>
                    <a:pt x="1067" y="989"/>
                  </a:lnTo>
                  <a:lnTo>
                    <a:pt x="1067" y="618"/>
                  </a:lnTo>
                  <a:lnTo>
                    <a:pt x="395" y="39"/>
                  </a:lnTo>
                  <a:cubicBezTo>
                    <a:pt x="368" y="12"/>
                    <a:pt x="349" y="1"/>
                    <a:pt x="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79"/>
            <p:cNvSpPr/>
            <p:nvPr/>
          </p:nvSpPr>
          <p:spPr>
            <a:xfrm>
              <a:off x="8725931" y="2821621"/>
              <a:ext cx="34168" cy="30261"/>
            </a:xfrm>
            <a:custGeom>
              <a:avLst/>
              <a:gdLst/>
              <a:ahLst/>
              <a:cxnLst/>
              <a:rect l="l" t="t" r="r" b="b"/>
              <a:pathLst>
                <a:path w="1067" h="945" extrusionOk="0">
                  <a:moveTo>
                    <a:pt x="252" y="0"/>
                  </a:moveTo>
                  <a:cubicBezTo>
                    <a:pt x="203" y="0"/>
                    <a:pt x="151" y="29"/>
                    <a:pt x="93" y="87"/>
                  </a:cubicBezTo>
                  <a:cubicBezTo>
                    <a:pt x="0" y="180"/>
                    <a:pt x="0" y="273"/>
                    <a:pt x="93" y="365"/>
                  </a:cubicBezTo>
                  <a:lnTo>
                    <a:pt x="672" y="945"/>
                  </a:lnTo>
                  <a:lnTo>
                    <a:pt x="973" y="945"/>
                  </a:lnTo>
                  <a:cubicBezTo>
                    <a:pt x="973" y="852"/>
                    <a:pt x="1066" y="759"/>
                    <a:pt x="973" y="667"/>
                  </a:cubicBezTo>
                  <a:lnTo>
                    <a:pt x="394" y="87"/>
                  </a:lnTo>
                  <a:cubicBezTo>
                    <a:pt x="348" y="29"/>
                    <a:pt x="301" y="0"/>
                    <a:pt x="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840;p79"/>
            <p:cNvSpPr/>
            <p:nvPr/>
          </p:nvSpPr>
          <p:spPr>
            <a:xfrm>
              <a:off x="8797150" y="2861489"/>
              <a:ext cx="31222" cy="11912"/>
            </a:xfrm>
            <a:custGeom>
              <a:avLst/>
              <a:gdLst/>
              <a:ahLst/>
              <a:cxnLst/>
              <a:rect l="l" t="t" r="r" b="b"/>
              <a:pathLst>
                <a:path w="975" h="372" extrusionOk="0">
                  <a:moveTo>
                    <a:pt x="94" y="1"/>
                  </a:moveTo>
                  <a:cubicBezTo>
                    <a:pt x="1" y="1"/>
                    <a:pt x="1" y="94"/>
                    <a:pt x="1" y="186"/>
                  </a:cubicBezTo>
                  <a:cubicBezTo>
                    <a:pt x="1" y="279"/>
                    <a:pt x="1" y="372"/>
                    <a:pt x="94" y="372"/>
                  </a:cubicBezTo>
                  <a:lnTo>
                    <a:pt x="673" y="372"/>
                  </a:lnTo>
                  <a:cubicBezTo>
                    <a:pt x="882" y="372"/>
                    <a:pt x="974" y="279"/>
                    <a:pt x="974" y="186"/>
                  </a:cubicBezTo>
                  <a:cubicBezTo>
                    <a:pt x="974" y="94"/>
                    <a:pt x="882" y="1"/>
                    <a:pt x="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3841;p79"/>
            <p:cNvSpPr/>
            <p:nvPr/>
          </p:nvSpPr>
          <p:spPr>
            <a:xfrm>
              <a:off x="8719975" y="2861489"/>
              <a:ext cx="31222" cy="11912"/>
            </a:xfrm>
            <a:custGeom>
              <a:avLst/>
              <a:gdLst/>
              <a:ahLst/>
              <a:cxnLst/>
              <a:rect l="l" t="t" r="r" b="b"/>
              <a:pathLst>
                <a:path w="975" h="372" extrusionOk="0">
                  <a:moveTo>
                    <a:pt x="186" y="1"/>
                  </a:moveTo>
                  <a:cubicBezTo>
                    <a:pt x="93" y="1"/>
                    <a:pt x="1" y="94"/>
                    <a:pt x="1" y="186"/>
                  </a:cubicBezTo>
                  <a:cubicBezTo>
                    <a:pt x="1" y="279"/>
                    <a:pt x="93" y="372"/>
                    <a:pt x="186" y="372"/>
                  </a:cubicBezTo>
                  <a:lnTo>
                    <a:pt x="765" y="372"/>
                  </a:lnTo>
                  <a:cubicBezTo>
                    <a:pt x="858" y="372"/>
                    <a:pt x="974" y="279"/>
                    <a:pt x="974" y="186"/>
                  </a:cubicBezTo>
                  <a:cubicBezTo>
                    <a:pt x="974" y="94"/>
                    <a:pt x="858" y="1"/>
                    <a:pt x="7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3842;p79"/>
            <p:cNvSpPr/>
            <p:nvPr/>
          </p:nvSpPr>
          <p:spPr>
            <a:xfrm>
              <a:off x="8765992" y="2891942"/>
              <a:ext cx="12649" cy="31190"/>
            </a:xfrm>
            <a:custGeom>
              <a:avLst/>
              <a:gdLst/>
              <a:ahLst/>
              <a:cxnLst/>
              <a:rect l="l" t="t" r="r" b="b"/>
              <a:pathLst>
                <a:path w="395" h="974" extrusionOk="0">
                  <a:moveTo>
                    <a:pt x="209" y="0"/>
                  </a:moveTo>
                  <a:cubicBezTo>
                    <a:pt x="116" y="0"/>
                    <a:pt x="1" y="0"/>
                    <a:pt x="1" y="93"/>
                  </a:cubicBezTo>
                  <a:lnTo>
                    <a:pt x="1" y="672"/>
                  </a:lnTo>
                  <a:cubicBezTo>
                    <a:pt x="1" y="881"/>
                    <a:pt x="116" y="973"/>
                    <a:pt x="209" y="973"/>
                  </a:cubicBezTo>
                  <a:cubicBezTo>
                    <a:pt x="302" y="973"/>
                    <a:pt x="395" y="881"/>
                    <a:pt x="395" y="672"/>
                  </a:cubicBezTo>
                  <a:lnTo>
                    <a:pt x="395" y="93"/>
                  </a:lnTo>
                  <a:cubicBezTo>
                    <a:pt x="395" y="0"/>
                    <a:pt x="302" y="0"/>
                    <a:pt x="2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3843;p79"/>
            <p:cNvSpPr/>
            <p:nvPr/>
          </p:nvSpPr>
          <p:spPr>
            <a:xfrm>
              <a:off x="8765992" y="2814736"/>
              <a:ext cx="12649" cy="31222"/>
            </a:xfrm>
            <a:custGeom>
              <a:avLst/>
              <a:gdLst/>
              <a:ahLst/>
              <a:cxnLst/>
              <a:rect l="l" t="t" r="r" b="b"/>
              <a:pathLst>
                <a:path w="395" h="975" extrusionOk="0">
                  <a:moveTo>
                    <a:pt x="209" y="1"/>
                  </a:moveTo>
                  <a:cubicBezTo>
                    <a:pt x="116" y="1"/>
                    <a:pt x="1" y="94"/>
                    <a:pt x="1" y="186"/>
                  </a:cubicBezTo>
                  <a:lnTo>
                    <a:pt x="1" y="766"/>
                  </a:lnTo>
                  <a:cubicBezTo>
                    <a:pt x="1" y="882"/>
                    <a:pt x="116" y="974"/>
                    <a:pt x="209" y="974"/>
                  </a:cubicBezTo>
                  <a:cubicBezTo>
                    <a:pt x="302" y="974"/>
                    <a:pt x="395" y="882"/>
                    <a:pt x="395" y="766"/>
                  </a:cubicBezTo>
                  <a:lnTo>
                    <a:pt x="395" y="186"/>
                  </a:lnTo>
                  <a:cubicBezTo>
                    <a:pt x="395" y="94"/>
                    <a:pt x="302" y="1"/>
                    <a:pt x="2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79"/>
            <p:cNvSpPr/>
            <p:nvPr/>
          </p:nvSpPr>
          <p:spPr>
            <a:xfrm>
              <a:off x="8725931" y="2881791"/>
              <a:ext cx="34168" cy="31702"/>
            </a:xfrm>
            <a:custGeom>
              <a:avLst/>
              <a:gdLst/>
              <a:ahLst/>
              <a:cxnLst/>
              <a:rect l="l" t="t" r="r" b="b"/>
              <a:pathLst>
                <a:path w="1067" h="990" extrusionOk="0">
                  <a:moveTo>
                    <a:pt x="769" y="1"/>
                  </a:moveTo>
                  <a:cubicBezTo>
                    <a:pt x="738" y="1"/>
                    <a:pt x="706" y="12"/>
                    <a:pt x="672" y="39"/>
                  </a:cubicBezTo>
                  <a:lnTo>
                    <a:pt x="93" y="618"/>
                  </a:lnTo>
                  <a:cubicBezTo>
                    <a:pt x="0" y="711"/>
                    <a:pt x="0" y="896"/>
                    <a:pt x="93" y="989"/>
                  </a:cubicBezTo>
                  <a:lnTo>
                    <a:pt x="394" y="989"/>
                  </a:lnTo>
                  <a:lnTo>
                    <a:pt x="973" y="317"/>
                  </a:lnTo>
                  <a:cubicBezTo>
                    <a:pt x="1066" y="224"/>
                    <a:pt x="973" y="224"/>
                    <a:pt x="973" y="132"/>
                  </a:cubicBezTo>
                  <a:cubicBezTo>
                    <a:pt x="908" y="66"/>
                    <a:pt x="842" y="1"/>
                    <a:pt x="7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79"/>
            <p:cNvSpPr/>
            <p:nvPr/>
          </p:nvSpPr>
          <p:spPr>
            <a:xfrm>
              <a:off x="8744473" y="2839233"/>
              <a:ext cx="58665" cy="59402"/>
            </a:xfrm>
            <a:custGeom>
              <a:avLst/>
              <a:gdLst/>
              <a:ahLst/>
              <a:cxnLst/>
              <a:rect l="l" t="t" r="r" b="b"/>
              <a:pathLst>
                <a:path w="1832" h="1855" extrusionOk="0">
                  <a:moveTo>
                    <a:pt x="881" y="1"/>
                  </a:moveTo>
                  <a:cubicBezTo>
                    <a:pt x="209" y="1"/>
                    <a:pt x="0" y="395"/>
                    <a:pt x="0" y="881"/>
                  </a:cubicBezTo>
                  <a:cubicBezTo>
                    <a:pt x="0" y="1368"/>
                    <a:pt x="209" y="1855"/>
                    <a:pt x="881" y="1855"/>
                  </a:cubicBezTo>
                  <a:cubicBezTo>
                    <a:pt x="1553" y="1855"/>
                    <a:pt x="1831" y="1368"/>
                    <a:pt x="1831" y="881"/>
                  </a:cubicBezTo>
                  <a:cubicBezTo>
                    <a:pt x="1831" y="395"/>
                    <a:pt x="1553" y="1"/>
                    <a:pt x="8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6" name="Google Shape;3846;p79"/>
            <p:cNvSpPr/>
            <p:nvPr/>
          </p:nvSpPr>
          <p:spPr>
            <a:xfrm>
              <a:off x="8763014" y="2857806"/>
              <a:ext cx="18605" cy="18573"/>
            </a:xfrm>
            <a:custGeom>
              <a:avLst/>
              <a:gdLst/>
              <a:ahLst/>
              <a:cxnLst/>
              <a:rect l="l" t="t" r="r" b="b"/>
              <a:pathLst>
                <a:path w="581" h="580" extrusionOk="0">
                  <a:moveTo>
                    <a:pt x="302" y="0"/>
                  </a:moveTo>
                  <a:cubicBezTo>
                    <a:pt x="209" y="0"/>
                    <a:pt x="1" y="209"/>
                    <a:pt x="1" y="301"/>
                  </a:cubicBezTo>
                  <a:cubicBezTo>
                    <a:pt x="1" y="487"/>
                    <a:pt x="209" y="579"/>
                    <a:pt x="302" y="579"/>
                  </a:cubicBezTo>
                  <a:cubicBezTo>
                    <a:pt x="488" y="579"/>
                    <a:pt x="580" y="487"/>
                    <a:pt x="580" y="301"/>
                  </a:cubicBezTo>
                  <a:cubicBezTo>
                    <a:pt x="580" y="209"/>
                    <a:pt x="488" y="0"/>
                    <a:pt x="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34BD58E-C8BE-11D9-B475-CDC97A1C5991}"/>
              </a:ext>
            </a:extLst>
          </p:cNvPr>
          <p:cNvSpPr txBox="1"/>
          <p:nvPr/>
        </p:nvSpPr>
        <p:spPr>
          <a:xfrm>
            <a:off x="770023" y="2804062"/>
            <a:ext cx="25951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 err="1">
                <a:solidFill>
                  <a:schemeClr val="lt2"/>
                </a:solidFill>
                <a:latin typeface="Open Sans"/>
                <a:ea typeface="Open Sans"/>
                <a:cs typeface="Open Sans"/>
              </a:rPr>
              <a:t>Risultato</a:t>
            </a:r>
            <a:r>
              <a:rPr lang="en-GB" b="1" dirty="0">
                <a:solidFill>
                  <a:schemeClr val="lt2"/>
                </a:solidFill>
                <a:latin typeface="Open Sans"/>
                <a:ea typeface="Open Sans"/>
                <a:cs typeface="Open Sans"/>
              </a:rPr>
              <a:t> Finale</a:t>
            </a:r>
            <a:endParaRPr lang="en-GB" dirty="0"/>
          </a:p>
        </p:txBody>
      </p:sp>
      <p:grpSp>
        <p:nvGrpSpPr>
          <p:cNvPr id="22" name="Google Shape;4701;p93">
            <a:extLst>
              <a:ext uri="{FF2B5EF4-FFF2-40B4-BE49-F238E27FC236}">
                <a16:creationId xmlns:a16="http://schemas.microsoft.com/office/drawing/2014/main" id="{7B2CC77E-40B6-D67B-8D93-16D02028775C}"/>
              </a:ext>
            </a:extLst>
          </p:cNvPr>
          <p:cNvGrpSpPr/>
          <p:nvPr/>
        </p:nvGrpSpPr>
        <p:grpSpPr>
          <a:xfrm>
            <a:off x="3855752" y="2048226"/>
            <a:ext cx="369997" cy="317841"/>
            <a:chOff x="452176" y="2896446"/>
            <a:chExt cx="410242" cy="352413"/>
          </a:xfrm>
        </p:grpSpPr>
        <p:sp>
          <p:nvSpPr>
            <p:cNvPr id="23" name="Google Shape;4702;p93">
              <a:extLst>
                <a:ext uri="{FF2B5EF4-FFF2-40B4-BE49-F238E27FC236}">
                  <a16:creationId xmlns:a16="http://schemas.microsoft.com/office/drawing/2014/main" id="{BC6E9D2B-028D-1288-8BDE-96AE95ECF77A}"/>
                </a:ext>
              </a:extLst>
            </p:cNvPr>
            <p:cNvSpPr/>
            <p:nvPr/>
          </p:nvSpPr>
          <p:spPr>
            <a:xfrm>
              <a:off x="684391" y="3000335"/>
              <a:ext cx="178026" cy="248523"/>
            </a:xfrm>
            <a:custGeom>
              <a:avLst/>
              <a:gdLst/>
              <a:ahLst/>
              <a:cxnLst/>
              <a:rect l="l" t="t" r="r" b="b"/>
              <a:pathLst>
                <a:path w="4692" h="6550" extrusionOk="0">
                  <a:moveTo>
                    <a:pt x="1858" y="1"/>
                  </a:moveTo>
                  <a:cubicBezTo>
                    <a:pt x="1310" y="1"/>
                    <a:pt x="381" y="429"/>
                    <a:pt x="310" y="1001"/>
                  </a:cubicBezTo>
                  <a:lnTo>
                    <a:pt x="262" y="1835"/>
                  </a:lnTo>
                  <a:cubicBezTo>
                    <a:pt x="620" y="2216"/>
                    <a:pt x="1096" y="2620"/>
                    <a:pt x="1715" y="2644"/>
                  </a:cubicBezTo>
                  <a:lnTo>
                    <a:pt x="1715" y="3597"/>
                  </a:lnTo>
                  <a:cubicBezTo>
                    <a:pt x="1096" y="3597"/>
                    <a:pt x="572" y="3382"/>
                    <a:pt x="167" y="3097"/>
                  </a:cubicBezTo>
                  <a:lnTo>
                    <a:pt x="48" y="4954"/>
                  </a:lnTo>
                  <a:cubicBezTo>
                    <a:pt x="0" y="5835"/>
                    <a:pt x="643" y="6550"/>
                    <a:pt x="1501" y="6550"/>
                  </a:cubicBezTo>
                  <a:lnTo>
                    <a:pt x="4239" y="6550"/>
                  </a:lnTo>
                  <a:cubicBezTo>
                    <a:pt x="4525" y="6550"/>
                    <a:pt x="4692" y="6312"/>
                    <a:pt x="4668" y="6073"/>
                  </a:cubicBezTo>
                  <a:cubicBezTo>
                    <a:pt x="4335" y="3597"/>
                    <a:pt x="4001" y="1192"/>
                    <a:pt x="2501" y="168"/>
                  </a:cubicBezTo>
                  <a:cubicBezTo>
                    <a:pt x="2310" y="48"/>
                    <a:pt x="2096" y="1"/>
                    <a:pt x="18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703;p93">
              <a:extLst>
                <a:ext uri="{FF2B5EF4-FFF2-40B4-BE49-F238E27FC236}">
                  <a16:creationId xmlns:a16="http://schemas.microsoft.com/office/drawing/2014/main" id="{44BC2E2C-0749-563C-CA81-3217A4144170}"/>
                </a:ext>
              </a:extLst>
            </p:cNvPr>
            <p:cNvSpPr/>
            <p:nvPr/>
          </p:nvSpPr>
          <p:spPr>
            <a:xfrm>
              <a:off x="734970" y="2998552"/>
              <a:ext cx="126538" cy="248523"/>
            </a:xfrm>
            <a:custGeom>
              <a:avLst/>
              <a:gdLst/>
              <a:ahLst/>
              <a:cxnLst/>
              <a:rect l="l" t="t" r="r" b="b"/>
              <a:pathLst>
                <a:path w="3335" h="6550" extrusionOk="0">
                  <a:moveTo>
                    <a:pt x="501" y="0"/>
                  </a:moveTo>
                  <a:cubicBezTo>
                    <a:pt x="358" y="0"/>
                    <a:pt x="168" y="24"/>
                    <a:pt x="1" y="95"/>
                  </a:cubicBezTo>
                  <a:lnTo>
                    <a:pt x="168" y="191"/>
                  </a:lnTo>
                  <a:cubicBezTo>
                    <a:pt x="1692" y="1191"/>
                    <a:pt x="2025" y="3572"/>
                    <a:pt x="2359" y="6073"/>
                  </a:cubicBezTo>
                  <a:cubicBezTo>
                    <a:pt x="2382" y="6311"/>
                    <a:pt x="2192" y="6549"/>
                    <a:pt x="1930" y="6549"/>
                  </a:cubicBezTo>
                  <a:lnTo>
                    <a:pt x="2883" y="6549"/>
                  </a:lnTo>
                  <a:cubicBezTo>
                    <a:pt x="3144" y="6549"/>
                    <a:pt x="3335" y="6311"/>
                    <a:pt x="3311" y="6073"/>
                  </a:cubicBezTo>
                  <a:cubicBezTo>
                    <a:pt x="2978" y="3596"/>
                    <a:pt x="2644" y="1191"/>
                    <a:pt x="1120" y="191"/>
                  </a:cubicBezTo>
                  <a:cubicBezTo>
                    <a:pt x="954" y="72"/>
                    <a:pt x="739" y="0"/>
                    <a:pt x="5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704;p93">
              <a:extLst>
                <a:ext uri="{FF2B5EF4-FFF2-40B4-BE49-F238E27FC236}">
                  <a16:creationId xmlns:a16="http://schemas.microsoft.com/office/drawing/2014/main" id="{6E4AEA93-E837-BD6D-D08C-BC5735848E81}"/>
                </a:ext>
              </a:extLst>
            </p:cNvPr>
            <p:cNvSpPr/>
            <p:nvPr/>
          </p:nvSpPr>
          <p:spPr>
            <a:xfrm>
              <a:off x="452176" y="2998552"/>
              <a:ext cx="178937" cy="248523"/>
            </a:xfrm>
            <a:custGeom>
              <a:avLst/>
              <a:gdLst/>
              <a:ahLst/>
              <a:cxnLst/>
              <a:rect l="l" t="t" r="r" b="b"/>
              <a:pathLst>
                <a:path w="4716" h="6550" extrusionOk="0">
                  <a:moveTo>
                    <a:pt x="2834" y="0"/>
                  </a:moveTo>
                  <a:cubicBezTo>
                    <a:pt x="2596" y="0"/>
                    <a:pt x="2381" y="72"/>
                    <a:pt x="2215" y="191"/>
                  </a:cubicBezTo>
                  <a:cubicBezTo>
                    <a:pt x="691" y="1191"/>
                    <a:pt x="357" y="3620"/>
                    <a:pt x="48" y="6073"/>
                  </a:cubicBezTo>
                  <a:cubicBezTo>
                    <a:pt x="0" y="6311"/>
                    <a:pt x="191" y="6549"/>
                    <a:pt x="452" y="6549"/>
                  </a:cubicBezTo>
                  <a:lnTo>
                    <a:pt x="3191" y="6549"/>
                  </a:lnTo>
                  <a:cubicBezTo>
                    <a:pt x="4048" y="6549"/>
                    <a:pt x="4715" y="5835"/>
                    <a:pt x="4644" y="4977"/>
                  </a:cubicBezTo>
                  <a:lnTo>
                    <a:pt x="4525" y="3048"/>
                  </a:lnTo>
                  <a:cubicBezTo>
                    <a:pt x="4120" y="3334"/>
                    <a:pt x="3620" y="3644"/>
                    <a:pt x="2977" y="3644"/>
                  </a:cubicBezTo>
                  <a:lnTo>
                    <a:pt x="2977" y="2644"/>
                  </a:lnTo>
                  <a:cubicBezTo>
                    <a:pt x="3620" y="2620"/>
                    <a:pt x="4096" y="2239"/>
                    <a:pt x="4453" y="1858"/>
                  </a:cubicBezTo>
                  <a:lnTo>
                    <a:pt x="4382" y="1024"/>
                  </a:lnTo>
                  <a:cubicBezTo>
                    <a:pt x="4310" y="453"/>
                    <a:pt x="3405" y="0"/>
                    <a:pt x="28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705;p93">
              <a:extLst>
                <a:ext uri="{FF2B5EF4-FFF2-40B4-BE49-F238E27FC236}">
                  <a16:creationId xmlns:a16="http://schemas.microsoft.com/office/drawing/2014/main" id="{52C43C8B-B11B-4F3A-1E88-EDBC42FFA333}"/>
                </a:ext>
              </a:extLst>
            </p:cNvPr>
            <p:cNvSpPr/>
            <p:nvPr/>
          </p:nvSpPr>
          <p:spPr>
            <a:xfrm>
              <a:off x="452176" y="2998552"/>
              <a:ext cx="126538" cy="248523"/>
            </a:xfrm>
            <a:custGeom>
              <a:avLst/>
              <a:gdLst/>
              <a:ahLst/>
              <a:cxnLst/>
              <a:rect l="l" t="t" r="r" b="b"/>
              <a:pathLst>
                <a:path w="3335" h="6550" extrusionOk="0">
                  <a:moveTo>
                    <a:pt x="2834" y="0"/>
                  </a:moveTo>
                  <a:cubicBezTo>
                    <a:pt x="2596" y="0"/>
                    <a:pt x="2381" y="72"/>
                    <a:pt x="2215" y="191"/>
                  </a:cubicBezTo>
                  <a:cubicBezTo>
                    <a:pt x="691" y="1191"/>
                    <a:pt x="357" y="3620"/>
                    <a:pt x="48" y="6073"/>
                  </a:cubicBezTo>
                  <a:cubicBezTo>
                    <a:pt x="0" y="6359"/>
                    <a:pt x="214" y="6549"/>
                    <a:pt x="452" y="6549"/>
                  </a:cubicBezTo>
                  <a:lnTo>
                    <a:pt x="1405" y="6549"/>
                  </a:lnTo>
                  <a:cubicBezTo>
                    <a:pt x="1143" y="6549"/>
                    <a:pt x="953" y="6311"/>
                    <a:pt x="1000" y="6073"/>
                  </a:cubicBezTo>
                  <a:cubicBezTo>
                    <a:pt x="1310" y="3572"/>
                    <a:pt x="1643" y="1191"/>
                    <a:pt x="3167" y="191"/>
                  </a:cubicBezTo>
                  <a:lnTo>
                    <a:pt x="3334" y="95"/>
                  </a:lnTo>
                  <a:cubicBezTo>
                    <a:pt x="3167" y="48"/>
                    <a:pt x="2977" y="0"/>
                    <a:pt x="28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4706;p93">
              <a:extLst>
                <a:ext uri="{FF2B5EF4-FFF2-40B4-BE49-F238E27FC236}">
                  <a16:creationId xmlns:a16="http://schemas.microsoft.com/office/drawing/2014/main" id="{A6230726-74A3-48AA-CDDC-58879202E37F}"/>
                </a:ext>
              </a:extLst>
            </p:cNvPr>
            <p:cNvSpPr/>
            <p:nvPr/>
          </p:nvSpPr>
          <p:spPr>
            <a:xfrm>
              <a:off x="547945" y="3082558"/>
              <a:ext cx="32555" cy="72356"/>
            </a:xfrm>
            <a:custGeom>
              <a:avLst/>
              <a:gdLst/>
              <a:ahLst/>
              <a:cxnLst/>
              <a:rect l="l" t="t" r="r" b="b"/>
              <a:pathLst>
                <a:path w="858" h="1907" extrusionOk="0">
                  <a:moveTo>
                    <a:pt x="429" y="1"/>
                  </a:moveTo>
                  <a:cubicBezTo>
                    <a:pt x="191" y="1"/>
                    <a:pt x="0" y="406"/>
                    <a:pt x="0" y="954"/>
                  </a:cubicBezTo>
                  <a:cubicBezTo>
                    <a:pt x="0" y="1477"/>
                    <a:pt x="191" y="1906"/>
                    <a:pt x="429" y="1906"/>
                  </a:cubicBezTo>
                  <a:cubicBezTo>
                    <a:pt x="667" y="1906"/>
                    <a:pt x="858" y="1477"/>
                    <a:pt x="858" y="954"/>
                  </a:cubicBezTo>
                  <a:cubicBezTo>
                    <a:pt x="858" y="406"/>
                    <a:pt x="667" y="1"/>
                    <a:pt x="4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4707;p93">
              <a:extLst>
                <a:ext uri="{FF2B5EF4-FFF2-40B4-BE49-F238E27FC236}">
                  <a16:creationId xmlns:a16="http://schemas.microsoft.com/office/drawing/2014/main" id="{1246A652-35FF-7508-7998-F3B8C0AA1ABF}"/>
                </a:ext>
              </a:extLst>
            </p:cNvPr>
            <p:cNvSpPr/>
            <p:nvPr/>
          </p:nvSpPr>
          <p:spPr>
            <a:xfrm>
              <a:off x="734097" y="3082558"/>
              <a:ext cx="31644" cy="72356"/>
            </a:xfrm>
            <a:custGeom>
              <a:avLst/>
              <a:gdLst/>
              <a:ahLst/>
              <a:cxnLst/>
              <a:rect l="l" t="t" r="r" b="b"/>
              <a:pathLst>
                <a:path w="834" h="1907" extrusionOk="0">
                  <a:moveTo>
                    <a:pt x="405" y="1"/>
                  </a:moveTo>
                  <a:cubicBezTo>
                    <a:pt x="167" y="1"/>
                    <a:pt x="0" y="406"/>
                    <a:pt x="0" y="954"/>
                  </a:cubicBezTo>
                  <a:cubicBezTo>
                    <a:pt x="0" y="1477"/>
                    <a:pt x="167" y="1906"/>
                    <a:pt x="405" y="1906"/>
                  </a:cubicBezTo>
                  <a:cubicBezTo>
                    <a:pt x="643" y="1906"/>
                    <a:pt x="834" y="1477"/>
                    <a:pt x="834" y="954"/>
                  </a:cubicBezTo>
                  <a:cubicBezTo>
                    <a:pt x="834" y="406"/>
                    <a:pt x="643" y="1"/>
                    <a:pt x="4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4708;p93">
              <a:extLst>
                <a:ext uri="{FF2B5EF4-FFF2-40B4-BE49-F238E27FC236}">
                  <a16:creationId xmlns:a16="http://schemas.microsoft.com/office/drawing/2014/main" id="{84E124C9-16ED-894A-FBD0-2A5E02766D9E}"/>
                </a:ext>
              </a:extLst>
            </p:cNvPr>
            <p:cNvSpPr/>
            <p:nvPr/>
          </p:nvSpPr>
          <p:spPr>
            <a:xfrm>
              <a:off x="554282" y="2896446"/>
              <a:ext cx="202423" cy="277436"/>
            </a:xfrm>
            <a:custGeom>
              <a:avLst/>
              <a:gdLst/>
              <a:ahLst/>
              <a:cxnLst/>
              <a:rect l="l" t="t" r="r" b="b"/>
              <a:pathLst>
                <a:path w="5335" h="7312" extrusionOk="0">
                  <a:moveTo>
                    <a:pt x="2643" y="0"/>
                  </a:moveTo>
                  <a:cubicBezTo>
                    <a:pt x="2382" y="0"/>
                    <a:pt x="2167" y="191"/>
                    <a:pt x="2167" y="476"/>
                  </a:cubicBezTo>
                  <a:lnTo>
                    <a:pt x="2167" y="3644"/>
                  </a:lnTo>
                  <a:cubicBezTo>
                    <a:pt x="2167" y="3810"/>
                    <a:pt x="2143" y="3953"/>
                    <a:pt x="2048" y="4072"/>
                  </a:cubicBezTo>
                  <a:cubicBezTo>
                    <a:pt x="1953" y="4215"/>
                    <a:pt x="1834" y="4406"/>
                    <a:pt x="1667" y="4596"/>
                  </a:cubicBezTo>
                  <a:cubicBezTo>
                    <a:pt x="1524" y="4763"/>
                    <a:pt x="1405" y="4906"/>
                    <a:pt x="1238" y="5001"/>
                  </a:cubicBezTo>
                  <a:cubicBezTo>
                    <a:pt x="1167" y="5049"/>
                    <a:pt x="1048" y="5120"/>
                    <a:pt x="929" y="5120"/>
                  </a:cubicBezTo>
                  <a:lnTo>
                    <a:pt x="857" y="5120"/>
                  </a:lnTo>
                  <a:cubicBezTo>
                    <a:pt x="738" y="5073"/>
                    <a:pt x="476" y="5001"/>
                    <a:pt x="357" y="4644"/>
                  </a:cubicBezTo>
                  <a:cubicBezTo>
                    <a:pt x="339" y="4570"/>
                    <a:pt x="277" y="4510"/>
                    <a:pt x="205" y="4510"/>
                  </a:cubicBezTo>
                  <a:cubicBezTo>
                    <a:pt x="185" y="4510"/>
                    <a:pt x="164" y="4514"/>
                    <a:pt x="143" y="4525"/>
                  </a:cubicBezTo>
                  <a:cubicBezTo>
                    <a:pt x="48" y="4549"/>
                    <a:pt x="0" y="4644"/>
                    <a:pt x="24" y="4715"/>
                  </a:cubicBezTo>
                  <a:cubicBezTo>
                    <a:pt x="119" y="5073"/>
                    <a:pt x="333" y="5263"/>
                    <a:pt x="500" y="5358"/>
                  </a:cubicBezTo>
                  <a:cubicBezTo>
                    <a:pt x="453" y="5358"/>
                    <a:pt x="405" y="5382"/>
                    <a:pt x="357" y="5382"/>
                  </a:cubicBezTo>
                  <a:cubicBezTo>
                    <a:pt x="238" y="5406"/>
                    <a:pt x="167" y="5501"/>
                    <a:pt x="167" y="5597"/>
                  </a:cubicBezTo>
                  <a:lnTo>
                    <a:pt x="167" y="5978"/>
                  </a:lnTo>
                  <a:cubicBezTo>
                    <a:pt x="167" y="6178"/>
                    <a:pt x="355" y="6337"/>
                    <a:pt x="554" y="6337"/>
                  </a:cubicBezTo>
                  <a:cubicBezTo>
                    <a:pt x="568" y="6337"/>
                    <a:pt x="582" y="6336"/>
                    <a:pt x="595" y="6335"/>
                  </a:cubicBezTo>
                  <a:lnTo>
                    <a:pt x="595" y="6335"/>
                  </a:lnTo>
                  <a:cubicBezTo>
                    <a:pt x="595" y="6454"/>
                    <a:pt x="595" y="6930"/>
                    <a:pt x="214" y="7025"/>
                  </a:cubicBezTo>
                  <a:cubicBezTo>
                    <a:pt x="119" y="7049"/>
                    <a:pt x="48" y="7097"/>
                    <a:pt x="95" y="7192"/>
                  </a:cubicBezTo>
                  <a:cubicBezTo>
                    <a:pt x="95" y="7287"/>
                    <a:pt x="167" y="7311"/>
                    <a:pt x="238" y="7311"/>
                  </a:cubicBezTo>
                  <a:lnTo>
                    <a:pt x="262" y="7311"/>
                  </a:lnTo>
                  <a:cubicBezTo>
                    <a:pt x="834" y="7192"/>
                    <a:pt x="929" y="6573"/>
                    <a:pt x="881" y="6263"/>
                  </a:cubicBezTo>
                  <a:cubicBezTo>
                    <a:pt x="881" y="6240"/>
                    <a:pt x="881" y="6240"/>
                    <a:pt x="929" y="6240"/>
                  </a:cubicBezTo>
                  <a:cubicBezTo>
                    <a:pt x="1453" y="6073"/>
                    <a:pt x="1905" y="5739"/>
                    <a:pt x="2215" y="5382"/>
                  </a:cubicBezTo>
                  <a:cubicBezTo>
                    <a:pt x="2322" y="5275"/>
                    <a:pt x="2459" y="5221"/>
                    <a:pt x="2593" y="5221"/>
                  </a:cubicBezTo>
                  <a:cubicBezTo>
                    <a:pt x="2727" y="5221"/>
                    <a:pt x="2858" y="5275"/>
                    <a:pt x="2953" y="5382"/>
                  </a:cubicBezTo>
                  <a:cubicBezTo>
                    <a:pt x="3263" y="5739"/>
                    <a:pt x="3715" y="6073"/>
                    <a:pt x="4263" y="6240"/>
                  </a:cubicBezTo>
                  <a:cubicBezTo>
                    <a:pt x="4287" y="6240"/>
                    <a:pt x="4287" y="6263"/>
                    <a:pt x="4287" y="6263"/>
                  </a:cubicBezTo>
                  <a:cubicBezTo>
                    <a:pt x="4263" y="6573"/>
                    <a:pt x="4382" y="7192"/>
                    <a:pt x="4906" y="7311"/>
                  </a:cubicBezTo>
                  <a:lnTo>
                    <a:pt x="4930" y="7311"/>
                  </a:lnTo>
                  <a:cubicBezTo>
                    <a:pt x="5025" y="7311"/>
                    <a:pt x="5073" y="7264"/>
                    <a:pt x="5073" y="7192"/>
                  </a:cubicBezTo>
                  <a:cubicBezTo>
                    <a:pt x="5120" y="7097"/>
                    <a:pt x="5049" y="7025"/>
                    <a:pt x="4953" y="7025"/>
                  </a:cubicBezTo>
                  <a:cubicBezTo>
                    <a:pt x="4572" y="6930"/>
                    <a:pt x="4572" y="6454"/>
                    <a:pt x="4572" y="6335"/>
                  </a:cubicBezTo>
                  <a:lnTo>
                    <a:pt x="4596" y="6335"/>
                  </a:lnTo>
                  <a:cubicBezTo>
                    <a:pt x="4612" y="6337"/>
                    <a:pt x="4627" y="6337"/>
                    <a:pt x="4642" y="6337"/>
                  </a:cubicBezTo>
                  <a:cubicBezTo>
                    <a:pt x="4837" y="6337"/>
                    <a:pt x="5003" y="6198"/>
                    <a:pt x="5025" y="5978"/>
                  </a:cubicBezTo>
                  <a:lnTo>
                    <a:pt x="5025" y="5597"/>
                  </a:lnTo>
                  <a:cubicBezTo>
                    <a:pt x="5025" y="5477"/>
                    <a:pt x="4930" y="5382"/>
                    <a:pt x="4834" y="5382"/>
                  </a:cubicBezTo>
                  <a:cubicBezTo>
                    <a:pt x="4787" y="5382"/>
                    <a:pt x="4763" y="5358"/>
                    <a:pt x="4692" y="5358"/>
                  </a:cubicBezTo>
                  <a:cubicBezTo>
                    <a:pt x="5001" y="5239"/>
                    <a:pt x="5192" y="5049"/>
                    <a:pt x="5287" y="4715"/>
                  </a:cubicBezTo>
                  <a:cubicBezTo>
                    <a:pt x="5335" y="4644"/>
                    <a:pt x="5263" y="4549"/>
                    <a:pt x="5168" y="4525"/>
                  </a:cubicBezTo>
                  <a:cubicBezTo>
                    <a:pt x="5147" y="4514"/>
                    <a:pt x="5127" y="4510"/>
                    <a:pt x="5109" y="4510"/>
                  </a:cubicBezTo>
                  <a:cubicBezTo>
                    <a:pt x="5044" y="4510"/>
                    <a:pt x="4996" y="4570"/>
                    <a:pt x="4977" y="4644"/>
                  </a:cubicBezTo>
                  <a:cubicBezTo>
                    <a:pt x="4858" y="5025"/>
                    <a:pt x="4525" y="5120"/>
                    <a:pt x="4430" y="5120"/>
                  </a:cubicBezTo>
                  <a:lnTo>
                    <a:pt x="4382" y="5120"/>
                  </a:lnTo>
                  <a:cubicBezTo>
                    <a:pt x="4263" y="5120"/>
                    <a:pt x="4168" y="5049"/>
                    <a:pt x="4072" y="5001"/>
                  </a:cubicBezTo>
                  <a:cubicBezTo>
                    <a:pt x="3691" y="4715"/>
                    <a:pt x="3429" y="4334"/>
                    <a:pt x="3263" y="4072"/>
                  </a:cubicBezTo>
                  <a:cubicBezTo>
                    <a:pt x="3191" y="3953"/>
                    <a:pt x="3144" y="3810"/>
                    <a:pt x="3144" y="3644"/>
                  </a:cubicBezTo>
                  <a:lnTo>
                    <a:pt x="3144" y="476"/>
                  </a:lnTo>
                  <a:cubicBezTo>
                    <a:pt x="3144" y="191"/>
                    <a:pt x="2953" y="0"/>
                    <a:pt x="26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5332;p104">
            <a:extLst>
              <a:ext uri="{FF2B5EF4-FFF2-40B4-BE49-F238E27FC236}">
                <a16:creationId xmlns:a16="http://schemas.microsoft.com/office/drawing/2014/main" id="{3F2A1A24-6370-35FE-957E-318FC89DF29B}"/>
              </a:ext>
            </a:extLst>
          </p:cNvPr>
          <p:cNvGrpSpPr/>
          <p:nvPr/>
        </p:nvGrpSpPr>
        <p:grpSpPr>
          <a:xfrm>
            <a:off x="4902057" y="2084418"/>
            <a:ext cx="457922" cy="342897"/>
            <a:chOff x="2894282" y="3962070"/>
            <a:chExt cx="457922" cy="342897"/>
          </a:xfrm>
        </p:grpSpPr>
        <p:sp>
          <p:nvSpPr>
            <p:cNvPr id="31" name="Google Shape;5333;p104">
              <a:extLst>
                <a:ext uri="{FF2B5EF4-FFF2-40B4-BE49-F238E27FC236}">
                  <a16:creationId xmlns:a16="http://schemas.microsoft.com/office/drawing/2014/main" id="{AF9A6F0F-9A79-53FC-B43A-84E7C184B3ED}"/>
                </a:ext>
              </a:extLst>
            </p:cNvPr>
            <p:cNvSpPr/>
            <p:nvPr/>
          </p:nvSpPr>
          <p:spPr>
            <a:xfrm>
              <a:off x="2934342" y="4252995"/>
              <a:ext cx="281318" cy="51973"/>
            </a:xfrm>
            <a:custGeom>
              <a:avLst/>
              <a:gdLst/>
              <a:ahLst/>
              <a:cxnLst/>
              <a:rect l="l" t="t" r="r" b="b"/>
              <a:pathLst>
                <a:path w="8785" h="1623" extrusionOk="0">
                  <a:moveTo>
                    <a:pt x="4729" y="0"/>
                  </a:moveTo>
                  <a:lnTo>
                    <a:pt x="673" y="371"/>
                  </a:lnTo>
                  <a:cubicBezTo>
                    <a:pt x="580" y="371"/>
                    <a:pt x="488" y="464"/>
                    <a:pt x="395" y="579"/>
                  </a:cubicBezTo>
                  <a:lnTo>
                    <a:pt x="94" y="1437"/>
                  </a:lnTo>
                  <a:cubicBezTo>
                    <a:pt x="1" y="1530"/>
                    <a:pt x="94" y="1622"/>
                    <a:pt x="186" y="1622"/>
                  </a:cubicBezTo>
                  <a:lnTo>
                    <a:pt x="8692" y="1622"/>
                  </a:lnTo>
                  <a:cubicBezTo>
                    <a:pt x="8784" y="1622"/>
                    <a:pt x="8784" y="1530"/>
                    <a:pt x="8784" y="1437"/>
                  </a:cubicBezTo>
                  <a:lnTo>
                    <a:pt x="8506" y="579"/>
                  </a:lnTo>
                  <a:cubicBezTo>
                    <a:pt x="8414" y="464"/>
                    <a:pt x="8298" y="371"/>
                    <a:pt x="8205" y="371"/>
                  </a:cubicBezTo>
                  <a:lnTo>
                    <a:pt x="47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5334;p104">
              <a:extLst>
                <a:ext uri="{FF2B5EF4-FFF2-40B4-BE49-F238E27FC236}">
                  <a16:creationId xmlns:a16="http://schemas.microsoft.com/office/drawing/2014/main" id="{D0FAF5D8-D4A2-B9FC-DC60-BBBD206F9C60}"/>
                </a:ext>
              </a:extLst>
            </p:cNvPr>
            <p:cNvSpPr/>
            <p:nvPr/>
          </p:nvSpPr>
          <p:spPr>
            <a:xfrm>
              <a:off x="3194109" y="4258919"/>
              <a:ext cx="46785" cy="46048"/>
            </a:xfrm>
            <a:custGeom>
              <a:avLst/>
              <a:gdLst/>
              <a:ahLst/>
              <a:cxnLst/>
              <a:rect l="l" t="t" r="r" b="b"/>
              <a:pathLst>
                <a:path w="1461" h="1438" extrusionOk="0">
                  <a:moveTo>
                    <a:pt x="302" y="0"/>
                  </a:moveTo>
                  <a:lnTo>
                    <a:pt x="0" y="186"/>
                  </a:lnTo>
                  <a:cubicBezTo>
                    <a:pt x="93" y="186"/>
                    <a:pt x="186" y="279"/>
                    <a:pt x="302" y="394"/>
                  </a:cubicBezTo>
                  <a:lnTo>
                    <a:pt x="580" y="1252"/>
                  </a:lnTo>
                  <a:cubicBezTo>
                    <a:pt x="580" y="1345"/>
                    <a:pt x="580" y="1437"/>
                    <a:pt x="487" y="1437"/>
                  </a:cubicBezTo>
                  <a:lnTo>
                    <a:pt x="1344" y="1437"/>
                  </a:lnTo>
                  <a:cubicBezTo>
                    <a:pt x="1460" y="1437"/>
                    <a:pt x="1460" y="1345"/>
                    <a:pt x="1460" y="1252"/>
                  </a:cubicBezTo>
                  <a:lnTo>
                    <a:pt x="1159" y="394"/>
                  </a:lnTo>
                  <a:cubicBezTo>
                    <a:pt x="1066" y="279"/>
                    <a:pt x="974" y="186"/>
                    <a:pt x="881" y="186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5335;p104">
              <a:extLst>
                <a:ext uri="{FF2B5EF4-FFF2-40B4-BE49-F238E27FC236}">
                  <a16:creationId xmlns:a16="http://schemas.microsoft.com/office/drawing/2014/main" id="{1F6A25E0-2138-E4E7-2122-C074C67C5BDD}"/>
                </a:ext>
              </a:extLst>
            </p:cNvPr>
            <p:cNvSpPr/>
            <p:nvPr/>
          </p:nvSpPr>
          <p:spPr>
            <a:xfrm>
              <a:off x="3280922" y="4107516"/>
              <a:ext cx="55687" cy="95779"/>
            </a:xfrm>
            <a:custGeom>
              <a:avLst/>
              <a:gdLst/>
              <a:ahLst/>
              <a:cxnLst/>
              <a:rect l="l" t="t" r="r" b="b"/>
              <a:pathLst>
                <a:path w="1739" h="2991" extrusionOk="0">
                  <a:moveTo>
                    <a:pt x="1530" y="1"/>
                  </a:moveTo>
                  <a:cubicBezTo>
                    <a:pt x="1438" y="1"/>
                    <a:pt x="1345" y="93"/>
                    <a:pt x="1345" y="186"/>
                  </a:cubicBezTo>
                  <a:lnTo>
                    <a:pt x="1345" y="2504"/>
                  </a:lnTo>
                  <a:cubicBezTo>
                    <a:pt x="1345" y="2504"/>
                    <a:pt x="1345" y="2596"/>
                    <a:pt x="1252" y="2596"/>
                  </a:cubicBezTo>
                  <a:lnTo>
                    <a:pt x="186" y="2596"/>
                  </a:lnTo>
                  <a:cubicBezTo>
                    <a:pt x="93" y="2596"/>
                    <a:pt x="1" y="2689"/>
                    <a:pt x="1" y="2805"/>
                  </a:cubicBezTo>
                  <a:cubicBezTo>
                    <a:pt x="1" y="2898"/>
                    <a:pt x="93" y="2990"/>
                    <a:pt x="186" y="2990"/>
                  </a:cubicBezTo>
                  <a:lnTo>
                    <a:pt x="1252" y="2990"/>
                  </a:lnTo>
                  <a:cubicBezTo>
                    <a:pt x="1530" y="2990"/>
                    <a:pt x="1739" y="2805"/>
                    <a:pt x="1739" y="2504"/>
                  </a:cubicBezTo>
                  <a:lnTo>
                    <a:pt x="1739" y="186"/>
                  </a:lnTo>
                  <a:cubicBezTo>
                    <a:pt x="1739" y="93"/>
                    <a:pt x="1646" y="1"/>
                    <a:pt x="15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5336;p104">
              <a:extLst>
                <a:ext uri="{FF2B5EF4-FFF2-40B4-BE49-F238E27FC236}">
                  <a16:creationId xmlns:a16="http://schemas.microsoft.com/office/drawing/2014/main" id="{44A09591-E1F1-547A-E79A-6F974A625796}"/>
                </a:ext>
              </a:extLst>
            </p:cNvPr>
            <p:cNvSpPr/>
            <p:nvPr/>
          </p:nvSpPr>
          <p:spPr>
            <a:xfrm>
              <a:off x="2894282" y="3962070"/>
              <a:ext cx="361438" cy="302805"/>
            </a:xfrm>
            <a:custGeom>
              <a:avLst/>
              <a:gdLst/>
              <a:ahLst/>
              <a:cxnLst/>
              <a:rect l="l" t="t" r="r" b="b"/>
              <a:pathLst>
                <a:path w="11287" h="9456" extrusionOk="0">
                  <a:moveTo>
                    <a:pt x="765" y="0"/>
                  </a:moveTo>
                  <a:cubicBezTo>
                    <a:pt x="394" y="0"/>
                    <a:pt x="1" y="279"/>
                    <a:pt x="1" y="673"/>
                  </a:cubicBezTo>
                  <a:lnTo>
                    <a:pt x="1" y="8784"/>
                  </a:lnTo>
                  <a:cubicBezTo>
                    <a:pt x="1" y="9178"/>
                    <a:pt x="394" y="9456"/>
                    <a:pt x="765" y="9456"/>
                  </a:cubicBezTo>
                  <a:lnTo>
                    <a:pt x="10615" y="9456"/>
                  </a:lnTo>
                  <a:cubicBezTo>
                    <a:pt x="11009" y="9456"/>
                    <a:pt x="11287" y="9178"/>
                    <a:pt x="11287" y="8784"/>
                  </a:cubicBezTo>
                  <a:lnTo>
                    <a:pt x="11287" y="673"/>
                  </a:lnTo>
                  <a:cubicBezTo>
                    <a:pt x="11287" y="279"/>
                    <a:pt x="11009" y="0"/>
                    <a:pt x="106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5337;p104">
              <a:extLst>
                <a:ext uri="{FF2B5EF4-FFF2-40B4-BE49-F238E27FC236}">
                  <a16:creationId xmlns:a16="http://schemas.microsoft.com/office/drawing/2014/main" id="{160E03E1-BD32-04CE-721E-7385DF78A00E}"/>
                </a:ext>
              </a:extLst>
            </p:cNvPr>
            <p:cNvSpPr/>
            <p:nvPr/>
          </p:nvSpPr>
          <p:spPr>
            <a:xfrm>
              <a:off x="3274261" y="4181745"/>
              <a:ext cx="22288" cy="27475"/>
            </a:xfrm>
            <a:custGeom>
              <a:avLst/>
              <a:gdLst/>
              <a:ahLst/>
              <a:cxnLst/>
              <a:rect l="l" t="t" r="r" b="b"/>
              <a:pathLst>
                <a:path w="696" h="858" extrusionOk="0">
                  <a:moveTo>
                    <a:pt x="209" y="0"/>
                  </a:moveTo>
                  <a:lnTo>
                    <a:pt x="0" y="487"/>
                  </a:lnTo>
                  <a:lnTo>
                    <a:pt x="209" y="858"/>
                  </a:lnTo>
                  <a:lnTo>
                    <a:pt x="580" y="858"/>
                  </a:lnTo>
                  <a:cubicBezTo>
                    <a:pt x="580" y="858"/>
                    <a:pt x="695" y="858"/>
                    <a:pt x="695" y="765"/>
                  </a:cubicBezTo>
                  <a:lnTo>
                    <a:pt x="695" y="93"/>
                  </a:lnTo>
                  <a:lnTo>
                    <a:pt x="58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5338;p104">
              <a:extLst>
                <a:ext uri="{FF2B5EF4-FFF2-40B4-BE49-F238E27FC236}">
                  <a16:creationId xmlns:a16="http://schemas.microsoft.com/office/drawing/2014/main" id="{B3F1EDC4-8F0B-2962-7E8B-AFB1FC2DE813}"/>
                </a:ext>
              </a:extLst>
            </p:cNvPr>
            <p:cNvSpPr/>
            <p:nvPr/>
          </p:nvSpPr>
          <p:spPr>
            <a:xfrm>
              <a:off x="3225267" y="3962070"/>
              <a:ext cx="55687" cy="302805"/>
            </a:xfrm>
            <a:custGeom>
              <a:avLst/>
              <a:gdLst/>
              <a:ahLst/>
              <a:cxnLst/>
              <a:rect l="l" t="t" r="r" b="b"/>
              <a:pathLst>
                <a:path w="1739" h="9456" extrusionOk="0">
                  <a:moveTo>
                    <a:pt x="186" y="0"/>
                  </a:moveTo>
                  <a:cubicBezTo>
                    <a:pt x="580" y="0"/>
                    <a:pt x="951" y="279"/>
                    <a:pt x="951" y="673"/>
                  </a:cubicBezTo>
                  <a:lnTo>
                    <a:pt x="951" y="974"/>
                  </a:lnTo>
                  <a:lnTo>
                    <a:pt x="1" y="4543"/>
                  </a:lnTo>
                  <a:lnTo>
                    <a:pt x="951" y="7532"/>
                  </a:lnTo>
                  <a:lnTo>
                    <a:pt x="951" y="8784"/>
                  </a:lnTo>
                  <a:cubicBezTo>
                    <a:pt x="951" y="9178"/>
                    <a:pt x="580" y="9456"/>
                    <a:pt x="186" y="9456"/>
                  </a:cubicBezTo>
                  <a:lnTo>
                    <a:pt x="1067" y="9456"/>
                  </a:lnTo>
                  <a:cubicBezTo>
                    <a:pt x="1438" y="9456"/>
                    <a:pt x="1739" y="9178"/>
                    <a:pt x="1739" y="8784"/>
                  </a:cubicBezTo>
                  <a:lnTo>
                    <a:pt x="1739" y="673"/>
                  </a:lnTo>
                  <a:cubicBezTo>
                    <a:pt x="1739" y="279"/>
                    <a:pt x="1438" y="0"/>
                    <a:pt x="10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5339;p104">
              <a:extLst>
                <a:ext uri="{FF2B5EF4-FFF2-40B4-BE49-F238E27FC236}">
                  <a16:creationId xmlns:a16="http://schemas.microsoft.com/office/drawing/2014/main" id="{A135EE78-60AD-1FCB-4C28-8EEA2E0924C2}"/>
                </a:ext>
              </a:extLst>
            </p:cNvPr>
            <p:cNvSpPr/>
            <p:nvPr/>
          </p:nvSpPr>
          <p:spPr>
            <a:xfrm>
              <a:off x="2921725" y="4005108"/>
              <a:ext cx="333995" cy="192231"/>
            </a:xfrm>
            <a:custGeom>
              <a:avLst/>
              <a:gdLst/>
              <a:ahLst/>
              <a:cxnLst/>
              <a:rect l="l" t="t" r="r" b="b"/>
              <a:pathLst>
                <a:path w="10430" h="6003" extrusionOk="0">
                  <a:moveTo>
                    <a:pt x="9086" y="1"/>
                  </a:moveTo>
                  <a:lnTo>
                    <a:pt x="1" y="302"/>
                  </a:lnTo>
                  <a:lnTo>
                    <a:pt x="1" y="5516"/>
                  </a:lnTo>
                  <a:lnTo>
                    <a:pt x="5424" y="6003"/>
                  </a:lnTo>
                  <a:lnTo>
                    <a:pt x="10430" y="5516"/>
                  </a:lnTo>
                  <a:lnTo>
                    <a:pt x="10430" y="302"/>
                  </a:lnTo>
                  <a:lnTo>
                    <a:pt x="90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5340;p104">
              <a:extLst>
                <a:ext uri="{FF2B5EF4-FFF2-40B4-BE49-F238E27FC236}">
                  <a16:creationId xmlns:a16="http://schemas.microsoft.com/office/drawing/2014/main" id="{83AFAF4D-9B59-0F7B-F554-ABDF065F7D16}"/>
                </a:ext>
              </a:extLst>
            </p:cNvPr>
            <p:cNvSpPr/>
            <p:nvPr/>
          </p:nvSpPr>
          <p:spPr>
            <a:xfrm>
              <a:off x="3095383" y="4230707"/>
              <a:ext cx="52741" cy="12649"/>
            </a:xfrm>
            <a:custGeom>
              <a:avLst/>
              <a:gdLst/>
              <a:ahLst/>
              <a:cxnLst/>
              <a:rect l="l" t="t" r="r" b="b"/>
              <a:pathLst>
                <a:path w="1647" h="395" extrusionOk="0">
                  <a:moveTo>
                    <a:pt x="186" y="1"/>
                  </a:moveTo>
                  <a:cubicBezTo>
                    <a:pt x="94" y="1"/>
                    <a:pt x="1" y="117"/>
                    <a:pt x="1" y="209"/>
                  </a:cubicBezTo>
                  <a:cubicBezTo>
                    <a:pt x="1" y="302"/>
                    <a:pt x="94" y="395"/>
                    <a:pt x="186" y="395"/>
                  </a:cubicBezTo>
                  <a:lnTo>
                    <a:pt x="1438" y="395"/>
                  </a:lnTo>
                  <a:cubicBezTo>
                    <a:pt x="1531" y="395"/>
                    <a:pt x="1646" y="302"/>
                    <a:pt x="1646" y="209"/>
                  </a:cubicBezTo>
                  <a:cubicBezTo>
                    <a:pt x="1646" y="117"/>
                    <a:pt x="1531" y="1"/>
                    <a:pt x="14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5341;p104">
              <a:extLst>
                <a:ext uri="{FF2B5EF4-FFF2-40B4-BE49-F238E27FC236}">
                  <a16:creationId xmlns:a16="http://schemas.microsoft.com/office/drawing/2014/main" id="{57FBEB9F-D88F-93C0-165A-F30EA0253762}"/>
                </a:ext>
              </a:extLst>
            </p:cNvPr>
            <p:cNvSpPr/>
            <p:nvPr/>
          </p:nvSpPr>
          <p:spPr>
            <a:xfrm>
              <a:off x="3030089" y="4230707"/>
              <a:ext cx="52741" cy="12649"/>
            </a:xfrm>
            <a:custGeom>
              <a:avLst/>
              <a:gdLst/>
              <a:ahLst/>
              <a:cxnLst/>
              <a:rect l="l" t="t" r="r" b="b"/>
              <a:pathLst>
                <a:path w="1647" h="395" extrusionOk="0">
                  <a:moveTo>
                    <a:pt x="209" y="1"/>
                  </a:moveTo>
                  <a:cubicBezTo>
                    <a:pt x="93" y="1"/>
                    <a:pt x="1" y="117"/>
                    <a:pt x="1" y="209"/>
                  </a:cubicBezTo>
                  <a:cubicBezTo>
                    <a:pt x="1" y="302"/>
                    <a:pt x="93" y="395"/>
                    <a:pt x="209" y="395"/>
                  </a:cubicBezTo>
                  <a:lnTo>
                    <a:pt x="1368" y="395"/>
                  </a:lnTo>
                  <a:cubicBezTo>
                    <a:pt x="1553" y="395"/>
                    <a:pt x="1646" y="302"/>
                    <a:pt x="1646" y="209"/>
                  </a:cubicBezTo>
                  <a:cubicBezTo>
                    <a:pt x="1646" y="117"/>
                    <a:pt x="1553" y="1"/>
                    <a:pt x="13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5342;p104">
              <a:extLst>
                <a:ext uri="{FF2B5EF4-FFF2-40B4-BE49-F238E27FC236}">
                  <a16:creationId xmlns:a16="http://schemas.microsoft.com/office/drawing/2014/main" id="{A1BA63A6-C1AC-5616-42C1-46696B1F6335}"/>
                </a:ext>
              </a:extLst>
            </p:cNvPr>
            <p:cNvSpPr/>
            <p:nvPr/>
          </p:nvSpPr>
          <p:spPr>
            <a:xfrm>
              <a:off x="2921725" y="3989513"/>
              <a:ext cx="333995" cy="25266"/>
            </a:xfrm>
            <a:custGeom>
              <a:avLst/>
              <a:gdLst/>
              <a:ahLst/>
              <a:cxnLst/>
              <a:rect l="l" t="t" r="r" b="b"/>
              <a:pathLst>
                <a:path w="10430" h="789" extrusionOk="0">
                  <a:moveTo>
                    <a:pt x="210" y="1"/>
                  </a:moveTo>
                  <a:cubicBezTo>
                    <a:pt x="117" y="1"/>
                    <a:pt x="1" y="1"/>
                    <a:pt x="1" y="117"/>
                  </a:cubicBezTo>
                  <a:lnTo>
                    <a:pt x="1" y="789"/>
                  </a:lnTo>
                  <a:lnTo>
                    <a:pt x="10430" y="789"/>
                  </a:lnTo>
                  <a:lnTo>
                    <a:pt x="10430" y="117"/>
                  </a:lnTo>
                  <a:cubicBezTo>
                    <a:pt x="10430" y="1"/>
                    <a:pt x="10337" y="1"/>
                    <a:pt x="102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5343;p104">
              <a:extLst>
                <a:ext uri="{FF2B5EF4-FFF2-40B4-BE49-F238E27FC236}">
                  <a16:creationId xmlns:a16="http://schemas.microsoft.com/office/drawing/2014/main" id="{54545F19-ED48-D230-1F4C-6534974D6C5E}"/>
                </a:ext>
              </a:extLst>
            </p:cNvPr>
            <p:cNvSpPr/>
            <p:nvPr/>
          </p:nvSpPr>
          <p:spPr>
            <a:xfrm>
              <a:off x="2962554" y="4045201"/>
              <a:ext cx="241225" cy="99462"/>
            </a:xfrm>
            <a:custGeom>
              <a:avLst/>
              <a:gdLst/>
              <a:ahLst/>
              <a:cxnLst/>
              <a:rect l="l" t="t" r="r" b="b"/>
              <a:pathLst>
                <a:path w="7533" h="3106" extrusionOk="0">
                  <a:moveTo>
                    <a:pt x="2202" y="0"/>
                  </a:moveTo>
                  <a:cubicBezTo>
                    <a:pt x="2110" y="0"/>
                    <a:pt x="2110" y="116"/>
                    <a:pt x="2017" y="116"/>
                  </a:cubicBezTo>
                  <a:lnTo>
                    <a:pt x="1345" y="2039"/>
                  </a:lnTo>
                  <a:lnTo>
                    <a:pt x="1044" y="1367"/>
                  </a:lnTo>
                  <a:cubicBezTo>
                    <a:pt x="1044" y="1275"/>
                    <a:pt x="951" y="1275"/>
                    <a:pt x="858" y="1275"/>
                  </a:cubicBezTo>
                  <a:lnTo>
                    <a:pt x="186" y="1275"/>
                  </a:lnTo>
                  <a:cubicBezTo>
                    <a:pt x="93" y="1275"/>
                    <a:pt x="1" y="1367"/>
                    <a:pt x="1" y="1460"/>
                  </a:cubicBezTo>
                  <a:cubicBezTo>
                    <a:pt x="1" y="1553"/>
                    <a:pt x="93" y="1645"/>
                    <a:pt x="186" y="1645"/>
                  </a:cubicBezTo>
                  <a:lnTo>
                    <a:pt x="765" y="1645"/>
                  </a:lnTo>
                  <a:lnTo>
                    <a:pt x="1159" y="2711"/>
                  </a:lnTo>
                  <a:cubicBezTo>
                    <a:pt x="1159" y="2804"/>
                    <a:pt x="1252" y="2804"/>
                    <a:pt x="1345" y="2804"/>
                  </a:cubicBezTo>
                  <a:cubicBezTo>
                    <a:pt x="1437" y="2804"/>
                    <a:pt x="1530" y="2804"/>
                    <a:pt x="1530" y="2711"/>
                  </a:cubicBezTo>
                  <a:lnTo>
                    <a:pt x="2202" y="788"/>
                  </a:lnTo>
                  <a:lnTo>
                    <a:pt x="3083" y="3013"/>
                  </a:lnTo>
                  <a:cubicBezTo>
                    <a:pt x="3176" y="3013"/>
                    <a:pt x="3176" y="3105"/>
                    <a:pt x="3268" y="3105"/>
                  </a:cubicBezTo>
                  <a:cubicBezTo>
                    <a:pt x="3361" y="3105"/>
                    <a:pt x="3477" y="3013"/>
                    <a:pt x="3477" y="3013"/>
                  </a:cubicBezTo>
                  <a:lnTo>
                    <a:pt x="4149" y="1645"/>
                  </a:lnTo>
                  <a:lnTo>
                    <a:pt x="4636" y="2433"/>
                  </a:lnTo>
                  <a:cubicBezTo>
                    <a:pt x="4636" y="2433"/>
                    <a:pt x="4728" y="2526"/>
                    <a:pt x="4821" y="2526"/>
                  </a:cubicBezTo>
                  <a:cubicBezTo>
                    <a:pt x="4914" y="2526"/>
                    <a:pt x="5006" y="2433"/>
                    <a:pt x="5006" y="2433"/>
                  </a:cubicBezTo>
                  <a:lnTo>
                    <a:pt x="5887" y="695"/>
                  </a:lnTo>
                  <a:lnTo>
                    <a:pt x="6374" y="1553"/>
                  </a:lnTo>
                  <a:cubicBezTo>
                    <a:pt x="6467" y="1645"/>
                    <a:pt x="6467" y="1645"/>
                    <a:pt x="6559" y="1645"/>
                  </a:cubicBezTo>
                  <a:lnTo>
                    <a:pt x="7324" y="1645"/>
                  </a:lnTo>
                  <a:cubicBezTo>
                    <a:pt x="7417" y="1645"/>
                    <a:pt x="7533" y="1553"/>
                    <a:pt x="7533" y="1460"/>
                  </a:cubicBezTo>
                  <a:cubicBezTo>
                    <a:pt x="7533" y="1367"/>
                    <a:pt x="7417" y="1275"/>
                    <a:pt x="7324" y="1275"/>
                  </a:cubicBezTo>
                  <a:lnTo>
                    <a:pt x="6745" y="1275"/>
                  </a:lnTo>
                  <a:lnTo>
                    <a:pt x="6073" y="116"/>
                  </a:lnTo>
                  <a:cubicBezTo>
                    <a:pt x="6073" y="116"/>
                    <a:pt x="5980" y="0"/>
                    <a:pt x="5887" y="0"/>
                  </a:cubicBezTo>
                  <a:cubicBezTo>
                    <a:pt x="5887" y="0"/>
                    <a:pt x="5794" y="116"/>
                    <a:pt x="5679" y="116"/>
                  </a:cubicBezTo>
                  <a:lnTo>
                    <a:pt x="4821" y="1854"/>
                  </a:lnTo>
                  <a:lnTo>
                    <a:pt x="4520" y="1367"/>
                  </a:lnTo>
                  <a:cubicBezTo>
                    <a:pt x="4427" y="1275"/>
                    <a:pt x="4334" y="1275"/>
                    <a:pt x="4334" y="1275"/>
                  </a:cubicBezTo>
                  <a:lnTo>
                    <a:pt x="4056" y="1275"/>
                  </a:lnTo>
                  <a:cubicBezTo>
                    <a:pt x="3940" y="1275"/>
                    <a:pt x="3848" y="1275"/>
                    <a:pt x="3848" y="1367"/>
                  </a:cubicBezTo>
                  <a:lnTo>
                    <a:pt x="3361" y="2318"/>
                  </a:lnTo>
                  <a:lnTo>
                    <a:pt x="2411" y="116"/>
                  </a:lnTo>
                  <a:cubicBezTo>
                    <a:pt x="2411" y="116"/>
                    <a:pt x="2318" y="0"/>
                    <a:pt x="22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5344;p104">
              <a:extLst>
                <a:ext uri="{FF2B5EF4-FFF2-40B4-BE49-F238E27FC236}">
                  <a16:creationId xmlns:a16="http://schemas.microsoft.com/office/drawing/2014/main" id="{8FAA1CE3-50C2-4519-7397-237E954BE231}"/>
                </a:ext>
              </a:extLst>
            </p:cNvPr>
            <p:cNvSpPr/>
            <p:nvPr/>
          </p:nvSpPr>
          <p:spPr>
            <a:xfrm>
              <a:off x="3323960" y="4008087"/>
              <a:ext cx="12649" cy="55687"/>
            </a:xfrm>
            <a:custGeom>
              <a:avLst/>
              <a:gdLst/>
              <a:ahLst/>
              <a:cxnLst/>
              <a:rect l="l" t="t" r="r" b="b"/>
              <a:pathLst>
                <a:path w="395" h="1739" extrusionOk="0">
                  <a:moveTo>
                    <a:pt x="186" y="0"/>
                  </a:moveTo>
                  <a:cubicBezTo>
                    <a:pt x="94" y="0"/>
                    <a:pt x="1" y="116"/>
                    <a:pt x="1" y="209"/>
                  </a:cubicBezTo>
                  <a:lnTo>
                    <a:pt x="1" y="1553"/>
                  </a:lnTo>
                  <a:cubicBezTo>
                    <a:pt x="1" y="1646"/>
                    <a:pt x="94" y="1738"/>
                    <a:pt x="186" y="1738"/>
                  </a:cubicBezTo>
                  <a:cubicBezTo>
                    <a:pt x="302" y="1738"/>
                    <a:pt x="395" y="1646"/>
                    <a:pt x="395" y="1553"/>
                  </a:cubicBezTo>
                  <a:lnTo>
                    <a:pt x="395" y="209"/>
                  </a:lnTo>
                  <a:cubicBezTo>
                    <a:pt x="395" y="116"/>
                    <a:pt x="302" y="0"/>
                    <a:pt x="1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5345;p104">
              <a:extLst>
                <a:ext uri="{FF2B5EF4-FFF2-40B4-BE49-F238E27FC236}">
                  <a16:creationId xmlns:a16="http://schemas.microsoft.com/office/drawing/2014/main" id="{A3426D89-C503-330B-BB7E-8761B9429D6C}"/>
                </a:ext>
              </a:extLst>
            </p:cNvPr>
            <p:cNvSpPr/>
            <p:nvPr/>
          </p:nvSpPr>
          <p:spPr>
            <a:xfrm>
              <a:off x="3308397" y="4057785"/>
              <a:ext cx="34168" cy="54054"/>
            </a:xfrm>
            <a:custGeom>
              <a:avLst/>
              <a:gdLst/>
              <a:ahLst/>
              <a:cxnLst/>
              <a:rect l="l" t="t" r="r" b="b"/>
              <a:pathLst>
                <a:path w="1067" h="1688" extrusionOk="0">
                  <a:moveTo>
                    <a:pt x="302" y="1"/>
                  </a:moveTo>
                  <a:cubicBezTo>
                    <a:pt x="93" y="1"/>
                    <a:pt x="0" y="94"/>
                    <a:pt x="0" y="302"/>
                  </a:cubicBezTo>
                  <a:lnTo>
                    <a:pt x="0" y="1461"/>
                  </a:lnTo>
                  <a:cubicBezTo>
                    <a:pt x="0" y="1554"/>
                    <a:pt x="93" y="1646"/>
                    <a:pt x="302" y="1646"/>
                  </a:cubicBezTo>
                  <a:cubicBezTo>
                    <a:pt x="302" y="1677"/>
                    <a:pt x="312" y="1688"/>
                    <a:pt x="326" y="1688"/>
                  </a:cubicBezTo>
                  <a:cubicBezTo>
                    <a:pt x="353" y="1688"/>
                    <a:pt x="394" y="1646"/>
                    <a:pt x="394" y="1646"/>
                  </a:cubicBezTo>
                  <a:lnTo>
                    <a:pt x="1066" y="1461"/>
                  </a:lnTo>
                  <a:lnTo>
                    <a:pt x="1066" y="186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5346;p104">
              <a:extLst>
                <a:ext uri="{FF2B5EF4-FFF2-40B4-BE49-F238E27FC236}">
                  <a16:creationId xmlns:a16="http://schemas.microsoft.com/office/drawing/2014/main" id="{9B1F69E1-FB31-6793-D17B-A4A44294E894}"/>
                </a:ext>
              </a:extLst>
            </p:cNvPr>
            <p:cNvSpPr/>
            <p:nvPr/>
          </p:nvSpPr>
          <p:spPr>
            <a:xfrm>
              <a:off x="3318036" y="4057785"/>
              <a:ext cx="34168" cy="55719"/>
            </a:xfrm>
            <a:custGeom>
              <a:avLst/>
              <a:gdLst/>
              <a:ahLst/>
              <a:cxnLst/>
              <a:rect l="l" t="t" r="r" b="b"/>
              <a:pathLst>
                <a:path w="1067" h="1740" extrusionOk="0">
                  <a:moveTo>
                    <a:pt x="1" y="1"/>
                  </a:moveTo>
                  <a:cubicBezTo>
                    <a:pt x="93" y="1"/>
                    <a:pt x="186" y="94"/>
                    <a:pt x="186" y="302"/>
                  </a:cubicBezTo>
                  <a:lnTo>
                    <a:pt x="186" y="1461"/>
                  </a:lnTo>
                  <a:cubicBezTo>
                    <a:pt x="186" y="1554"/>
                    <a:pt x="93" y="1646"/>
                    <a:pt x="1" y="1646"/>
                  </a:cubicBezTo>
                  <a:lnTo>
                    <a:pt x="1" y="1739"/>
                  </a:lnTo>
                  <a:lnTo>
                    <a:pt x="765" y="1739"/>
                  </a:lnTo>
                  <a:cubicBezTo>
                    <a:pt x="858" y="1739"/>
                    <a:pt x="1067" y="1554"/>
                    <a:pt x="1067" y="1461"/>
                  </a:cubicBezTo>
                  <a:lnTo>
                    <a:pt x="1067" y="302"/>
                  </a:lnTo>
                  <a:cubicBezTo>
                    <a:pt x="1067" y="94"/>
                    <a:pt x="858" y="1"/>
                    <a:pt x="7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347;p104">
              <a:extLst>
                <a:ext uri="{FF2B5EF4-FFF2-40B4-BE49-F238E27FC236}">
                  <a16:creationId xmlns:a16="http://schemas.microsoft.com/office/drawing/2014/main" id="{88ADFE18-9453-4748-D2C4-CAD289ADC368}"/>
                </a:ext>
              </a:extLst>
            </p:cNvPr>
            <p:cNvSpPr/>
            <p:nvPr/>
          </p:nvSpPr>
          <p:spPr>
            <a:xfrm>
              <a:off x="3308397" y="3962070"/>
              <a:ext cx="34168" cy="52709"/>
            </a:xfrm>
            <a:custGeom>
              <a:avLst/>
              <a:gdLst/>
              <a:ahLst/>
              <a:cxnLst/>
              <a:rect l="l" t="t" r="r" b="b"/>
              <a:pathLst>
                <a:path w="1067" h="1646" extrusionOk="0">
                  <a:moveTo>
                    <a:pt x="302" y="0"/>
                  </a:moveTo>
                  <a:cubicBezTo>
                    <a:pt x="93" y="0"/>
                    <a:pt x="0" y="93"/>
                    <a:pt x="0" y="279"/>
                  </a:cubicBezTo>
                  <a:lnTo>
                    <a:pt x="0" y="1345"/>
                  </a:lnTo>
                  <a:cubicBezTo>
                    <a:pt x="0" y="1553"/>
                    <a:pt x="93" y="1646"/>
                    <a:pt x="302" y="1646"/>
                  </a:cubicBezTo>
                  <a:lnTo>
                    <a:pt x="394" y="1646"/>
                  </a:lnTo>
                  <a:cubicBezTo>
                    <a:pt x="394" y="1646"/>
                    <a:pt x="974" y="1553"/>
                    <a:pt x="974" y="1345"/>
                  </a:cubicBezTo>
                  <a:lnTo>
                    <a:pt x="1066" y="394"/>
                  </a:lnTo>
                  <a:lnTo>
                    <a:pt x="3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348;p104">
              <a:extLst>
                <a:ext uri="{FF2B5EF4-FFF2-40B4-BE49-F238E27FC236}">
                  <a16:creationId xmlns:a16="http://schemas.microsoft.com/office/drawing/2014/main" id="{66533FDE-4C6A-7DD5-E7C2-8F86D7FDA5A9}"/>
                </a:ext>
              </a:extLst>
            </p:cNvPr>
            <p:cNvSpPr/>
            <p:nvPr/>
          </p:nvSpPr>
          <p:spPr>
            <a:xfrm>
              <a:off x="3318036" y="3962070"/>
              <a:ext cx="34168" cy="52709"/>
            </a:xfrm>
            <a:custGeom>
              <a:avLst/>
              <a:gdLst/>
              <a:ahLst/>
              <a:cxnLst/>
              <a:rect l="l" t="t" r="r" b="b"/>
              <a:pathLst>
                <a:path w="1067" h="1646" extrusionOk="0">
                  <a:moveTo>
                    <a:pt x="1" y="0"/>
                  </a:moveTo>
                  <a:cubicBezTo>
                    <a:pt x="93" y="0"/>
                    <a:pt x="186" y="93"/>
                    <a:pt x="186" y="279"/>
                  </a:cubicBezTo>
                  <a:lnTo>
                    <a:pt x="186" y="1345"/>
                  </a:lnTo>
                  <a:cubicBezTo>
                    <a:pt x="186" y="1553"/>
                    <a:pt x="93" y="1646"/>
                    <a:pt x="1" y="1646"/>
                  </a:cubicBezTo>
                  <a:lnTo>
                    <a:pt x="765" y="1646"/>
                  </a:lnTo>
                  <a:cubicBezTo>
                    <a:pt x="858" y="1646"/>
                    <a:pt x="1067" y="1553"/>
                    <a:pt x="1067" y="1345"/>
                  </a:cubicBezTo>
                  <a:lnTo>
                    <a:pt x="1067" y="279"/>
                  </a:lnTo>
                  <a:cubicBezTo>
                    <a:pt x="1067" y="93"/>
                    <a:pt x="858" y="0"/>
                    <a:pt x="7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349;p104">
              <a:extLst>
                <a:ext uri="{FF2B5EF4-FFF2-40B4-BE49-F238E27FC236}">
                  <a16:creationId xmlns:a16="http://schemas.microsoft.com/office/drawing/2014/main" id="{02B80866-9299-96EE-23F9-841197024123}"/>
                </a:ext>
              </a:extLst>
            </p:cNvPr>
            <p:cNvSpPr/>
            <p:nvPr/>
          </p:nvSpPr>
          <p:spPr>
            <a:xfrm>
              <a:off x="2921725" y="4181745"/>
              <a:ext cx="333995" cy="27475"/>
            </a:xfrm>
            <a:custGeom>
              <a:avLst/>
              <a:gdLst/>
              <a:ahLst/>
              <a:cxnLst/>
              <a:rect l="l" t="t" r="r" b="b"/>
              <a:pathLst>
                <a:path w="10430" h="858" extrusionOk="0">
                  <a:moveTo>
                    <a:pt x="1" y="0"/>
                  </a:moveTo>
                  <a:lnTo>
                    <a:pt x="1" y="765"/>
                  </a:lnTo>
                  <a:cubicBezTo>
                    <a:pt x="1" y="858"/>
                    <a:pt x="117" y="858"/>
                    <a:pt x="210" y="858"/>
                  </a:cubicBezTo>
                  <a:lnTo>
                    <a:pt x="10244" y="858"/>
                  </a:lnTo>
                  <a:cubicBezTo>
                    <a:pt x="10337" y="858"/>
                    <a:pt x="10430" y="858"/>
                    <a:pt x="10430" y="765"/>
                  </a:cubicBezTo>
                  <a:lnTo>
                    <a:pt x="1043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350;p104">
              <a:extLst>
                <a:ext uri="{FF2B5EF4-FFF2-40B4-BE49-F238E27FC236}">
                  <a16:creationId xmlns:a16="http://schemas.microsoft.com/office/drawing/2014/main" id="{23A92D34-FE12-2CB5-5EC8-D487D6D8E971}"/>
                </a:ext>
              </a:extLst>
            </p:cNvPr>
            <p:cNvSpPr/>
            <p:nvPr/>
          </p:nvSpPr>
          <p:spPr>
            <a:xfrm>
              <a:off x="3206726" y="4160225"/>
              <a:ext cx="11912" cy="30453"/>
            </a:xfrm>
            <a:custGeom>
              <a:avLst/>
              <a:gdLst/>
              <a:ahLst/>
              <a:cxnLst/>
              <a:rect l="l" t="t" r="r" b="b"/>
              <a:pathLst>
                <a:path w="372" h="951" extrusionOk="0">
                  <a:moveTo>
                    <a:pt x="186" y="0"/>
                  </a:moveTo>
                  <a:cubicBezTo>
                    <a:pt x="93" y="0"/>
                    <a:pt x="0" y="93"/>
                    <a:pt x="0" y="186"/>
                  </a:cubicBezTo>
                  <a:lnTo>
                    <a:pt x="0" y="672"/>
                  </a:lnTo>
                  <a:cubicBezTo>
                    <a:pt x="0" y="858"/>
                    <a:pt x="93" y="950"/>
                    <a:pt x="186" y="950"/>
                  </a:cubicBezTo>
                  <a:cubicBezTo>
                    <a:pt x="278" y="950"/>
                    <a:pt x="371" y="858"/>
                    <a:pt x="371" y="672"/>
                  </a:cubicBezTo>
                  <a:lnTo>
                    <a:pt x="371" y="186"/>
                  </a:lnTo>
                  <a:cubicBezTo>
                    <a:pt x="371" y="93"/>
                    <a:pt x="278" y="0"/>
                    <a:pt x="1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351;p104">
              <a:extLst>
                <a:ext uri="{FF2B5EF4-FFF2-40B4-BE49-F238E27FC236}">
                  <a16:creationId xmlns:a16="http://schemas.microsoft.com/office/drawing/2014/main" id="{318DA8A4-048D-01C1-2B8B-D4CBD965826D}"/>
                </a:ext>
              </a:extLst>
            </p:cNvPr>
            <p:cNvSpPr/>
            <p:nvPr/>
          </p:nvSpPr>
          <p:spPr>
            <a:xfrm>
              <a:off x="3162919" y="4160225"/>
              <a:ext cx="15627" cy="30453"/>
            </a:xfrm>
            <a:custGeom>
              <a:avLst/>
              <a:gdLst/>
              <a:ahLst/>
              <a:cxnLst/>
              <a:rect l="l" t="t" r="r" b="b"/>
              <a:pathLst>
                <a:path w="488" h="951" extrusionOk="0">
                  <a:moveTo>
                    <a:pt x="302" y="0"/>
                  </a:moveTo>
                  <a:cubicBezTo>
                    <a:pt x="117" y="0"/>
                    <a:pt x="1" y="93"/>
                    <a:pt x="1" y="186"/>
                  </a:cubicBezTo>
                  <a:lnTo>
                    <a:pt x="1" y="672"/>
                  </a:lnTo>
                  <a:cubicBezTo>
                    <a:pt x="1" y="858"/>
                    <a:pt x="117" y="950"/>
                    <a:pt x="302" y="950"/>
                  </a:cubicBezTo>
                  <a:cubicBezTo>
                    <a:pt x="395" y="950"/>
                    <a:pt x="488" y="858"/>
                    <a:pt x="488" y="672"/>
                  </a:cubicBezTo>
                  <a:lnTo>
                    <a:pt x="488" y="186"/>
                  </a:lnTo>
                  <a:cubicBezTo>
                    <a:pt x="488" y="93"/>
                    <a:pt x="395" y="0"/>
                    <a:pt x="3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352;p104">
              <a:extLst>
                <a:ext uri="{FF2B5EF4-FFF2-40B4-BE49-F238E27FC236}">
                  <a16:creationId xmlns:a16="http://schemas.microsoft.com/office/drawing/2014/main" id="{2B47A68E-D3F4-E809-CA0E-172DF697A9F5}"/>
                </a:ext>
              </a:extLst>
            </p:cNvPr>
            <p:cNvSpPr/>
            <p:nvPr/>
          </p:nvSpPr>
          <p:spPr>
            <a:xfrm>
              <a:off x="3122859" y="4160225"/>
              <a:ext cx="12649" cy="30453"/>
            </a:xfrm>
            <a:custGeom>
              <a:avLst/>
              <a:gdLst/>
              <a:ahLst/>
              <a:cxnLst/>
              <a:rect l="l" t="t" r="r" b="b"/>
              <a:pathLst>
                <a:path w="395" h="951" extrusionOk="0">
                  <a:moveTo>
                    <a:pt x="209" y="0"/>
                  </a:moveTo>
                  <a:cubicBezTo>
                    <a:pt x="93" y="0"/>
                    <a:pt x="0" y="93"/>
                    <a:pt x="0" y="186"/>
                  </a:cubicBezTo>
                  <a:lnTo>
                    <a:pt x="0" y="672"/>
                  </a:lnTo>
                  <a:cubicBezTo>
                    <a:pt x="0" y="858"/>
                    <a:pt x="93" y="950"/>
                    <a:pt x="209" y="950"/>
                  </a:cubicBezTo>
                  <a:cubicBezTo>
                    <a:pt x="302" y="950"/>
                    <a:pt x="394" y="858"/>
                    <a:pt x="394" y="672"/>
                  </a:cubicBezTo>
                  <a:lnTo>
                    <a:pt x="394" y="186"/>
                  </a:lnTo>
                  <a:cubicBezTo>
                    <a:pt x="394" y="93"/>
                    <a:pt x="302" y="0"/>
                    <a:pt x="2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353;p104">
              <a:extLst>
                <a:ext uri="{FF2B5EF4-FFF2-40B4-BE49-F238E27FC236}">
                  <a16:creationId xmlns:a16="http://schemas.microsoft.com/office/drawing/2014/main" id="{5379C79C-E107-224F-B131-7EB0BD313993}"/>
                </a:ext>
              </a:extLst>
            </p:cNvPr>
            <p:cNvSpPr/>
            <p:nvPr/>
          </p:nvSpPr>
          <p:spPr>
            <a:xfrm>
              <a:off x="3082798" y="4160225"/>
              <a:ext cx="12617" cy="30453"/>
            </a:xfrm>
            <a:custGeom>
              <a:avLst/>
              <a:gdLst/>
              <a:ahLst/>
              <a:cxnLst/>
              <a:rect l="l" t="t" r="r" b="b"/>
              <a:pathLst>
                <a:path w="394" h="951" extrusionOk="0">
                  <a:moveTo>
                    <a:pt x="185" y="0"/>
                  </a:moveTo>
                  <a:cubicBezTo>
                    <a:pt x="93" y="0"/>
                    <a:pt x="0" y="93"/>
                    <a:pt x="0" y="186"/>
                  </a:cubicBezTo>
                  <a:lnTo>
                    <a:pt x="0" y="672"/>
                  </a:lnTo>
                  <a:cubicBezTo>
                    <a:pt x="0" y="858"/>
                    <a:pt x="93" y="950"/>
                    <a:pt x="185" y="950"/>
                  </a:cubicBezTo>
                  <a:cubicBezTo>
                    <a:pt x="301" y="950"/>
                    <a:pt x="394" y="858"/>
                    <a:pt x="394" y="672"/>
                  </a:cubicBezTo>
                  <a:lnTo>
                    <a:pt x="394" y="186"/>
                  </a:lnTo>
                  <a:cubicBezTo>
                    <a:pt x="394" y="93"/>
                    <a:pt x="301" y="0"/>
                    <a:pt x="1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354;p104">
              <a:extLst>
                <a:ext uri="{FF2B5EF4-FFF2-40B4-BE49-F238E27FC236}">
                  <a16:creationId xmlns:a16="http://schemas.microsoft.com/office/drawing/2014/main" id="{16CC2AFA-8882-5791-0C93-D99EBD599761}"/>
                </a:ext>
              </a:extLst>
            </p:cNvPr>
            <p:cNvSpPr/>
            <p:nvPr/>
          </p:nvSpPr>
          <p:spPr>
            <a:xfrm>
              <a:off x="3039728" y="4160225"/>
              <a:ext cx="15627" cy="30453"/>
            </a:xfrm>
            <a:custGeom>
              <a:avLst/>
              <a:gdLst/>
              <a:ahLst/>
              <a:cxnLst/>
              <a:rect l="l" t="t" r="r" b="b"/>
              <a:pathLst>
                <a:path w="488" h="951" extrusionOk="0">
                  <a:moveTo>
                    <a:pt x="279" y="0"/>
                  </a:moveTo>
                  <a:cubicBezTo>
                    <a:pt x="94" y="0"/>
                    <a:pt x="1" y="93"/>
                    <a:pt x="1" y="186"/>
                  </a:cubicBezTo>
                  <a:lnTo>
                    <a:pt x="1" y="672"/>
                  </a:lnTo>
                  <a:cubicBezTo>
                    <a:pt x="1" y="858"/>
                    <a:pt x="94" y="950"/>
                    <a:pt x="279" y="950"/>
                  </a:cubicBezTo>
                  <a:cubicBezTo>
                    <a:pt x="372" y="950"/>
                    <a:pt x="488" y="858"/>
                    <a:pt x="488" y="672"/>
                  </a:cubicBezTo>
                  <a:lnTo>
                    <a:pt x="488" y="186"/>
                  </a:lnTo>
                  <a:cubicBezTo>
                    <a:pt x="488" y="93"/>
                    <a:pt x="372" y="0"/>
                    <a:pt x="2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55;p104">
              <a:extLst>
                <a:ext uri="{FF2B5EF4-FFF2-40B4-BE49-F238E27FC236}">
                  <a16:creationId xmlns:a16="http://schemas.microsoft.com/office/drawing/2014/main" id="{4C3D5420-0705-E43A-B5A0-9EC88F85F5F8}"/>
                </a:ext>
              </a:extLst>
            </p:cNvPr>
            <p:cNvSpPr/>
            <p:nvPr/>
          </p:nvSpPr>
          <p:spPr>
            <a:xfrm>
              <a:off x="2999668" y="4160225"/>
              <a:ext cx="11912" cy="30453"/>
            </a:xfrm>
            <a:custGeom>
              <a:avLst/>
              <a:gdLst/>
              <a:ahLst/>
              <a:cxnLst/>
              <a:rect l="l" t="t" r="r" b="b"/>
              <a:pathLst>
                <a:path w="372" h="951" extrusionOk="0">
                  <a:moveTo>
                    <a:pt x="186" y="0"/>
                  </a:moveTo>
                  <a:cubicBezTo>
                    <a:pt x="93" y="0"/>
                    <a:pt x="0" y="93"/>
                    <a:pt x="0" y="186"/>
                  </a:cubicBezTo>
                  <a:lnTo>
                    <a:pt x="0" y="672"/>
                  </a:lnTo>
                  <a:cubicBezTo>
                    <a:pt x="0" y="858"/>
                    <a:pt x="93" y="950"/>
                    <a:pt x="186" y="950"/>
                  </a:cubicBezTo>
                  <a:cubicBezTo>
                    <a:pt x="278" y="950"/>
                    <a:pt x="371" y="858"/>
                    <a:pt x="371" y="672"/>
                  </a:cubicBezTo>
                  <a:lnTo>
                    <a:pt x="371" y="186"/>
                  </a:lnTo>
                  <a:cubicBezTo>
                    <a:pt x="371" y="93"/>
                    <a:pt x="278" y="0"/>
                    <a:pt x="1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356;p104">
              <a:extLst>
                <a:ext uri="{FF2B5EF4-FFF2-40B4-BE49-F238E27FC236}">
                  <a16:creationId xmlns:a16="http://schemas.microsoft.com/office/drawing/2014/main" id="{BD95B1A4-4EDC-CB09-3E32-ECB3A5DDEEE7}"/>
                </a:ext>
              </a:extLst>
            </p:cNvPr>
            <p:cNvSpPr/>
            <p:nvPr/>
          </p:nvSpPr>
          <p:spPr>
            <a:xfrm>
              <a:off x="2958839" y="4160225"/>
              <a:ext cx="12649" cy="30453"/>
            </a:xfrm>
            <a:custGeom>
              <a:avLst/>
              <a:gdLst/>
              <a:ahLst/>
              <a:cxnLst/>
              <a:rect l="l" t="t" r="r" b="b"/>
              <a:pathLst>
                <a:path w="395" h="951" extrusionOk="0">
                  <a:moveTo>
                    <a:pt x="209" y="0"/>
                  </a:moveTo>
                  <a:cubicBezTo>
                    <a:pt x="117" y="0"/>
                    <a:pt x="1" y="93"/>
                    <a:pt x="1" y="186"/>
                  </a:cubicBezTo>
                  <a:lnTo>
                    <a:pt x="1" y="672"/>
                  </a:lnTo>
                  <a:cubicBezTo>
                    <a:pt x="1" y="858"/>
                    <a:pt x="117" y="950"/>
                    <a:pt x="209" y="950"/>
                  </a:cubicBezTo>
                  <a:cubicBezTo>
                    <a:pt x="302" y="950"/>
                    <a:pt x="395" y="858"/>
                    <a:pt x="395" y="672"/>
                  </a:cubicBezTo>
                  <a:lnTo>
                    <a:pt x="395" y="186"/>
                  </a:lnTo>
                  <a:cubicBezTo>
                    <a:pt x="395" y="93"/>
                    <a:pt x="302" y="0"/>
                    <a:pt x="2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" name="Google Shape;7030;p123">
            <a:extLst>
              <a:ext uri="{FF2B5EF4-FFF2-40B4-BE49-F238E27FC236}">
                <a16:creationId xmlns:a16="http://schemas.microsoft.com/office/drawing/2014/main" id="{60AEAC17-7C77-5F78-FF1A-1A6909ABA716}"/>
              </a:ext>
            </a:extLst>
          </p:cNvPr>
          <p:cNvGrpSpPr/>
          <p:nvPr/>
        </p:nvGrpSpPr>
        <p:grpSpPr>
          <a:xfrm>
            <a:off x="3838984" y="3125586"/>
            <a:ext cx="385689" cy="367538"/>
            <a:chOff x="4823798" y="3915317"/>
            <a:chExt cx="457954" cy="436403"/>
          </a:xfrm>
        </p:grpSpPr>
        <p:sp>
          <p:nvSpPr>
            <p:cNvPr id="56" name="Google Shape;7031;p123">
              <a:extLst>
                <a:ext uri="{FF2B5EF4-FFF2-40B4-BE49-F238E27FC236}">
                  <a16:creationId xmlns:a16="http://schemas.microsoft.com/office/drawing/2014/main" id="{AE44F6EE-3BED-ED51-58A6-E9665E99F887}"/>
                </a:ext>
              </a:extLst>
            </p:cNvPr>
            <p:cNvSpPr/>
            <p:nvPr/>
          </p:nvSpPr>
          <p:spPr>
            <a:xfrm>
              <a:off x="4975200" y="4240378"/>
              <a:ext cx="132893" cy="92769"/>
            </a:xfrm>
            <a:custGeom>
              <a:avLst/>
              <a:gdLst/>
              <a:ahLst/>
              <a:cxnLst/>
              <a:rect l="l" t="t" r="r" b="b"/>
              <a:pathLst>
                <a:path w="4150" h="2897" extrusionOk="0">
                  <a:moveTo>
                    <a:pt x="2898" y="0"/>
                  </a:moveTo>
                  <a:lnTo>
                    <a:pt x="580" y="487"/>
                  </a:lnTo>
                  <a:lnTo>
                    <a:pt x="1" y="2596"/>
                  </a:lnTo>
                  <a:lnTo>
                    <a:pt x="4149" y="2897"/>
                  </a:lnTo>
                  <a:lnTo>
                    <a:pt x="4149" y="765"/>
                  </a:lnTo>
                  <a:lnTo>
                    <a:pt x="28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7032;p123">
              <a:extLst>
                <a:ext uri="{FF2B5EF4-FFF2-40B4-BE49-F238E27FC236}">
                  <a16:creationId xmlns:a16="http://schemas.microsoft.com/office/drawing/2014/main" id="{29482599-9B67-7021-83FC-1BACFDDB0883}"/>
                </a:ext>
              </a:extLst>
            </p:cNvPr>
            <p:cNvSpPr/>
            <p:nvPr/>
          </p:nvSpPr>
          <p:spPr>
            <a:xfrm>
              <a:off x="5083564" y="4246302"/>
              <a:ext cx="46048" cy="83899"/>
            </a:xfrm>
            <a:custGeom>
              <a:avLst/>
              <a:gdLst/>
              <a:ahLst/>
              <a:cxnLst/>
              <a:rect l="l" t="t" r="r" b="b"/>
              <a:pathLst>
                <a:path w="1438" h="2620" extrusionOk="0">
                  <a:moveTo>
                    <a:pt x="487" y="0"/>
                  </a:moveTo>
                  <a:lnTo>
                    <a:pt x="0" y="302"/>
                  </a:lnTo>
                  <a:lnTo>
                    <a:pt x="580" y="2411"/>
                  </a:lnTo>
                  <a:lnTo>
                    <a:pt x="1159" y="2619"/>
                  </a:lnTo>
                  <a:lnTo>
                    <a:pt x="1437" y="2411"/>
                  </a:lnTo>
                  <a:lnTo>
                    <a:pt x="858" y="302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7033;p123">
              <a:extLst>
                <a:ext uri="{FF2B5EF4-FFF2-40B4-BE49-F238E27FC236}">
                  <a16:creationId xmlns:a16="http://schemas.microsoft.com/office/drawing/2014/main" id="{05995391-291B-1AD0-DF72-933174C71ED7}"/>
                </a:ext>
              </a:extLst>
            </p:cNvPr>
            <p:cNvSpPr/>
            <p:nvPr/>
          </p:nvSpPr>
          <p:spPr>
            <a:xfrm>
              <a:off x="4823798" y="3915317"/>
              <a:ext cx="429742" cy="340655"/>
            </a:xfrm>
            <a:custGeom>
              <a:avLst/>
              <a:gdLst/>
              <a:ahLst/>
              <a:cxnLst/>
              <a:rect l="l" t="t" r="r" b="b"/>
              <a:pathLst>
                <a:path w="13420" h="10638" extrusionOk="0">
                  <a:moveTo>
                    <a:pt x="766" y="0"/>
                  </a:moveTo>
                  <a:cubicBezTo>
                    <a:pt x="395" y="0"/>
                    <a:pt x="1" y="394"/>
                    <a:pt x="1" y="788"/>
                  </a:cubicBezTo>
                  <a:lnTo>
                    <a:pt x="1" y="9850"/>
                  </a:lnTo>
                  <a:cubicBezTo>
                    <a:pt x="1" y="10244"/>
                    <a:pt x="395" y="10638"/>
                    <a:pt x="766" y="10638"/>
                  </a:cubicBezTo>
                  <a:lnTo>
                    <a:pt x="12747" y="10638"/>
                  </a:lnTo>
                  <a:cubicBezTo>
                    <a:pt x="13141" y="10638"/>
                    <a:pt x="13419" y="10244"/>
                    <a:pt x="13419" y="9850"/>
                  </a:cubicBezTo>
                  <a:lnTo>
                    <a:pt x="13419" y="788"/>
                  </a:lnTo>
                  <a:cubicBezTo>
                    <a:pt x="13419" y="394"/>
                    <a:pt x="13141" y="0"/>
                    <a:pt x="127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7034;p123">
              <a:extLst>
                <a:ext uri="{FF2B5EF4-FFF2-40B4-BE49-F238E27FC236}">
                  <a16:creationId xmlns:a16="http://schemas.microsoft.com/office/drawing/2014/main" id="{123D3E3A-8220-44D9-4737-CA3F5BBBBD39}"/>
                </a:ext>
              </a:extLst>
            </p:cNvPr>
            <p:cNvSpPr/>
            <p:nvPr/>
          </p:nvSpPr>
          <p:spPr>
            <a:xfrm>
              <a:off x="5229010" y="3915317"/>
              <a:ext cx="52741" cy="340655"/>
            </a:xfrm>
            <a:custGeom>
              <a:avLst/>
              <a:gdLst/>
              <a:ahLst/>
              <a:cxnLst/>
              <a:rect l="l" t="t" r="r" b="b"/>
              <a:pathLst>
                <a:path w="1647" h="10638" extrusionOk="0">
                  <a:moveTo>
                    <a:pt x="1" y="0"/>
                  </a:moveTo>
                  <a:cubicBezTo>
                    <a:pt x="371" y="0"/>
                    <a:pt x="765" y="394"/>
                    <a:pt x="765" y="788"/>
                  </a:cubicBezTo>
                  <a:lnTo>
                    <a:pt x="765" y="1066"/>
                  </a:lnTo>
                  <a:lnTo>
                    <a:pt x="1" y="5794"/>
                  </a:lnTo>
                  <a:lnTo>
                    <a:pt x="765" y="9572"/>
                  </a:lnTo>
                  <a:lnTo>
                    <a:pt x="765" y="9850"/>
                  </a:lnTo>
                  <a:cubicBezTo>
                    <a:pt x="765" y="10244"/>
                    <a:pt x="371" y="10638"/>
                    <a:pt x="1" y="10638"/>
                  </a:cubicBezTo>
                  <a:lnTo>
                    <a:pt x="858" y="10638"/>
                  </a:lnTo>
                  <a:cubicBezTo>
                    <a:pt x="1252" y="10638"/>
                    <a:pt x="1646" y="10244"/>
                    <a:pt x="1646" y="9850"/>
                  </a:cubicBezTo>
                  <a:lnTo>
                    <a:pt x="1646" y="788"/>
                  </a:lnTo>
                  <a:cubicBezTo>
                    <a:pt x="1646" y="394"/>
                    <a:pt x="1252" y="0"/>
                    <a:pt x="8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7035;p123">
              <a:extLst>
                <a:ext uri="{FF2B5EF4-FFF2-40B4-BE49-F238E27FC236}">
                  <a16:creationId xmlns:a16="http://schemas.microsoft.com/office/drawing/2014/main" id="{C77BA1CD-C3D2-8DF6-D382-866804AAC615}"/>
                </a:ext>
              </a:extLst>
            </p:cNvPr>
            <p:cNvSpPr/>
            <p:nvPr/>
          </p:nvSpPr>
          <p:spPr>
            <a:xfrm>
              <a:off x="4851273" y="3943529"/>
              <a:ext cx="306519" cy="284264"/>
            </a:xfrm>
            <a:custGeom>
              <a:avLst/>
              <a:gdLst/>
              <a:ahLst/>
              <a:cxnLst/>
              <a:rect l="l" t="t" r="r" b="b"/>
              <a:pathLst>
                <a:path w="9572" h="8877" extrusionOk="0">
                  <a:moveTo>
                    <a:pt x="209" y="0"/>
                  </a:moveTo>
                  <a:cubicBezTo>
                    <a:pt x="116" y="0"/>
                    <a:pt x="0" y="93"/>
                    <a:pt x="0" y="185"/>
                  </a:cubicBezTo>
                  <a:lnTo>
                    <a:pt x="0" y="8691"/>
                  </a:lnTo>
                  <a:cubicBezTo>
                    <a:pt x="0" y="8783"/>
                    <a:pt x="116" y="8876"/>
                    <a:pt x="209" y="8876"/>
                  </a:cubicBezTo>
                  <a:lnTo>
                    <a:pt x="5910" y="8876"/>
                  </a:lnTo>
                  <a:lnTo>
                    <a:pt x="9572" y="4728"/>
                  </a:lnTo>
                  <a:lnTo>
                    <a:pt x="59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7036;p123">
              <a:extLst>
                <a:ext uri="{FF2B5EF4-FFF2-40B4-BE49-F238E27FC236}">
                  <a16:creationId xmlns:a16="http://schemas.microsoft.com/office/drawing/2014/main" id="{3D209BBA-6657-ACCA-CD6D-9C7F36ECDB52}"/>
                </a:ext>
              </a:extLst>
            </p:cNvPr>
            <p:cNvSpPr/>
            <p:nvPr/>
          </p:nvSpPr>
          <p:spPr>
            <a:xfrm>
              <a:off x="4947757" y="4323476"/>
              <a:ext cx="185570" cy="28244"/>
            </a:xfrm>
            <a:custGeom>
              <a:avLst/>
              <a:gdLst/>
              <a:ahLst/>
              <a:cxnLst/>
              <a:rect l="l" t="t" r="r" b="b"/>
              <a:pathLst>
                <a:path w="5795" h="882" extrusionOk="0">
                  <a:moveTo>
                    <a:pt x="580" y="1"/>
                  </a:moveTo>
                  <a:cubicBezTo>
                    <a:pt x="371" y="1"/>
                    <a:pt x="278" y="117"/>
                    <a:pt x="186" y="302"/>
                  </a:cubicBezTo>
                  <a:lnTo>
                    <a:pt x="0" y="696"/>
                  </a:lnTo>
                  <a:cubicBezTo>
                    <a:pt x="0" y="789"/>
                    <a:pt x="93" y="881"/>
                    <a:pt x="93" y="881"/>
                  </a:cubicBezTo>
                  <a:lnTo>
                    <a:pt x="5678" y="881"/>
                  </a:lnTo>
                  <a:cubicBezTo>
                    <a:pt x="5678" y="881"/>
                    <a:pt x="5794" y="789"/>
                    <a:pt x="5794" y="696"/>
                  </a:cubicBezTo>
                  <a:lnTo>
                    <a:pt x="5585" y="302"/>
                  </a:lnTo>
                  <a:cubicBezTo>
                    <a:pt x="5493" y="117"/>
                    <a:pt x="5400" y="1"/>
                    <a:pt x="52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7037;p123">
              <a:extLst>
                <a:ext uri="{FF2B5EF4-FFF2-40B4-BE49-F238E27FC236}">
                  <a16:creationId xmlns:a16="http://schemas.microsoft.com/office/drawing/2014/main" id="{D7F478EA-ED6D-F56F-5AC9-317B84567AF7}"/>
                </a:ext>
              </a:extLst>
            </p:cNvPr>
            <p:cNvSpPr/>
            <p:nvPr/>
          </p:nvSpPr>
          <p:spPr>
            <a:xfrm>
              <a:off x="5111008" y="4323476"/>
              <a:ext cx="46785" cy="28244"/>
            </a:xfrm>
            <a:custGeom>
              <a:avLst/>
              <a:gdLst/>
              <a:ahLst/>
              <a:cxnLst/>
              <a:rect l="l" t="t" r="r" b="b"/>
              <a:pathLst>
                <a:path w="1461" h="882" extrusionOk="0">
                  <a:moveTo>
                    <a:pt x="1" y="1"/>
                  </a:moveTo>
                  <a:cubicBezTo>
                    <a:pt x="209" y="1"/>
                    <a:pt x="302" y="117"/>
                    <a:pt x="395" y="302"/>
                  </a:cubicBezTo>
                  <a:lnTo>
                    <a:pt x="580" y="696"/>
                  </a:lnTo>
                  <a:cubicBezTo>
                    <a:pt x="580" y="789"/>
                    <a:pt x="487" y="881"/>
                    <a:pt x="487" y="881"/>
                  </a:cubicBezTo>
                  <a:lnTo>
                    <a:pt x="1368" y="881"/>
                  </a:lnTo>
                  <a:cubicBezTo>
                    <a:pt x="1368" y="881"/>
                    <a:pt x="1461" y="789"/>
                    <a:pt x="1461" y="696"/>
                  </a:cubicBezTo>
                  <a:lnTo>
                    <a:pt x="1275" y="302"/>
                  </a:lnTo>
                  <a:cubicBezTo>
                    <a:pt x="1160" y="117"/>
                    <a:pt x="1067" y="1"/>
                    <a:pt x="8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7038;p123">
              <a:extLst>
                <a:ext uri="{FF2B5EF4-FFF2-40B4-BE49-F238E27FC236}">
                  <a16:creationId xmlns:a16="http://schemas.microsoft.com/office/drawing/2014/main" id="{2CA71268-CDF2-BFF2-5653-FE89A0974532}"/>
                </a:ext>
              </a:extLst>
            </p:cNvPr>
            <p:cNvSpPr/>
            <p:nvPr/>
          </p:nvSpPr>
          <p:spPr>
            <a:xfrm>
              <a:off x="4892102" y="4005108"/>
              <a:ext cx="107628" cy="15627"/>
            </a:xfrm>
            <a:custGeom>
              <a:avLst/>
              <a:gdLst/>
              <a:ahLst/>
              <a:cxnLst/>
              <a:rect l="l" t="t" r="r" b="b"/>
              <a:pathLst>
                <a:path w="3361" h="488" extrusionOk="0">
                  <a:moveTo>
                    <a:pt x="278" y="1"/>
                  </a:moveTo>
                  <a:cubicBezTo>
                    <a:pt x="93" y="1"/>
                    <a:pt x="0" y="93"/>
                    <a:pt x="0" y="302"/>
                  </a:cubicBezTo>
                  <a:cubicBezTo>
                    <a:pt x="0" y="395"/>
                    <a:pt x="93" y="487"/>
                    <a:pt x="278" y="487"/>
                  </a:cubicBezTo>
                  <a:lnTo>
                    <a:pt x="3082" y="487"/>
                  </a:lnTo>
                  <a:cubicBezTo>
                    <a:pt x="3268" y="487"/>
                    <a:pt x="3361" y="395"/>
                    <a:pt x="3361" y="302"/>
                  </a:cubicBezTo>
                  <a:cubicBezTo>
                    <a:pt x="3361" y="93"/>
                    <a:pt x="3268" y="1"/>
                    <a:pt x="30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2" name="Google Shape;7039;p123">
              <a:extLst>
                <a:ext uri="{FF2B5EF4-FFF2-40B4-BE49-F238E27FC236}">
                  <a16:creationId xmlns:a16="http://schemas.microsoft.com/office/drawing/2014/main" id="{278E129B-6B7B-530D-A811-3D3025B1D4E7}"/>
                </a:ext>
              </a:extLst>
            </p:cNvPr>
            <p:cNvSpPr/>
            <p:nvPr/>
          </p:nvSpPr>
          <p:spPr>
            <a:xfrm>
              <a:off x="4892102" y="4150555"/>
              <a:ext cx="107628" cy="15627"/>
            </a:xfrm>
            <a:custGeom>
              <a:avLst/>
              <a:gdLst/>
              <a:ahLst/>
              <a:cxnLst/>
              <a:rect l="l" t="t" r="r" b="b"/>
              <a:pathLst>
                <a:path w="3361" h="488" extrusionOk="0">
                  <a:moveTo>
                    <a:pt x="278" y="1"/>
                  </a:moveTo>
                  <a:cubicBezTo>
                    <a:pt x="93" y="1"/>
                    <a:pt x="0" y="94"/>
                    <a:pt x="0" y="186"/>
                  </a:cubicBezTo>
                  <a:cubicBezTo>
                    <a:pt x="0" y="395"/>
                    <a:pt x="93" y="488"/>
                    <a:pt x="278" y="488"/>
                  </a:cubicBezTo>
                  <a:lnTo>
                    <a:pt x="3082" y="488"/>
                  </a:lnTo>
                  <a:cubicBezTo>
                    <a:pt x="3268" y="488"/>
                    <a:pt x="3361" y="395"/>
                    <a:pt x="3361" y="186"/>
                  </a:cubicBezTo>
                  <a:cubicBezTo>
                    <a:pt x="3361" y="94"/>
                    <a:pt x="3268" y="1"/>
                    <a:pt x="30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3" name="Google Shape;7040;p123">
              <a:extLst>
                <a:ext uri="{FF2B5EF4-FFF2-40B4-BE49-F238E27FC236}">
                  <a16:creationId xmlns:a16="http://schemas.microsoft.com/office/drawing/2014/main" id="{5A50C4D0-091E-744E-BDA9-6127522E1401}"/>
                </a:ext>
              </a:extLst>
            </p:cNvPr>
            <p:cNvSpPr/>
            <p:nvPr/>
          </p:nvSpPr>
          <p:spPr>
            <a:xfrm>
              <a:off x="4901004" y="4079337"/>
              <a:ext cx="89823" cy="12649"/>
            </a:xfrm>
            <a:custGeom>
              <a:avLst/>
              <a:gdLst/>
              <a:ahLst/>
              <a:cxnLst/>
              <a:rect l="l" t="t" r="r" b="b"/>
              <a:pathLst>
                <a:path w="2805" h="395" extrusionOk="0">
                  <a:moveTo>
                    <a:pt x="186" y="0"/>
                  </a:moveTo>
                  <a:cubicBezTo>
                    <a:pt x="93" y="0"/>
                    <a:pt x="0" y="93"/>
                    <a:pt x="0" y="209"/>
                  </a:cubicBezTo>
                  <a:cubicBezTo>
                    <a:pt x="0" y="301"/>
                    <a:pt x="93" y="394"/>
                    <a:pt x="186" y="394"/>
                  </a:cubicBezTo>
                  <a:lnTo>
                    <a:pt x="2619" y="394"/>
                  </a:lnTo>
                  <a:cubicBezTo>
                    <a:pt x="2712" y="394"/>
                    <a:pt x="2804" y="301"/>
                    <a:pt x="2804" y="209"/>
                  </a:cubicBezTo>
                  <a:cubicBezTo>
                    <a:pt x="2804" y="93"/>
                    <a:pt x="2712" y="0"/>
                    <a:pt x="26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4" name="Google Shape;7041;p123">
              <a:extLst>
                <a:ext uri="{FF2B5EF4-FFF2-40B4-BE49-F238E27FC236}">
                  <a16:creationId xmlns:a16="http://schemas.microsoft.com/office/drawing/2014/main" id="{A153D021-D42E-A2D1-25D1-710F9FA25E49}"/>
                </a:ext>
              </a:extLst>
            </p:cNvPr>
            <p:cNvSpPr/>
            <p:nvPr/>
          </p:nvSpPr>
          <p:spPr>
            <a:xfrm>
              <a:off x="4885409" y="4091953"/>
              <a:ext cx="121013" cy="86845"/>
            </a:xfrm>
            <a:custGeom>
              <a:avLst/>
              <a:gdLst/>
              <a:ahLst/>
              <a:cxnLst/>
              <a:rect l="l" t="t" r="r" b="b"/>
              <a:pathLst>
                <a:path w="3779" h="2712" extrusionOk="0">
                  <a:moveTo>
                    <a:pt x="3477" y="0"/>
                  </a:moveTo>
                  <a:cubicBezTo>
                    <a:pt x="3384" y="0"/>
                    <a:pt x="3291" y="0"/>
                    <a:pt x="3199" y="93"/>
                  </a:cubicBezTo>
                  <a:cubicBezTo>
                    <a:pt x="2990" y="579"/>
                    <a:pt x="2411" y="973"/>
                    <a:pt x="1831" y="973"/>
                  </a:cubicBezTo>
                  <a:cubicBezTo>
                    <a:pt x="1368" y="973"/>
                    <a:pt x="788" y="579"/>
                    <a:pt x="580" y="185"/>
                  </a:cubicBezTo>
                  <a:cubicBezTo>
                    <a:pt x="514" y="120"/>
                    <a:pt x="449" y="54"/>
                    <a:pt x="383" y="54"/>
                  </a:cubicBezTo>
                  <a:cubicBezTo>
                    <a:pt x="356" y="54"/>
                    <a:pt x="329" y="66"/>
                    <a:pt x="302" y="93"/>
                  </a:cubicBezTo>
                  <a:cubicBezTo>
                    <a:pt x="209" y="93"/>
                    <a:pt x="93" y="278"/>
                    <a:pt x="209" y="394"/>
                  </a:cubicBezTo>
                  <a:cubicBezTo>
                    <a:pt x="302" y="672"/>
                    <a:pt x="673" y="973"/>
                    <a:pt x="974" y="1159"/>
                  </a:cubicBezTo>
                  <a:cubicBezTo>
                    <a:pt x="487" y="1437"/>
                    <a:pt x="1" y="1924"/>
                    <a:pt x="1" y="2503"/>
                  </a:cubicBezTo>
                  <a:cubicBezTo>
                    <a:pt x="1" y="2596"/>
                    <a:pt x="93" y="2712"/>
                    <a:pt x="302" y="2712"/>
                  </a:cubicBezTo>
                  <a:cubicBezTo>
                    <a:pt x="395" y="2712"/>
                    <a:pt x="487" y="2596"/>
                    <a:pt x="487" y="2503"/>
                  </a:cubicBezTo>
                  <a:cubicBezTo>
                    <a:pt x="487" y="1924"/>
                    <a:pt x="1252" y="1344"/>
                    <a:pt x="1831" y="1344"/>
                  </a:cubicBezTo>
                  <a:cubicBezTo>
                    <a:pt x="2527" y="1344"/>
                    <a:pt x="3291" y="1924"/>
                    <a:pt x="3291" y="2503"/>
                  </a:cubicBezTo>
                  <a:cubicBezTo>
                    <a:pt x="3291" y="2596"/>
                    <a:pt x="3384" y="2712"/>
                    <a:pt x="3477" y="2712"/>
                  </a:cubicBezTo>
                  <a:cubicBezTo>
                    <a:pt x="3685" y="2712"/>
                    <a:pt x="3778" y="2596"/>
                    <a:pt x="3778" y="2503"/>
                  </a:cubicBezTo>
                  <a:cubicBezTo>
                    <a:pt x="3778" y="1924"/>
                    <a:pt x="3291" y="1437"/>
                    <a:pt x="2712" y="1159"/>
                  </a:cubicBezTo>
                  <a:cubicBezTo>
                    <a:pt x="3106" y="973"/>
                    <a:pt x="3477" y="672"/>
                    <a:pt x="3570" y="278"/>
                  </a:cubicBezTo>
                  <a:cubicBezTo>
                    <a:pt x="3685" y="185"/>
                    <a:pt x="3570" y="93"/>
                    <a:pt x="34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5" name="Google Shape;7042;p123">
              <a:extLst>
                <a:ext uri="{FF2B5EF4-FFF2-40B4-BE49-F238E27FC236}">
                  <a16:creationId xmlns:a16="http://schemas.microsoft.com/office/drawing/2014/main" id="{6915C26E-3550-79AD-0AFA-A8186B449AD9}"/>
                </a:ext>
              </a:extLst>
            </p:cNvPr>
            <p:cNvSpPr/>
            <p:nvPr/>
          </p:nvSpPr>
          <p:spPr>
            <a:xfrm>
              <a:off x="4885409" y="3993228"/>
              <a:ext cx="121013" cy="86141"/>
            </a:xfrm>
            <a:custGeom>
              <a:avLst/>
              <a:gdLst/>
              <a:ahLst/>
              <a:cxnLst/>
              <a:rect l="l" t="t" r="r" b="b"/>
              <a:pathLst>
                <a:path w="3779" h="2690" extrusionOk="0">
                  <a:moveTo>
                    <a:pt x="302" y="1"/>
                  </a:moveTo>
                  <a:cubicBezTo>
                    <a:pt x="93" y="1"/>
                    <a:pt x="1" y="93"/>
                    <a:pt x="1" y="186"/>
                  </a:cubicBezTo>
                  <a:cubicBezTo>
                    <a:pt x="1" y="766"/>
                    <a:pt x="487" y="1252"/>
                    <a:pt x="974" y="1530"/>
                  </a:cubicBezTo>
                  <a:cubicBezTo>
                    <a:pt x="673" y="1739"/>
                    <a:pt x="302" y="2017"/>
                    <a:pt x="209" y="2411"/>
                  </a:cubicBezTo>
                  <a:cubicBezTo>
                    <a:pt x="93" y="2504"/>
                    <a:pt x="209" y="2596"/>
                    <a:pt x="302" y="2689"/>
                  </a:cubicBezTo>
                  <a:lnTo>
                    <a:pt x="395" y="2689"/>
                  </a:lnTo>
                  <a:lnTo>
                    <a:pt x="580" y="2504"/>
                  </a:lnTo>
                  <a:cubicBezTo>
                    <a:pt x="788" y="2110"/>
                    <a:pt x="1368" y="1739"/>
                    <a:pt x="1831" y="1739"/>
                  </a:cubicBezTo>
                  <a:cubicBezTo>
                    <a:pt x="2411" y="1739"/>
                    <a:pt x="2990" y="2110"/>
                    <a:pt x="3199" y="2504"/>
                  </a:cubicBezTo>
                  <a:cubicBezTo>
                    <a:pt x="3253" y="2612"/>
                    <a:pt x="3307" y="2657"/>
                    <a:pt x="3362" y="2657"/>
                  </a:cubicBezTo>
                  <a:cubicBezTo>
                    <a:pt x="3400" y="2657"/>
                    <a:pt x="3438" y="2635"/>
                    <a:pt x="3477" y="2596"/>
                  </a:cubicBezTo>
                  <a:cubicBezTo>
                    <a:pt x="3570" y="2596"/>
                    <a:pt x="3685" y="2504"/>
                    <a:pt x="3570" y="2318"/>
                  </a:cubicBezTo>
                  <a:cubicBezTo>
                    <a:pt x="3477" y="2017"/>
                    <a:pt x="3106" y="1739"/>
                    <a:pt x="2712" y="1530"/>
                  </a:cubicBezTo>
                  <a:cubicBezTo>
                    <a:pt x="3291" y="1252"/>
                    <a:pt x="3778" y="766"/>
                    <a:pt x="3778" y="186"/>
                  </a:cubicBezTo>
                  <a:cubicBezTo>
                    <a:pt x="3778" y="93"/>
                    <a:pt x="3685" y="1"/>
                    <a:pt x="3477" y="1"/>
                  </a:cubicBezTo>
                  <a:cubicBezTo>
                    <a:pt x="3384" y="1"/>
                    <a:pt x="3291" y="93"/>
                    <a:pt x="3291" y="186"/>
                  </a:cubicBezTo>
                  <a:cubicBezTo>
                    <a:pt x="3291" y="766"/>
                    <a:pt x="2527" y="1345"/>
                    <a:pt x="1831" y="1345"/>
                  </a:cubicBezTo>
                  <a:cubicBezTo>
                    <a:pt x="1252" y="1345"/>
                    <a:pt x="487" y="766"/>
                    <a:pt x="487" y="186"/>
                  </a:cubicBezTo>
                  <a:cubicBezTo>
                    <a:pt x="487" y="93"/>
                    <a:pt x="395" y="1"/>
                    <a:pt x="3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6" name="Google Shape;7043;p123">
              <a:extLst>
                <a:ext uri="{FF2B5EF4-FFF2-40B4-BE49-F238E27FC236}">
                  <a16:creationId xmlns:a16="http://schemas.microsoft.com/office/drawing/2014/main" id="{CEFD6523-3605-0196-1391-D12483708C11}"/>
                </a:ext>
              </a:extLst>
            </p:cNvPr>
            <p:cNvSpPr/>
            <p:nvPr/>
          </p:nvSpPr>
          <p:spPr>
            <a:xfrm>
              <a:off x="4901004" y="4178766"/>
              <a:ext cx="89823" cy="14890"/>
            </a:xfrm>
            <a:custGeom>
              <a:avLst/>
              <a:gdLst/>
              <a:ahLst/>
              <a:cxnLst/>
              <a:rect l="l" t="t" r="r" b="b"/>
              <a:pathLst>
                <a:path w="2805" h="465" extrusionOk="0">
                  <a:moveTo>
                    <a:pt x="186" y="1"/>
                  </a:moveTo>
                  <a:cubicBezTo>
                    <a:pt x="93" y="1"/>
                    <a:pt x="0" y="93"/>
                    <a:pt x="0" y="186"/>
                  </a:cubicBezTo>
                  <a:cubicBezTo>
                    <a:pt x="0" y="371"/>
                    <a:pt x="93" y="464"/>
                    <a:pt x="186" y="464"/>
                  </a:cubicBezTo>
                  <a:lnTo>
                    <a:pt x="2619" y="464"/>
                  </a:lnTo>
                  <a:cubicBezTo>
                    <a:pt x="2712" y="464"/>
                    <a:pt x="2804" y="371"/>
                    <a:pt x="2804" y="186"/>
                  </a:cubicBezTo>
                  <a:cubicBezTo>
                    <a:pt x="2804" y="93"/>
                    <a:pt x="2712" y="1"/>
                    <a:pt x="26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7" name="Google Shape;7044;p123">
              <a:extLst>
                <a:ext uri="{FF2B5EF4-FFF2-40B4-BE49-F238E27FC236}">
                  <a16:creationId xmlns:a16="http://schemas.microsoft.com/office/drawing/2014/main" id="{2ADC6912-A3EF-1E22-27CA-D8516AED5F44}"/>
                </a:ext>
              </a:extLst>
            </p:cNvPr>
            <p:cNvSpPr/>
            <p:nvPr/>
          </p:nvSpPr>
          <p:spPr>
            <a:xfrm>
              <a:off x="4901004" y="3977665"/>
              <a:ext cx="89823" cy="15595"/>
            </a:xfrm>
            <a:custGeom>
              <a:avLst/>
              <a:gdLst/>
              <a:ahLst/>
              <a:cxnLst/>
              <a:rect l="l" t="t" r="r" b="b"/>
              <a:pathLst>
                <a:path w="2805" h="487" extrusionOk="0">
                  <a:moveTo>
                    <a:pt x="301" y="0"/>
                  </a:moveTo>
                  <a:cubicBezTo>
                    <a:pt x="93" y="0"/>
                    <a:pt x="0" y="93"/>
                    <a:pt x="0" y="278"/>
                  </a:cubicBezTo>
                  <a:cubicBezTo>
                    <a:pt x="0" y="371"/>
                    <a:pt x="93" y="487"/>
                    <a:pt x="301" y="487"/>
                  </a:cubicBezTo>
                  <a:lnTo>
                    <a:pt x="2619" y="487"/>
                  </a:lnTo>
                  <a:cubicBezTo>
                    <a:pt x="2712" y="487"/>
                    <a:pt x="2804" y="371"/>
                    <a:pt x="2804" y="278"/>
                  </a:cubicBezTo>
                  <a:cubicBezTo>
                    <a:pt x="2804" y="93"/>
                    <a:pt x="2712" y="0"/>
                    <a:pt x="26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7045;p123">
              <a:extLst>
                <a:ext uri="{FF2B5EF4-FFF2-40B4-BE49-F238E27FC236}">
                  <a16:creationId xmlns:a16="http://schemas.microsoft.com/office/drawing/2014/main" id="{BC743B14-1ED2-B745-5201-AFBEF124BA3F}"/>
                </a:ext>
              </a:extLst>
            </p:cNvPr>
            <p:cNvSpPr/>
            <p:nvPr/>
          </p:nvSpPr>
          <p:spPr>
            <a:xfrm>
              <a:off x="5040526" y="3943529"/>
              <a:ext cx="213014" cy="284264"/>
            </a:xfrm>
            <a:custGeom>
              <a:avLst/>
              <a:gdLst/>
              <a:ahLst/>
              <a:cxnLst/>
              <a:rect l="l" t="t" r="r" b="b"/>
              <a:pathLst>
                <a:path w="6652" h="8877" extrusionOk="0">
                  <a:moveTo>
                    <a:pt x="0" y="0"/>
                  </a:moveTo>
                  <a:lnTo>
                    <a:pt x="0" y="8876"/>
                  </a:lnTo>
                  <a:lnTo>
                    <a:pt x="6466" y="8876"/>
                  </a:lnTo>
                  <a:cubicBezTo>
                    <a:pt x="6559" y="8876"/>
                    <a:pt x="6651" y="8783"/>
                    <a:pt x="6651" y="8691"/>
                  </a:cubicBezTo>
                  <a:lnTo>
                    <a:pt x="6651" y="185"/>
                  </a:lnTo>
                  <a:cubicBezTo>
                    <a:pt x="6651" y="93"/>
                    <a:pt x="6559" y="0"/>
                    <a:pt x="64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7046;p123">
              <a:extLst>
                <a:ext uri="{FF2B5EF4-FFF2-40B4-BE49-F238E27FC236}">
                  <a16:creationId xmlns:a16="http://schemas.microsoft.com/office/drawing/2014/main" id="{C3EF8B19-74C3-87C2-D932-4DDADA065E0A}"/>
                </a:ext>
              </a:extLst>
            </p:cNvPr>
            <p:cNvSpPr/>
            <p:nvPr/>
          </p:nvSpPr>
          <p:spPr>
            <a:xfrm>
              <a:off x="5142197" y="3986567"/>
              <a:ext cx="83867" cy="80921"/>
            </a:xfrm>
            <a:custGeom>
              <a:avLst/>
              <a:gdLst/>
              <a:ahLst/>
              <a:cxnLst/>
              <a:rect l="l" t="t" r="r" b="b"/>
              <a:pathLst>
                <a:path w="2619" h="2527" extrusionOk="0">
                  <a:moveTo>
                    <a:pt x="1066" y="0"/>
                  </a:moveTo>
                  <a:cubicBezTo>
                    <a:pt x="974" y="0"/>
                    <a:pt x="881" y="0"/>
                    <a:pt x="881" y="93"/>
                  </a:cubicBezTo>
                  <a:lnTo>
                    <a:pt x="881" y="672"/>
                  </a:lnTo>
                  <a:cubicBezTo>
                    <a:pt x="881" y="788"/>
                    <a:pt x="765" y="881"/>
                    <a:pt x="765" y="881"/>
                  </a:cubicBezTo>
                  <a:lnTo>
                    <a:pt x="186" y="881"/>
                  </a:lnTo>
                  <a:cubicBezTo>
                    <a:pt x="93" y="881"/>
                    <a:pt x="0" y="881"/>
                    <a:pt x="0" y="974"/>
                  </a:cubicBezTo>
                  <a:lnTo>
                    <a:pt x="0" y="1553"/>
                  </a:lnTo>
                  <a:cubicBezTo>
                    <a:pt x="0" y="1646"/>
                    <a:pt x="93" y="1646"/>
                    <a:pt x="186" y="1646"/>
                  </a:cubicBezTo>
                  <a:lnTo>
                    <a:pt x="765" y="1646"/>
                  </a:lnTo>
                  <a:cubicBezTo>
                    <a:pt x="765" y="1646"/>
                    <a:pt x="881" y="1738"/>
                    <a:pt x="881" y="1831"/>
                  </a:cubicBezTo>
                  <a:lnTo>
                    <a:pt x="881" y="2410"/>
                  </a:lnTo>
                  <a:cubicBezTo>
                    <a:pt x="881" y="2526"/>
                    <a:pt x="974" y="2526"/>
                    <a:pt x="1066" y="2526"/>
                  </a:cubicBezTo>
                  <a:lnTo>
                    <a:pt x="1646" y="2526"/>
                  </a:lnTo>
                  <a:cubicBezTo>
                    <a:pt x="1646" y="2526"/>
                    <a:pt x="1738" y="2526"/>
                    <a:pt x="1738" y="2410"/>
                  </a:cubicBezTo>
                  <a:lnTo>
                    <a:pt x="1738" y="1831"/>
                  </a:lnTo>
                  <a:cubicBezTo>
                    <a:pt x="1738" y="1738"/>
                    <a:pt x="1831" y="1646"/>
                    <a:pt x="1831" y="1646"/>
                  </a:cubicBezTo>
                  <a:lnTo>
                    <a:pt x="2410" y="1646"/>
                  </a:lnTo>
                  <a:cubicBezTo>
                    <a:pt x="2503" y="1646"/>
                    <a:pt x="2619" y="1646"/>
                    <a:pt x="2619" y="1553"/>
                  </a:cubicBezTo>
                  <a:lnTo>
                    <a:pt x="2619" y="974"/>
                  </a:lnTo>
                  <a:cubicBezTo>
                    <a:pt x="2619" y="881"/>
                    <a:pt x="2503" y="881"/>
                    <a:pt x="2410" y="881"/>
                  </a:cubicBezTo>
                  <a:lnTo>
                    <a:pt x="1831" y="881"/>
                  </a:lnTo>
                  <a:cubicBezTo>
                    <a:pt x="1831" y="881"/>
                    <a:pt x="1738" y="788"/>
                    <a:pt x="1738" y="672"/>
                  </a:cubicBezTo>
                  <a:lnTo>
                    <a:pt x="1738" y="93"/>
                  </a:lnTo>
                  <a:cubicBezTo>
                    <a:pt x="1738" y="0"/>
                    <a:pt x="1646" y="0"/>
                    <a:pt x="16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0" name="Google Shape;7047;p123">
              <a:extLst>
                <a:ext uri="{FF2B5EF4-FFF2-40B4-BE49-F238E27FC236}">
                  <a16:creationId xmlns:a16="http://schemas.microsoft.com/office/drawing/2014/main" id="{41E3488D-3E5D-F1E9-E563-57C82B3C13FA}"/>
                </a:ext>
              </a:extLst>
            </p:cNvPr>
            <p:cNvSpPr/>
            <p:nvPr/>
          </p:nvSpPr>
          <p:spPr>
            <a:xfrm>
              <a:off x="5059067" y="4060764"/>
              <a:ext cx="89087" cy="15627"/>
            </a:xfrm>
            <a:custGeom>
              <a:avLst/>
              <a:gdLst/>
              <a:ahLst/>
              <a:cxnLst/>
              <a:rect l="l" t="t" r="r" b="b"/>
              <a:pathLst>
                <a:path w="2782" h="488" extrusionOk="0">
                  <a:moveTo>
                    <a:pt x="279" y="1"/>
                  </a:moveTo>
                  <a:cubicBezTo>
                    <a:pt x="93" y="1"/>
                    <a:pt x="1" y="93"/>
                    <a:pt x="1" y="209"/>
                  </a:cubicBezTo>
                  <a:cubicBezTo>
                    <a:pt x="1" y="395"/>
                    <a:pt x="93" y="487"/>
                    <a:pt x="279" y="487"/>
                  </a:cubicBezTo>
                  <a:lnTo>
                    <a:pt x="2596" y="487"/>
                  </a:lnTo>
                  <a:cubicBezTo>
                    <a:pt x="2689" y="487"/>
                    <a:pt x="2782" y="395"/>
                    <a:pt x="2782" y="209"/>
                  </a:cubicBezTo>
                  <a:cubicBezTo>
                    <a:pt x="2782" y="93"/>
                    <a:pt x="2689" y="1"/>
                    <a:pt x="2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1" name="Google Shape;7048;p123">
              <a:extLst>
                <a:ext uri="{FF2B5EF4-FFF2-40B4-BE49-F238E27FC236}">
                  <a16:creationId xmlns:a16="http://schemas.microsoft.com/office/drawing/2014/main" id="{2C0AE8C4-0FAC-D13D-F12C-18397E8DF2E1}"/>
                </a:ext>
              </a:extLst>
            </p:cNvPr>
            <p:cNvSpPr/>
            <p:nvPr/>
          </p:nvSpPr>
          <p:spPr>
            <a:xfrm>
              <a:off x="5059067" y="3977665"/>
              <a:ext cx="89087" cy="15595"/>
            </a:xfrm>
            <a:custGeom>
              <a:avLst/>
              <a:gdLst/>
              <a:ahLst/>
              <a:cxnLst/>
              <a:rect l="l" t="t" r="r" b="b"/>
              <a:pathLst>
                <a:path w="2782" h="487" extrusionOk="0">
                  <a:moveTo>
                    <a:pt x="279" y="0"/>
                  </a:moveTo>
                  <a:cubicBezTo>
                    <a:pt x="93" y="0"/>
                    <a:pt x="1" y="93"/>
                    <a:pt x="1" y="278"/>
                  </a:cubicBezTo>
                  <a:cubicBezTo>
                    <a:pt x="1" y="371"/>
                    <a:pt x="93" y="487"/>
                    <a:pt x="279" y="487"/>
                  </a:cubicBezTo>
                  <a:lnTo>
                    <a:pt x="2596" y="487"/>
                  </a:lnTo>
                  <a:cubicBezTo>
                    <a:pt x="2689" y="487"/>
                    <a:pt x="2782" y="371"/>
                    <a:pt x="2782" y="278"/>
                  </a:cubicBezTo>
                  <a:cubicBezTo>
                    <a:pt x="2782" y="93"/>
                    <a:pt x="2689" y="0"/>
                    <a:pt x="2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7049;p123">
              <a:extLst>
                <a:ext uri="{FF2B5EF4-FFF2-40B4-BE49-F238E27FC236}">
                  <a16:creationId xmlns:a16="http://schemas.microsoft.com/office/drawing/2014/main" id="{E3D7CEDC-B2F9-BA0A-40A8-33EBD77634C6}"/>
                </a:ext>
              </a:extLst>
            </p:cNvPr>
            <p:cNvSpPr/>
            <p:nvPr/>
          </p:nvSpPr>
          <p:spPr>
            <a:xfrm>
              <a:off x="5059067" y="4033320"/>
              <a:ext cx="64589" cy="15595"/>
            </a:xfrm>
            <a:custGeom>
              <a:avLst/>
              <a:gdLst/>
              <a:ahLst/>
              <a:cxnLst/>
              <a:rect l="l" t="t" r="r" b="b"/>
              <a:pathLst>
                <a:path w="2017" h="487" extrusionOk="0">
                  <a:moveTo>
                    <a:pt x="279" y="0"/>
                  </a:moveTo>
                  <a:cubicBezTo>
                    <a:pt x="93" y="0"/>
                    <a:pt x="1" y="93"/>
                    <a:pt x="1" y="186"/>
                  </a:cubicBezTo>
                  <a:cubicBezTo>
                    <a:pt x="1" y="371"/>
                    <a:pt x="93" y="487"/>
                    <a:pt x="279" y="487"/>
                  </a:cubicBezTo>
                  <a:lnTo>
                    <a:pt x="1739" y="487"/>
                  </a:lnTo>
                  <a:cubicBezTo>
                    <a:pt x="1924" y="487"/>
                    <a:pt x="2017" y="371"/>
                    <a:pt x="2017" y="186"/>
                  </a:cubicBezTo>
                  <a:cubicBezTo>
                    <a:pt x="2017" y="93"/>
                    <a:pt x="1924" y="0"/>
                    <a:pt x="17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7050;p123">
              <a:extLst>
                <a:ext uri="{FF2B5EF4-FFF2-40B4-BE49-F238E27FC236}">
                  <a16:creationId xmlns:a16="http://schemas.microsoft.com/office/drawing/2014/main" id="{56E1365F-AE3A-7B5F-78D9-BD7249BC4409}"/>
                </a:ext>
              </a:extLst>
            </p:cNvPr>
            <p:cNvSpPr/>
            <p:nvPr/>
          </p:nvSpPr>
          <p:spPr>
            <a:xfrm>
              <a:off x="5059067" y="4005108"/>
              <a:ext cx="64589" cy="15627"/>
            </a:xfrm>
            <a:custGeom>
              <a:avLst/>
              <a:gdLst/>
              <a:ahLst/>
              <a:cxnLst/>
              <a:rect l="l" t="t" r="r" b="b"/>
              <a:pathLst>
                <a:path w="2017" h="488" extrusionOk="0">
                  <a:moveTo>
                    <a:pt x="279" y="1"/>
                  </a:moveTo>
                  <a:cubicBezTo>
                    <a:pt x="93" y="1"/>
                    <a:pt x="1" y="93"/>
                    <a:pt x="1" y="302"/>
                  </a:cubicBezTo>
                  <a:cubicBezTo>
                    <a:pt x="1" y="395"/>
                    <a:pt x="93" y="487"/>
                    <a:pt x="279" y="487"/>
                  </a:cubicBezTo>
                  <a:lnTo>
                    <a:pt x="1739" y="487"/>
                  </a:lnTo>
                  <a:cubicBezTo>
                    <a:pt x="1924" y="487"/>
                    <a:pt x="2017" y="395"/>
                    <a:pt x="2017" y="302"/>
                  </a:cubicBezTo>
                  <a:cubicBezTo>
                    <a:pt x="2017" y="93"/>
                    <a:pt x="1924" y="1"/>
                    <a:pt x="1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4" name="Google Shape;7051;p123">
              <a:extLst>
                <a:ext uri="{FF2B5EF4-FFF2-40B4-BE49-F238E27FC236}">
                  <a16:creationId xmlns:a16="http://schemas.microsoft.com/office/drawing/2014/main" id="{24D8BF95-4A58-0F90-33E2-E52BDFC8644F}"/>
                </a:ext>
              </a:extLst>
            </p:cNvPr>
            <p:cNvSpPr/>
            <p:nvPr/>
          </p:nvSpPr>
          <p:spPr>
            <a:xfrm>
              <a:off x="5067969" y="4094900"/>
              <a:ext cx="158095" cy="105418"/>
            </a:xfrm>
            <a:custGeom>
              <a:avLst/>
              <a:gdLst/>
              <a:ahLst/>
              <a:cxnLst/>
              <a:rect l="l" t="t" r="r" b="b"/>
              <a:pathLst>
                <a:path w="4937" h="3292" extrusionOk="0">
                  <a:moveTo>
                    <a:pt x="93" y="1"/>
                  </a:moveTo>
                  <a:cubicBezTo>
                    <a:pt x="1" y="1"/>
                    <a:pt x="1" y="93"/>
                    <a:pt x="1" y="186"/>
                  </a:cubicBezTo>
                  <a:lnTo>
                    <a:pt x="1" y="3083"/>
                  </a:lnTo>
                  <a:cubicBezTo>
                    <a:pt x="1" y="3199"/>
                    <a:pt x="1" y="3292"/>
                    <a:pt x="93" y="3292"/>
                  </a:cubicBezTo>
                  <a:lnTo>
                    <a:pt x="4728" y="3292"/>
                  </a:lnTo>
                  <a:cubicBezTo>
                    <a:pt x="4821" y="3292"/>
                    <a:pt x="4937" y="3199"/>
                    <a:pt x="4937" y="3083"/>
                  </a:cubicBezTo>
                  <a:lnTo>
                    <a:pt x="4937" y="186"/>
                  </a:lnTo>
                  <a:cubicBezTo>
                    <a:pt x="4937" y="93"/>
                    <a:pt x="4821" y="1"/>
                    <a:pt x="47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5" name="Google Shape;7052;p123">
              <a:extLst>
                <a:ext uri="{FF2B5EF4-FFF2-40B4-BE49-F238E27FC236}">
                  <a16:creationId xmlns:a16="http://schemas.microsoft.com/office/drawing/2014/main" id="{C992C000-D2BC-4255-05D3-C7F34B67D587}"/>
                </a:ext>
              </a:extLst>
            </p:cNvPr>
            <p:cNvSpPr/>
            <p:nvPr/>
          </p:nvSpPr>
          <p:spPr>
            <a:xfrm>
              <a:off x="5120678" y="4123111"/>
              <a:ext cx="49731" cy="48994"/>
            </a:xfrm>
            <a:custGeom>
              <a:avLst/>
              <a:gdLst/>
              <a:ahLst/>
              <a:cxnLst/>
              <a:rect l="l" t="t" r="r" b="b"/>
              <a:pathLst>
                <a:path w="1553" h="1530" extrusionOk="0">
                  <a:moveTo>
                    <a:pt x="765" y="0"/>
                  </a:moveTo>
                  <a:cubicBezTo>
                    <a:pt x="394" y="0"/>
                    <a:pt x="0" y="371"/>
                    <a:pt x="0" y="765"/>
                  </a:cubicBezTo>
                  <a:cubicBezTo>
                    <a:pt x="0" y="1159"/>
                    <a:pt x="394" y="1530"/>
                    <a:pt x="765" y="1530"/>
                  </a:cubicBezTo>
                  <a:cubicBezTo>
                    <a:pt x="1252" y="1530"/>
                    <a:pt x="1553" y="1159"/>
                    <a:pt x="1553" y="765"/>
                  </a:cubicBezTo>
                  <a:cubicBezTo>
                    <a:pt x="1553" y="371"/>
                    <a:pt x="1252" y="0"/>
                    <a:pt x="7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7053;p123">
              <a:extLst>
                <a:ext uri="{FF2B5EF4-FFF2-40B4-BE49-F238E27FC236}">
                  <a16:creationId xmlns:a16="http://schemas.microsoft.com/office/drawing/2014/main" id="{A0A0EF64-BD14-05DE-D038-05C73145939B}"/>
                </a:ext>
              </a:extLst>
            </p:cNvPr>
            <p:cNvSpPr/>
            <p:nvPr/>
          </p:nvSpPr>
          <p:spPr>
            <a:xfrm>
              <a:off x="4978178" y="4063742"/>
              <a:ext cx="40092" cy="43807"/>
            </a:xfrm>
            <a:custGeom>
              <a:avLst/>
              <a:gdLst/>
              <a:ahLst/>
              <a:cxnLst/>
              <a:rect l="l" t="t" r="r" b="b"/>
              <a:pathLst>
                <a:path w="1252" h="1368" extrusionOk="0">
                  <a:moveTo>
                    <a:pt x="580" y="487"/>
                  </a:moveTo>
                  <a:cubicBezTo>
                    <a:pt x="788" y="487"/>
                    <a:pt x="881" y="580"/>
                    <a:pt x="881" y="696"/>
                  </a:cubicBezTo>
                  <a:cubicBezTo>
                    <a:pt x="881" y="788"/>
                    <a:pt x="788" y="881"/>
                    <a:pt x="580" y="881"/>
                  </a:cubicBezTo>
                  <a:cubicBezTo>
                    <a:pt x="487" y="881"/>
                    <a:pt x="394" y="788"/>
                    <a:pt x="394" y="696"/>
                  </a:cubicBezTo>
                  <a:cubicBezTo>
                    <a:pt x="394" y="580"/>
                    <a:pt x="487" y="487"/>
                    <a:pt x="580" y="487"/>
                  </a:cubicBezTo>
                  <a:close/>
                  <a:moveTo>
                    <a:pt x="580" y="0"/>
                  </a:moveTo>
                  <a:cubicBezTo>
                    <a:pt x="302" y="0"/>
                    <a:pt x="0" y="302"/>
                    <a:pt x="0" y="696"/>
                  </a:cubicBezTo>
                  <a:cubicBezTo>
                    <a:pt x="0" y="1066"/>
                    <a:pt x="302" y="1368"/>
                    <a:pt x="580" y="1368"/>
                  </a:cubicBezTo>
                  <a:cubicBezTo>
                    <a:pt x="974" y="1368"/>
                    <a:pt x="1252" y="1066"/>
                    <a:pt x="1252" y="696"/>
                  </a:cubicBezTo>
                  <a:cubicBezTo>
                    <a:pt x="1252" y="302"/>
                    <a:pt x="974" y="0"/>
                    <a:pt x="5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7054;p123">
              <a:extLst>
                <a:ext uri="{FF2B5EF4-FFF2-40B4-BE49-F238E27FC236}">
                  <a16:creationId xmlns:a16="http://schemas.microsoft.com/office/drawing/2014/main" id="{CD6062D8-C1EA-D1BF-1FB6-0DB83B576F6B}"/>
                </a:ext>
              </a:extLst>
            </p:cNvPr>
            <p:cNvSpPr/>
            <p:nvPr/>
          </p:nvSpPr>
          <p:spPr>
            <a:xfrm>
              <a:off x="4873529" y="4063742"/>
              <a:ext cx="40124" cy="43807"/>
            </a:xfrm>
            <a:custGeom>
              <a:avLst/>
              <a:gdLst/>
              <a:ahLst/>
              <a:cxnLst/>
              <a:rect l="l" t="t" r="r" b="b"/>
              <a:pathLst>
                <a:path w="1253" h="1368" extrusionOk="0">
                  <a:moveTo>
                    <a:pt x="673" y="487"/>
                  </a:moveTo>
                  <a:cubicBezTo>
                    <a:pt x="766" y="487"/>
                    <a:pt x="858" y="580"/>
                    <a:pt x="858" y="696"/>
                  </a:cubicBezTo>
                  <a:cubicBezTo>
                    <a:pt x="858" y="788"/>
                    <a:pt x="766" y="881"/>
                    <a:pt x="673" y="881"/>
                  </a:cubicBezTo>
                  <a:cubicBezTo>
                    <a:pt x="464" y="881"/>
                    <a:pt x="372" y="788"/>
                    <a:pt x="372" y="696"/>
                  </a:cubicBezTo>
                  <a:cubicBezTo>
                    <a:pt x="372" y="580"/>
                    <a:pt x="464" y="487"/>
                    <a:pt x="673" y="487"/>
                  </a:cubicBezTo>
                  <a:close/>
                  <a:moveTo>
                    <a:pt x="673" y="0"/>
                  </a:moveTo>
                  <a:cubicBezTo>
                    <a:pt x="279" y="0"/>
                    <a:pt x="1" y="302"/>
                    <a:pt x="1" y="696"/>
                  </a:cubicBezTo>
                  <a:cubicBezTo>
                    <a:pt x="1" y="1066"/>
                    <a:pt x="279" y="1368"/>
                    <a:pt x="673" y="1368"/>
                  </a:cubicBezTo>
                  <a:cubicBezTo>
                    <a:pt x="951" y="1368"/>
                    <a:pt x="1252" y="1066"/>
                    <a:pt x="1252" y="696"/>
                  </a:cubicBezTo>
                  <a:cubicBezTo>
                    <a:pt x="1252" y="302"/>
                    <a:pt x="951" y="0"/>
                    <a:pt x="6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8" name="Google Shape;7055;p123">
              <a:extLst>
                <a:ext uri="{FF2B5EF4-FFF2-40B4-BE49-F238E27FC236}">
                  <a16:creationId xmlns:a16="http://schemas.microsoft.com/office/drawing/2014/main" id="{03AB87AA-5192-BF68-33B1-78249DA7F2B9}"/>
                </a:ext>
              </a:extLst>
            </p:cNvPr>
            <p:cNvSpPr/>
            <p:nvPr/>
          </p:nvSpPr>
          <p:spPr>
            <a:xfrm>
              <a:off x="4978178" y="4166150"/>
              <a:ext cx="40092" cy="40092"/>
            </a:xfrm>
            <a:custGeom>
              <a:avLst/>
              <a:gdLst/>
              <a:ahLst/>
              <a:cxnLst/>
              <a:rect l="l" t="t" r="r" b="b"/>
              <a:pathLst>
                <a:path w="1252" h="1252" extrusionOk="0">
                  <a:moveTo>
                    <a:pt x="580" y="395"/>
                  </a:moveTo>
                  <a:cubicBezTo>
                    <a:pt x="788" y="395"/>
                    <a:pt x="881" y="487"/>
                    <a:pt x="881" y="580"/>
                  </a:cubicBezTo>
                  <a:cubicBezTo>
                    <a:pt x="881" y="765"/>
                    <a:pt x="788" y="858"/>
                    <a:pt x="580" y="858"/>
                  </a:cubicBezTo>
                  <a:cubicBezTo>
                    <a:pt x="487" y="858"/>
                    <a:pt x="394" y="765"/>
                    <a:pt x="394" y="580"/>
                  </a:cubicBezTo>
                  <a:cubicBezTo>
                    <a:pt x="394" y="487"/>
                    <a:pt x="487" y="395"/>
                    <a:pt x="580" y="395"/>
                  </a:cubicBezTo>
                  <a:close/>
                  <a:moveTo>
                    <a:pt x="580" y="1"/>
                  </a:moveTo>
                  <a:cubicBezTo>
                    <a:pt x="302" y="1"/>
                    <a:pt x="0" y="279"/>
                    <a:pt x="0" y="580"/>
                  </a:cubicBezTo>
                  <a:cubicBezTo>
                    <a:pt x="0" y="974"/>
                    <a:pt x="302" y="1252"/>
                    <a:pt x="580" y="1252"/>
                  </a:cubicBezTo>
                  <a:cubicBezTo>
                    <a:pt x="974" y="1252"/>
                    <a:pt x="1252" y="974"/>
                    <a:pt x="1252" y="580"/>
                  </a:cubicBezTo>
                  <a:cubicBezTo>
                    <a:pt x="1252" y="279"/>
                    <a:pt x="974" y="1"/>
                    <a:pt x="5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7056;p123">
              <a:extLst>
                <a:ext uri="{FF2B5EF4-FFF2-40B4-BE49-F238E27FC236}">
                  <a16:creationId xmlns:a16="http://schemas.microsoft.com/office/drawing/2014/main" id="{E45E42AB-3C8C-78A8-F1D2-B49EF362F93E}"/>
                </a:ext>
              </a:extLst>
            </p:cNvPr>
            <p:cNvSpPr/>
            <p:nvPr/>
          </p:nvSpPr>
          <p:spPr>
            <a:xfrm>
              <a:off x="4873529" y="4166150"/>
              <a:ext cx="40124" cy="40092"/>
            </a:xfrm>
            <a:custGeom>
              <a:avLst/>
              <a:gdLst/>
              <a:ahLst/>
              <a:cxnLst/>
              <a:rect l="l" t="t" r="r" b="b"/>
              <a:pathLst>
                <a:path w="1253" h="1252" extrusionOk="0">
                  <a:moveTo>
                    <a:pt x="673" y="395"/>
                  </a:moveTo>
                  <a:cubicBezTo>
                    <a:pt x="766" y="395"/>
                    <a:pt x="858" y="487"/>
                    <a:pt x="858" y="580"/>
                  </a:cubicBezTo>
                  <a:cubicBezTo>
                    <a:pt x="858" y="765"/>
                    <a:pt x="766" y="858"/>
                    <a:pt x="673" y="858"/>
                  </a:cubicBezTo>
                  <a:cubicBezTo>
                    <a:pt x="464" y="858"/>
                    <a:pt x="372" y="765"/>
                    <a:pt x="372" y="580"/>
                  </a:cubicBezTo>
                  <a:cubicBezTo>
                    <a:pt x="372" y="487"/>
                    <a:pt x="464" y="395"/>
                    <a:pt x="673" y="395"/>
                  </a:cubicBezTo>
                  <a:close/>
                  <a:moveTo>
                    <a:pt x="673" y="1"/>
                  </a:moveTo>
                  <a:cubicBezTo>
                    <a:pt x="279" y="1"/>
                    <a:pt x="1" y="279"/>
                    <a:pt x="1" y="580"/>
                  </a:cubicBezTo>
                  <a:cubicBezTo>
                    <a:pt x="1" y="974"/>
                    <a:pt x="279" y="1252"/>
                    <a:pt x="673" y="1252"/>
                  </a:cubicBezTo>
                  <a:cubicBezTo>
                    <a:pt x="951" y="1252"/>
                    <a:pt x="1252" y="974"/>
                    <a:pt x="1252" y="580"/>
                  </a:cubicBezTo>
                  <a:cubicBezTo>
                    <a:pt x="1252" y="279"/>
                    <a:pt x="951" y="1"/>
                    <a:pt x="6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0" name="Google Shape;7057;p123">
              <a:extLst>
                <a:ext uri="{FF2B5EF4-FFF2-40B4-BE49-F238E27FC236}">
                  <a16:creationId xmlns:a16="http://schemas.microsoft.com/office/drawing/2014/main" id="{245B13BA-1206-75FF-6A7C-0C03E69931A0}"/>
                </a:ext>
              </a:extLst>
            </p:cNvPr>
            <p:cNvSpPr/>
            <p:nvPr/>
          </p:nvSpPr>
          <p:spPr>
            <a:xfrm>
              <a:off x="4978178" y="3965048"/>
              <a:ext cx="40092" cy="40092"/>
            </a:xfrm>
            <a:custGeom>
              <a:avLst/>
              <a:gdLst/>
              <a:ahLst/>
              <a:cxnLst/>
              <a:rect l="l" t="t" r="r" b="b"/>
              <a:pathLst>
                <a:path w="1252" h="1252" extrusionOk="0">
                  <a:moveTo>
                    <a:pt x="580" y="394"/>
                  </a:moveTo>
                  <a:cubicBezTo>
                    <a:pt x="788" y="394"/>
                    <a:pt x="881" y="487"/>
                    <a:pt x="881" y="672"/>
                  </a:cubicBezTo>
                  <a:cubicBezTo>
                    <a:pt x="881" y="765"/>
                    <a:pt x="788" y="881"/>
                    <a:pt x="580" y="881"/>
                  </a:cubicBezTo>
                  <a:cubicBezTo>
                    <a:pt x="487" y="881"/>
                    <a:pt x="394" y="765"/>
                    <a:pt x="394" y="672"/>
                  </a:cubicBezTo>
                  <a:cubicBezTo>
                    <a:pt x="394" y="487"/>
                    <a:pt x="487" y="394"/>
                    <a:pt x="580" y="394"/>
                  </a:cubicBezTo>
                  <a:close/>
                  <a:moveTo>
                    <a:pt x="580" y="0"/>
                  </a:moveTo>
                  <a:cubicBezTo>
                    <a:pt x="302" y="0"/>
                    <a:pt x="0" y="301"/>
                    <a:pt x="0" y="672"/>
                  </a:cubicBezTo>
                  <a:cubicBezTo>
                    <a:pt x="0" y="973"/>
                    <a:pt x="302" y="1252"/>
                    <a:pt x="580" y="1252"/>
                  </a:cubicBezTo>
                  <a:cubicBezTo>
                    <a:pt x="974" y="1252"/>
                    <a:pt x="1252" y="973"/>
                    <a:pt x="1252" y="672"/>
                  </a:cubicBezTo>
                  <a:cubicBezTo>
                    <a:pt x="1252" y="301"/>
                    <a:pt x="974" y="0"/>
                    <a:pt x="5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7058;p123">
              <a:extLst>
                <a:ext uri="{FF2B5EF4-FFF2-40B4-BE49-F238E27FC236}">
                  <a16:creationId xmlns:a16="http://schemas.microsoft.com/office/drawing/2014/main" id="{664046DB-1E1D-5239-0655-D994A30D085D}"/>
                </a:ext>
              </a:extLst>
            </p:cNvPr>
            <p:cNvSpPr/>
            <p:nvPr/>
          </p:nvSpPr>
          <p:spPr>
            <a:xfrm>
              <a:off x="4873529" y="3965048"/>
              <a:ext cx="40124" cy="40092"/>
            </a:xfrm>
            <a:custGeom>
              <a:avLst/>
              <a:gdLst/>
              <a:ahLst/>
              <a:cxnLst/>
              <a:rect l="l" t="t" r="r" b="b"/>
              <a:pathLst>
                <a:path w="1253" h="1252" extrusionOk="0">
                  <a:moveTo>
                    <a:pt x="673" y="394"/>
                  </a:moveTo>
                  <a:cubicBezTo>
                    <a:pt x="766" y="394"/>
                    <a:pt x="858" y="487"/>
                    <a:pt x="858" y="672"/>
                  </a:cubicBezTo>
                  <a:cubicBezTo>
                    <a:pt x="858" y="765"/>
                    <a:pt x="766" y="881"/>
                    <a:pt x="673" y="881"/>
                  </a:cubicBezTo>
                  <a:cubicBezTo>
                    <a:pt x="464" y="881"/>
                    <a:pt x="372" y="765"/>
                    <a:pt x="372" y="672"/>
                  </a:cubicBezTo>
                  <a:cubicBezTo>
                    <a:pt x="372" y="487"/>
                    <a:pt x="464" y="394"/>
                    <a:pt x="673" y="394"/>
                  </a:cubicBezTo>
                  <a:close/>
                  <a:moveTo>
                    <a:pt x="673" y="0"/>
                  </a:moveTo>
                  <a:cubicBezTo>
                    <a:pt x="279" y="0"/>
                    <a:pt x="1" y="301"/>
                    <a:pt x="1" y="672"/>
                  </a:cubicBezTo>
                  <a:cubicBezTo>
                    <a:pt x="1" y="973"/>
                    <a:pt x="279" y="1252"/>
                    <a:pt x="673" y="1252"/>
                  </a:cubicBezTo>
                  <a:cubicBezTo>
                    <a:pt x="951" y="1252"/>
                    <a:pt x="1252" y="973"/>
                    <a:pt x="1252" y="672"/>
                  </a:cubicBezTo>
                  <a:cubicBezTo>
                    <a:pt x="1252" y="301"/>
                    <a:pt x="951" y="0"/>
                    <a:pt x="6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0">
          <a:extLst>
            <a:ext uri="{FF2B5EF4-FFF2-40B4-BE49-F238E27FC236}">
              <a16:creationId xmlns:a16="http://schemas.microsoft.com/office/drawing/2014/main" id="{D58D5168-1BA2-D79C-2830-C065390AE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1" name="Google Shape;3201;p69">
            <a:extLst>
              <a:ext uri="{FF2B5EF4-FFF2-40B4-BE49-F238E27FC236}">
                <a16:creationId xmlns:a16="http://schemas.microsoft.com/office/drawing/2014/main" id="{51F0E5CB-AC44-7C81-2727-59EBB077EAE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7450" y="1198425"/>
            <a:ext cx="2143799" cy="2146949"/>
          </a:xfrm>
          <a:prstGeom prst="rect">
            <a:avLst/>
          </a:prstGeom>
          <a:noFill/>
          <a:ln>
            <a:noFill/>
          </a:ln>
        </p:spPr>
      </p:pic>
      <p:sp>
        <p:nvSpPr>
          <p:cNvPr id="3202" name="Google Shape;3202;p69">
            <a:extLst>
              <a:ext uri="{FF2B5EF4-FFF2-40B4-BE49-F238E27FC236}">
                <a16:creationId xmlns:a16="http://schemas.microsoft.com/office/drawing/2014/main" id="{E90711C6-E776-D1EC-601F-61D43797C1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0" y="1439700"/>
            <a:ext cx="3810000" cy="16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 dirty="0">
                <a:solidFill>
                  <a:schemeClr val="lt2"/>
                </a:solidFill>
              </a:rPr>
              <a:t>AGENTE, ARBITRATO E RAGIONAMENTO</a:t>
            </a:r>
            <a:endParaRPr lang="it-IT" sz="3200" dirty="0">
              <a:solidFill>
                <a:schemeClr val="lt1"/>
              </a:solidFill>
            </a:endParaRPr>
          </a:p>
        </p:txBody>
      </p:sp>
      <p:sp>
        <p:nvSpPr>
          <p:cNvPr id="3204" name="Google Shape;3204;p69">
            <a:extLst>
              <a:ext uri="{FF2B5EF4-FFF2-40B4-BE49-F238E27FC236}">
                <a16:creationId xmlns:a16="http://schemas.microsoft.com/office/drawing/2014/main" id="{FC673A15-1E78-6101-0CA2-08B94FFE695F}"/>
              </a:ext>
            </a:extLst>
          </p:cNvPr>
          <p:cNvSpPr/>
          <p:nvPr/>
        </p:nvSpPr>
        <p:spPr>
          <a:xfrm>
            <a:off x="2932900" y="1605450"/>
            <a:ext cx="1332900" cy="13329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5" name="Google Shape;3205;p69">
            <a:extLst>
              <a:ext uri="{FF2B5EF4-FFF2-40B4-BE49-F238E27FC236}">
                <a16:creationId xmlns:a16="http://schemas.microsoft.com/office/drawing/2014/main" id="{B18A4A90-0631-F4B5-8800-1457B011C89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867525" y="1851000"/>
            <a:ext cx="1464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4" name="Google Shape;4738;p93">
            <a:extLst>
              <a:ext uri="{FF2B5EF4-FFF2-40B4-BE49-F238E27FC236}">
                <a16:creationId xmlns:a16="http://schemas.microsoft.com/office/drawing/2014/main" id="{D63FBC4B-DCA4-5313-568C-2FA1513ED07D}"/>
              </a:ext>
            </a:extLst>
          </p:cNvPr>
          <p:cNvGrpSpPr/>
          <p:nvPr/>
        </p:nvGrpSpPr>
        <p:grpSpPr>
          <a:xfrm>
            <a:off x="841890" y="2938350"/>
            <a:ext cx="1379360" cy="1526115"/>
            <a:chOff x="5729233" y="2868254"/>
            <a:chExt cx="358754" cy="406175"/>
          </a:xfrm>
        </p:grpSpPr>
        <p:sp>
          <p:nvSpPr>
            <p:cNvPr id="5" name="Google Shape;4739;p93">
              <a:extLst>
                <a:ext uri="{FF2B5EF4-FFF2-40B4-BE49-F238E27FC236}">
                  <a16:creationId xmlns:a16="http://schemas.microsoft.com/office/drawing/2014/main" id="{7A3DBC44-C812-BCA4-E36E-C6E085279431}"/>
                </a:ext>
              </a:extLst>
            </p:cNvPr>
            <p:cNvSpPr/>
            <p:nvPr/>
          </p:nvSpPr>
          <p:spPr>
            <a:xfrm>
              <a:off x="5729233" y="2880168"/>
              <a:ext cx="343418" cy="394261"/>
            </a:xfrm>
            <a:custGeom>
              <a:avLst/>
              <a:gdLst/>
              <a:ahLst/>
              <a:cxnLst/>
              <a:rect l="l" t="t" r="r" b="b"/>
              <a:pathLst>
                <a:path w="9051" h="10391" extrusionOk="0">
                  <a:moveTo>
                    <a:pt x="4883" y="1"/>
                  </a:moveTo>
                  <a:cubicBezTo>
                    <a:pt x="3406" y="1"/>
                    <a:pt x="2096" y="786"/>
                    <a:pt x="1358" y="1929"/>
                  </a:cubicBezTo>
                  <a:lnTo>
                    <a:pt x="1120" y="2382"/>
                  </a:lnTo>
                  <a:cubicBezTo>
                    <a:pt x="834" y="2930"/>
                    <a:pt x="691" y="3549"/>
                    <a:pt x="691" y="4192"/>
                  </a:cubicBezTo>
                  <a:cubicBezTo>
                    <a:pt x="691" y="4478"/>
                    <a:pt x="786" y="5002"/>
                    <a:pt x="786" y="5002"/>
                  </a:cubicBezTo>
                  <a:lnTo>
                    <a:pt x="167" y="6097"/>
                  </a:lnTo>
                  <a:cubicBezTo>
                    <a:pt x="1" y="6335"/>
                    <a:pt x="120" y="6669"/>
                    <a:pt x="382" y="6764"/>
                  </a:cubicBezTo>
                  <a:lnTo>
                    <a:pt x="1144" y="7050"/>
                  </a:lnTo>
                  <a:lnTo>
                    <a:pt x="1144" y="8312"/>
                  </a:lnTo>
                  <a:cubicBezTo>
                    <a:pt x="1144" y="8764"/>
                    <a:pt x="1501" y="9074"/>
                    <a:pt x="1953" y="9074"/>
                  </a:cubicBezTo>
                  <a:lnTo>
                    <a:pt x="2954" y="9074"/>
                  </a:lnTo>
                  <a:lnTo>
                    <a:pt x="2954" y="10003"/>
                  </a:lnTo>
                  <a:cubicBezTo>
                    <a:pt x="2954" y="10217"/>
                    <a:pt x="3144" y="10384"/>
                    <a:pt x="3335" y="10384"/>
                  </a:cubicBezTo>
                  <a:lnTo>
                    <a:pt x="6645" y="10384"/>
                  </a:lnTo>
                  <a:cubicBezTo>
                    <a:pt x="6667" y="10389"/>
                    <a:pt x="6689" y="10391"/>
                    <a:pt x="6711" y="10391"/>
                  </a:cubicBezTo>
                  <a:cubicBezTo>
                    <a:pt x="6892" y="10391"/>
                    <a:pt x="7026" y="10218"/>
                    <a:pt x="7026" y="10026"/>
                  </a:cubicBezTo>
                  <a:lnTo>
                    <a:pt x="7026" y="8455"/>
                  </a:lnTo>
                  <a:cubicBezTo>
                    <a:pt x="7026" y="8074"/>
                    <a:pt x="7216" y="7693"/>
                    <a:pt x="7502" y="7407"/>
                  </a:cubicBezTo>
                  <a:cubicBezTo>
                    <a:pt x="8455" y="6645"/>
                    <a:pt x="9050" y="5454"/>
                    <a:pt x="9026" y="4144"/>
                  </a:cubicBezTo>
                  <a:cubicBezTo>
                    <a:pt x="9026" y="3406"/>
                    <a:pt x="8812" y="2715"/>
                    <a:pt x="8502" y="2120"/>
                  </a:cubicBezTo>
                  <a:lnTo>
                    <a:pt x="6669" y="2739"/>
                  </a:lnTo>
                  <a:cubicBezTo>
                    <a:pt x="6662" y="2742"/>
                    <a:pt x="6656" y="2744"/>
                    <a:pt x="6651" y="2744"/>
                  </a:cubicBezTo>
                  <a:cubicBezTo>
                    <a:pt x="6615" y="2744"/>
                    <a:pt x="6600" y="2685"/>
                    <a:pt x="6621" y="2644"/>
                  </a:cubicBezTo>
                  <a:lnTo>
                    <a:pt x="7955" y="1501"/>
                  </a:lnTo>
                  <a:lnTo>
                    <a:pt x="7002" y="858"/>
                  </a:lnTo>
                  <a:lnTo>
                    <a:pt x="7240" y="739"/>
                  </a:lnTo>
                  <a:cubicBezTo>
                    <a:pt x="6550" y="310"/>
                    <a:pt x="5740" y="1"/>
                    <a:pt x="48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740;p93">
              <a:extLst>
                <a:ext uri="{FF2B5EF4-FFF2-40B4-BE49-F238E27FC236}">
                  <a16:creationId xmlns:a16="http://schemas.microsoft.com/office/drawing/2014/main" id="{A1A76953-09E9-89A9-664E-1C4FDF2CEA31}"/>
                </a:ext>
              </a:extLst>
            </p:cNvPr>
            <p:cNvSpPr/>
            <p:nvPr/>
          </p:nvSpPr>
          <p:spPr>
            <a:xfrm>
              <a:off x="5823220" y="2880168"/>
              <a:ext cx="207849" cy="80438"/>
            </a:xfrm>
            <a:custGeom>
              <a:avLst/>
              <a:gdLst/>
              <a:ahLst/>
              <a:cxnLst/>
              <a:rect l="l" t="t" r="r" b="b"/>
              <a:pathLst>
                <a:path w="5478" h="2120" extrusionOk="0">
                  <a:moveTo>
                    <a:pt x="2406" y="1"/>
                  </a:moveTo>
                  <a:cubicBezTo>
                    <a:pt x="1524" y="1"/>
                    <a:pt x="691" y="262"/>
                    <a:pt x="0" y="739"/>
                  </a:cubicBezTo>
                  <a:cubicBezTo>
                    <a:pt x="358" y="667"/>
                    <a:pt x="762" y="620"/>
                    <a:pt x="1191" y="620"/>
                  </a:cubicBezTo>
                  <a:cubicBezTo>
                    <a:pt x="2596" y="620"/>
                    <a:pt x="3834" y="1191"/>
                    <a:pt x="4763" y="2120"/>
                  </a:cubicBezTo>
                  <a:lnTo>
                    <a:pt x="5478" y="1477"/>
                  </a:lnTo>
                  <a:lnTo>
                    <a:pt x="4525" y="858"/>
                  </a:lnTo>
                  <a:lnTo>
                    <a:pt x="4763" y="739"/>
                  </a:lnTo>
                  <a:cubicBezTo>
                    <a:pt x="4073" y="286"/>
                    <a:pt x="3263" y="1"/>
                    <a:pt x="240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741;p93">
              <a:extLst>
                <a:ext uri="{FF2B5EF4-FFF2-40B4-BE49-F238E27FC236}">
                  <a16:creationId xmlns:a16="http://schemas.microsoft.com/office/drawing/2014/main" id="{E840100F-23DD-5C5B-3A82-D07A0C0A4100}"/>
                </a:ext>
              </a:extLst>
            </p:cNvPr>
            <p:cNvSpPr/>
            <p:nvPr/>
          </p:nvSpPr>
          <p:spPr>
            <a:xfrm>
              <a:off x="6013887" y="2958787"/>
              <a:ext cx="58773" cy="150025"/>
            </a:xfrm>
            <a:custGeom>
              <a:avLst/>
              <a:gdLst/>
              <a:ahLst/>
              <a:cxnLst/>
              <a:rect l="l" t="t" r="r" b="b"/>
              <a:pathLst>
                <a:path w="1549" h="3954" extrusionOk="0">
                  <a:moveTo>
                    <a:pt x="1000" y="0"/>
                  </a:moveTo>
                  <a:lnTo>
                    <a:pt x="0" y="334"/>
                  </a:lnTo>
                  <a:cubicBezTo>
                    <a:pt x="715" y="1239"/>
                    <a:pt x="1143" y="2334"/>
                    <a:pt x="1143" y="3525"/>
                  </a:cubicBezTo>
                  <a:cubicBezTo>
                    <a:pt x="1143" y="3668"/>
                    <a:pt x="1143" y="3834"/>
                    <a:pt x="1096" y="3954"/>
                  </a:cubicBezTo>
                  <a:cubicBezTo>
                    <a:pt x="1381" y="3382"/>
                    <a:pt x="1548" y="2715"/>
                    <a:pt x="1524" y="2048"/>
                  </a:cubicBezTo>
                  <a:cubicBezTo>
                    <a:pt x="1524" y="1286"/>
                    <a:pt x="1310" y="620"/>
                    <a:pt x="10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742;p93">
              <a:extLst>
                <a:ext uri="{FF2B5EF4-FFF2-40B4-BE49-F238E27FC236}">
                  <a16:creationId xmlns:a16="http://schemas.microsoft.com/office/drawing/2014/main" id="{5545C078-9A60-19E1-5690-4488DA4CF6FB}"/>
                </a:ext>
              </a:extLst>
            </p:cNvPr>
            <p:cNvSpPr/>
            <p:nvPr/>
          </p:nvSpPr>
          <p:spPr>
            <a:xfrm>
              <a:off x="5977726" y="2868254"/>
              <a:ext cx="110261" cy="116749"/>
            </a:xfrm>
            <a:custGeom>
              <a:avLst/>
              <a:gdLst/>
              <a:ahLst/>
              <a:cxnLst/>
              <a:rect l="l" t="t" r="r" b="b"/>
              <a:pathLst>
                <a:path w="2906" h="3077" extrusionOk="0">
                  <a:moveTo>
                    <a:pt x="2846" y="0"/>
                  </a:moveTo>
                  <a:cubicBezTo>
                    <a:pt x="2842" y="0"/>
                    <a:pt x="2838" y="2"/>
                    <a:pt x="2835" y="5"/>
                  </a:cubicBezTo>
                  <a:lnTo>
                    <a:pt x="525" y="1077"/>
                  </a:lnTo>
                  <a:cubicBezTo>
                    <a:pt x="358" y="1148"/>
                    <a:pt x="358" y="1315"/>
                    <a:pt x="477" y="1410"/>
                  </a:cubicBezTo>
                  <a:lnTo>
                    <a:pt x="1168" y="1862"/>
                  </a:lnTo>
                  <a:cubicBezTo>
                    <a:pt x="1239" y="1934"/>
                    <a:pt x="1239" y="1982"/>
                    <a:pt x="1168" y="2053"/>
                  </a:cubicBezTo>
                  <a:lnTo>
                    <a:pt x="48" y="3029"/>
                  </a:lnTo>
                  <a:cubicBezTo>
                    <a:pt x="1" y="3053"/>
                    <a:pt x="48" y="3077"/>
                    <a:pt x="72" y="3077"/>
                  </a:cubicBezTo>
                  <a:lnTo>
                    <a:pt x="2715" y="2196"/>
                  </a:lnTo>
                  <a:cubicBezTo>
                    <a:pt x="2835" y="2124"/>
                    <a:pt x="2858" y="1958"/>
                    <a:pt x="2811" y="1862"/>
                  </a:cubicBezTo>
                  <a:lnTo>
                    <a:pt x="2096" y="1362"/>
                  </a:lnTo>
                  <a:cubicBezTo>
                    <a:pt x="2025" y="1315"/>
                    <a:pt x="2025" y="1267"/>
                    <a:pt x="2072" y="1196"/>
                  </a:cubicBezTo>
                  <a:lnTo>
                    <a:pt x="2906" y="76"/>
                  </a:lnTo>
                  <a:cubicBezTo>
                    <a:pt x="2906" y="56"/>
                    <a:pt x="2871" y="0"/>
                    <a:pt x="28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4743;p93">
              <a:extLst>
                <a:ext uri="{FF2B5EF4-FFF2-40B4-BE49-F238E27FC236}">
                  <a16:creationId xmlns:a16="http://schemas.microsoft.com/office/drawing/2014/main" id="{C9C6BC03-4D57-C487-BBFD-CDB7D683D7D8}"/>
                </a:ext>
              </a:extLst>
            </p:cNvPr>
            <p:cNvSpPr/>
            <p:nvPr/>
          </p:nvSpPr>
          <p:spPr>
            <a:xfrm>
              <a:off x="5945209" y="2965996"/>
              <a:ext cx="38891" cy="43406"/>
            </a:xfrm>
            <a:custGeom>
              <a:avLst/>
              <a:gdLst/>
              <a:ahLst/>
              <a:cxnLst/>
              <a:rect l="l" t="t" r="r" b="b"/>
              <a:pathLst>
                <a:path w="1025" h="1144" extrusionOk="0">
                  <a:moveTo>
                    <a:pt x="215" y="1"/>
                  </a:moveTo>
                  <a:cubicBezTo>
                    <a:pt x="119" y="1"/>
                    <a:pt x="24" y="72"/>
                    <a:pt x="24" y="144"/>
                  </a:cubicBezTo>
                  <a:cubicBezTo>
                    <a:pt x="0" y="739"/>
                    <a:pt x="286" y="1096"/>
                    <a:pt x="810" y="1144"/>
                  </a:cubicBezTo>
                  <a:cubicBezTo>
                    <a:pt x="881" y="1144"/>
                    <a:pt x="953" y="1073"/>
                    <a:pt x="953" y="977"/>
                  </a:cubicBezTo>
                  <a:cubicBezTo>
                    <a:pt x="1024" y="930"/>
                    <a:pt x="953" y="834"/>
                    <a:pt x="834" y="834"/>
                  </a:cubicBezTo>
                  <a:cubicBezTo>
                    <a:pt x="596" y="811"/>
                    <a:pt x="334" y="715"/>
                    <a:pt x="357" y="191"/>
                  </a:cubicBezTo>
                  <a:cubicBezTo>
                    <a:pt x="357" y="96"/>
                    <a:pt x="286" y="1"/>
                    <a:pt x="21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40782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2">
          <a:extLst>
            <a:ext uri="{FF2B5EF4-FFF2-40B4-BE49-F238E27FC236}">
              <a16:creationId xmlns:a16="http://schemas.microsoft.com/office/drawing/2014/main" id="{D8862780-B3D0-28D2-3B95-2A60B2293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3" name="Google Shape;4283;p86">
            <a:extLst>
              <a:ext uri="{FF2B5EF4-FFF2-40B4-BE49-F238E27FC236}">
                <a16:creationId xmlns:a16="http://schemas.microsoft.com/office/drawing/2014/main" id="{EE75C8F4-1E12-DB08-0281-6B1B4469E9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9" y="540000"/>
            <a:ext cx="7935113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Qwen-VL-72B come Agente Senior</a:t>
            </a:r>
            <a:endParaRPr dirty="0"/>
          </a:p>
        </p:txBody>
      </p:sp>
      <p:sp>
        <p:nvSpPr>
          <p:cNvPr id="4284" name="Google Shape;4284;p86">
            <a:extLst>
              <a:ext uri="{FF2B5EF4-FFF2-40B4-BE49-F238E27FC236}">
                <a16:creationId xmlns:a16="http://schemas.microsoft.com/office/drawing/2014/main" id="{11003357-D20B-1897-3C0A-DB679C6A2E4F}"/>
              </a:ext>
            </a:extLst>
          </p:cNvPr>
          <p:cNvSpPr txBox="1"/>
          <p:nvPr/>
        </p:nvSpPr>
        <p:spPr>
          <a:xfrm>
            <a:off x="4225350" y="1608938"/>
            <a:ext cx="1547700" cy="48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Crops</a:t>
            </a:r>
            <a:endParaRPr sz="2500" b="1" dirty="0">
              <a:solidFill>
                <a:schemeClr val="l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85" name="Google Shape;4285;p86">
            <a:extLst>
              <a:ext uri="{FF2B5EF4-FFF2-40B4-BE49-F238E27FC236}">
                <a16:creationId xmlns:a16="http://schemas.microsoft.com/office/drawing/2014/main" id="{D1D017CC-5980-6A9A-3963-B6B1427A638D}"/>
              </a:ext>
            </a:extLst>
          </p:cNvPr>
          <p:cNvSpPr txBox="1"/>
          <p:nvPr/>
        </p:nvSpPr>
        <p:spPr>
          <a:xfrm>
            <a:off x="1978663" y="1610100"/>
            <a:ext cx="21078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Visione Locale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286" name="Google Shape;4286;p86">
            <a:extLst>
              <a:ext uri="{FF2B5EF4-FFF2-40B4-BE49-F238E27FC236}">
                <a16:creationId xmlns:a16="http://schemas.microsoft.com/office/drawing/2014/main" id="{B31C3506-7348-5E72-D26E-B67AF34BE8A8}"/>
              </a:ext>
            </a:extLst>
          </p:cNvPr>
          <p:cNvCxnSpPr>
            <a:stCxn id="4284" idx="3"/>
            <a:endCxn id="4287" idx="2"/>
          </p:cNvCxnSpPr>
          <p:nvPr/>
        </p:nvCxnSpPr>
        <p:spPr>
          <a:xfrm>
            <a:off x="5773050" y="1851338"/>
            <a:ext cx="471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88" name="Google Shape;4288;p86">
            <a:extLst>
              <a:ext uri="{FF2B5EF4-FFF2-40B4-BE49-F238E27FC236}">
                <a16:creationId xmlns:a16="http://schemas.microsoft.com/office/drawing/2014/main" id="{C9CAA65E-F769-9C78-3979-CDF71969EFFF}"/>
              </a:ext>
            </a:extLst>
          </p:cNvPr>
          <p:cNvSpPr txBox="1"/>
          <p:nvPr/>
        </p:nvSpPr>
        <p:spPr>
          <a:xfrm>
            <a:off x="4225350" y="2611713"/>
            <a:ext cx="1547700" cy="48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RAG</a:t>
            </a:r>
            <a:endParaRPr sz="2500" b="1" dirty="0">
              <a:solidFill>
                <a:schemeClr val="l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89" name="Google Shape;4289;p86">
            <a:extLst>
              <a:ext uri="{FF2B5EF4-FFF2-40B4-BE49-F238E27FC236}">
                <a16:creationId xmlns:a16="http://schemas.microsoft.com/office/drawing/2014/main" id="{55B5A719-E711-F3F8-DAC4-C3FAA65AC85C}"/>
              </a:ext>
            </a:extLst>
          </p:cNvPr>
          <p:cNvSpPr txBox="1"/>
          <p:nvPr/>
        </p:nvSpPr>
        <p:spPr>
          <a:xfrm>
            <a:off x="1978663" y="2612875"/>
            <a:ext cx="21078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Conoscenza esterna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290" name="Google Shape;4290;p86">
            <a:extLst>
              <a:ext uri="{FF2B5EF4-FFF2-40B4-BE49-F238E27FC236}">
                <a16:creationId xmlns:a16="http://schemas.microsoft.com/office/drawing/2014/main" id="{01AFC96F-767A-8603-716D-4720A268AACA}"/>
              </a:ext>
            </a:extLst>
          </p:cNvPr>
          <p:cNvCxnSpPr>
            <a:stCxn id="4288" idx="3"/>
            <a:endCxn id="4291" idx="2"/>
          </p:cNvCxnSpPr>
          <p:nvPr/>
        </p:nvCxnSpPr>
        <p:spPr>
          <a:xfrm>
            <a:off x="5773050" y="2854113"/>
            <a:ext cx="471000" cy="1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92" name="Google Shape;4292;p86">
            <a:extLst>
              <a:ext uri="{FF2B5EF4-FFF2-40B4-BE49-F238E27FC236}">
                <a16:creationId xmlns:a16="http://schemas.microsoft.com/office/drawing/2014/main" id="{CBC599E9-22E8-BC28-3512-5A2B51153702}"/>
              </a:ext>
            </a:extLst>
          </p:cNvPr>
          <p:cNvSpPr txBox="1"/>
          <p:nvPr/>
        </p:nvSpPr>
        <p:spPr>
          <a:xfrm>
            <a:off x="4225350" y="3614488"/>
            <a:ext cx="1547700" cy="48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b="1" dirty="0" err="1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Swin</a:t>
            </a:r>
            <a:r>
              <a:rPr lang="it-IT" sz="2500" b="1" dirty="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-B</a:t>
            </a:r>
            <a:endParaRPr sz="2500" b="1" dirty="0">
              <a:solidFill>
                <a:schemeClr val="l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93" name="Google Shape;4293;p86">
            <a:extLst>
              <a:ext uri="{FF2B5EF4-FFF2-40B4-BE49-F238E27FC236}">
                <a16:creationId xmlns:a16="http://schemas.microsoft.com/office/drawing/2014/main" id="{B6367812-1DED-2C12-9AD3-56AE597007F6}"/>
              </a:ext>
            </a:extLst>
          </p:cNvPr>
          <p:cNvSpPr txBox="1"/>
          <p:nvPr/>
        </p:nvSpPr>
        <p:spPr>
          <a:xfrm>
            <a:off x="1978663" y="3615650"/>
            <a:ext cx="21078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Contesto globale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294" name="Google Shape;4294;p86">
            <a:extLst>
              <a:ext uri="{FF2B5EF4-FFF2-40B4-BE49-F238E27FC236}">
                <a16:creationId xmlns:a16="http://schemas.microsoft.com/office/drawing/2014/main" id="{96E44407-1F84-2A44-30C8-C0E9A253B17A}"/>
              </a:ext>
            </a:extLst>
          </p:cNvPr>
          <p:cNvCxnSpPr>
            <a:stCxn id="4292" idx="3"/>
            <a:endCxn id="4295" idx="2"/>
          </p:cNvCxnSpPr>
          <p:nvPr/>
        </p:nvCxnSpPr>
        <p:spPr>
          <a:xfrm>
            <a:off x="5773050" y="3856888"/>
            <a:ext cx="471000" cy="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91" name="Google Shape;4291;p86">
            <a:extLst>
              <a:ext uri="{FF2B5EF4-FFF2-40B4-BE49-F238E27FC236}">
                <a16:creationId xmlns:a16="http://schemas.microsoft.com/office/drawing/2014/main" id="{4C37E0B4-14BA-91B2-3D87-6E4A1F59E9A1}"/>
              </a:ext>
            </a:extLst>
          </p:cNvPr>
          <p:cNvSpPr/>
          <p:nvPr/>
        </p:nvSpPr>
        <p:spPr>
          <a:xfrm>
            <a:off x="6244050" y="2464063"/>
            <a:ext cx="782400" cy="7824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5" name="Google Shape;4295;p86">
            <a:extLst>
              <a:ext uri="{FF2B5EF4-FFF2-40B4-BE49-F238E27FC236}">
                <a16:creationId xmlns:a16="http://schemas.microsoft.com/office/drawing/2014/main" id="{C6A84742-6AE3-962B-161C-6EC794D1BD86}"/>
              </a:ext>
            </a:extLst>
          </p:cNvPr>
          <p:cNvSpPr/>
          <p:nvPr/>
        </p:nvSpPr>
        <p:spPr>
          <a:xfrm>
            <a:off x="6244050" y="3467988"/>
            <a:ext cx="782400" cy="7824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7" name="Google Shape;4287;p86">
            <a:extLst>
              <a:ext uri="{FF2B5EF4-FFF2-40B4-BE49-F238E27FC236}">
                <a16:creationId xmlns:a16="http://schemas.microsoft.com/office/drawing/2014/main" id="{FE5CD3C9-7E05-0653-6C87-053764E83270}"/>
              </a:ext>
            </a:extLst>
          </p:cNvPr>
          <p:cNvSpPr/>
          <p:nvPr/>
        </p:nvSpPr>
        <p:spPr>
          <a:xfrm>
            <a:off x="6244050" y="1460150"/>
            <a:ext cx="782400" cy="7824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322;p86">
            <a:extLst>
              <a:ext uri="{FF2B5EF4-FFF2-40B4-BE49-F238E27FC236}">
                <a16:creationId xmlns:a16="http://schemas.microsoft.com/office/drawing/2014/main" id="{55D8FC3A-75EB-394E-DFC2-61F85D582008}"/>
              </a:ext>
            </a:extLst>
          </p:cNvPr>
          <p:cNvGrpSpPr/>
          <p:nvPr/>
        </p:nvGrpSpPr>
        <p:grpSpPr>
          <a:xfrm>
            <a:off x="6451059" y="2732662"/>
            <a:ext cx="368382" cy="242902"/>
            <a:chOff x="4834673" y="3575938"/>
            <a:chExt cx="408451" cy="269322"/>
          </a:xfrm>
        </p:grpSpPr>
        <p:sp>
          <p:nvSpPr>
            <p:cNvPr id="43" name="Google Shape;4323;p86">
              <a:extLst>
                <a:ext uri="{FF2B5EF4-FFF2-40B4-BE49-F238E27FC236}">
                  <a16:creationId xmlns:a16="http://schemas.microsoft.com/office/drawing/2014/main" id="{F393BDEC-D8D9-B994-BF30-AD03D6BDB318}"/>
                </a:ext>
              </a:extLst>
            </p:cNvPr>
            <p:cNvSpPr/>
            <p:nvPr/>
          </p:nvSpPr>
          <p:spPr>
            <a:xfrm>
              <a:off x="4834673" y="3575938"/>
              <a:ext cx="408451" cy="248523"/>
            </a:xfrm>
            <a:custGeom>
              <a:avLst/>
              <a:gdLst/>
              <a:ahLst/>
              <a:cxnLst/>
              <a:rect l="l" t="t" r="r" b="b"/>
              <a:pathLst>
                <a:path w="10765" h="6550" extrusionOk="0">
                  <a:moveTo>
                    <a:pt x="357" y="1"/>
                  </a:moveTo>
                  <a:cubicBezTo>
                    <a:pt x="167" y="1"/>
                    <a:pt x="0" y="143"/>
                    <a:pt x="0" y="358"/>
                  </a:cubicBezTo>
                  <a:lnTo>
                    <a:pt x="0" y="6192"/>
                  </a:lnTo>
                  <a:cubicBezTo>
                    <a:pt x="0" y="6407"/>
                    <a:pt x="167" y="6550"/>
                    <a:pt x="357" y="6550"/>
                  </a:cubicBezTo>
                  <a:lnTo>
                    <a:pt x="10407" y="6550"/>
                  </a:lnTo>
                  <a:cubicBezTo>
                    <a:pt x="10574" y="6550"/>
                    <a:pt x="10717" y="6407"/>
                    <a:pt x="10764" y="6192"/>
                  </a:cubicBezTo>
                  <a:lnTo>
                    <a:pt x="10764" y="358"/>
                  </a:lnTo>
                  <a:cubicBezTo>
                    <a:pt x="10764" y="143"/>
                    <a:pt x="10598" y="1"/>
                    <a:pt x="1040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324;p86">
              <a:extLst>
                <a:ext uri="{FF2B5EF4-FFF2-40B4-BE49-F238E27FC236}">
                  <a16:creationId xmlns:a16="http://schemas.microsoft.com/office/drawing/2014/main" id="{2603D187-17F0-474D-15D3-D8563251CE2A}"/>
                </a:ext>
              </a:extLst>
            </p:cNvPr>
            <p:cNvSpPr/>
            <p:nvPr/>
          </p:nvSpPr>
          <p:spPr>
            <a:xfrm>
              <a:off x="4834673" y="3576848"/>
              <a:ext cx="406630" cy="247613"/>
            </a:xfrm>
            <a:custGeom>
              <a:avLst/>
              <a:gdLst/>
              <a:ahLst/>
              <a:cxnLst/>
              <a:rect l="l" t="t" r="r" b="b"/>
              <a:pathLst>
                <a:path w="10717" h="6526" extrusionOk="0">
                  <a:moveTo>
                    <a:pt x="9979" y="0"/>
                  </a:moveTo>
                  <a:lnTo>
                    <a:pt x="9979" y="5335"/>
                  </a:lnTo>
                  <a:cubicBezTo>
                    <a:pt x="9979" y="5549"/>
                    <a:pt x="9836" y="5692"/>
                    <a:pt x="9621" y="5692"/>
                  </a:cubicBezTo>
                  <a:lnTo>
                    <a:pt x="0" y="5692"/>
                  </a:lnTo>
                  <a:lnTo>
                    <a:pt x="0" y="6168"/>
                  </a:lnTo>
                  <a:cubicBezTo>
                    <a:pt x="0" y="6383"/>
                    <a:pt x="167" y="6526"/>
                    <a:pt x="357" y="6526"/>
                  </a:cubicBezTo>
                  <a:lnTo>
                    <a:pt x="10360" y="6526"/>
                  </a:lnTo>
                  <a:cubicBezTo>
                    <a:pt x="10574" y="6526"/>
                    <a:pt x="10717" y="6383"/>
                    <a:pt x="10717" y="6168"/>
                  </a:cubicBezTo>
                  <a:lnTo>
                    <a:pt x="10717" y="358"/>
                  </a:lnTo>
                  <a:cubicBezTo>
                    <a:pt x="10717" y="167"/>
                    <a:pt x="10574" y="0"/>
                    <a:pt x="103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325;p86">
              <a:extLst>
                <a:ext uri="{FF2B5EF4-FFF2-40B4-BE49-F238E27FC236}">
                  <a16:creationId xmlns:a16="http://schemas.microsoft.com/office/drawing/2014/main" id="{97872149-F7E7-A457-A6AB-08BB94FC309A}"/>
                </a:ext>
              </a:extLst>
            </p:cNvPr>
            <p:cNvSpPr/>
            <p:nvPr/>
          </p:nvSpPr>
          <p:spPr>
            <a:xfrm>
              <a:off x="4879864" y="3824430"/>
              <a:ext cx="75012" cy="20830"/>
            </a:xfrm>
            <a:custGeom>
              <a:avLst/>
              <a:gdLst/>
              <a:ahLst/>
              <a:cxnLst/>
              <a:rect l="l" t="t" r="r" b="b"/>
              <a:pathLst>
                <a:path w="1977" h="549" extrusionOk="0">
                  <a:moveTo>
                    <a:pt x="0" y="1"/>
                  </a:moveTo>
                  <a:lnTo>
                    <a:pt x="0" y="310"/>
                  </a:lnTo>
                  <a:cubicBezTo>
                    <a:pt x="0" y="429"/>
                    <a:pt x="119" y="548"/>
                    <a:pt x="238" y="548"/>
                  </a:cubicBezTo>
                  <a:lnTo>
                    <a:pt x="1715" y="548"/>
                  </a:lnTo>
                  <a:cubicBezTo>
                    <a:pt x="1858" y="548"/>
                    <a:pt x="1977" y="429"/>
                    <a:pt x="1953" y="262"/>
                  </a:cubicBezTo>
                  <a:lnTo>
                    <a:pt x="19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326;p86">
              <a:extLst>
                <a:ext uri="{FF2B5EF4-FFF2-40B4-BE49-F238E27FC236}">
                  <a16:creationId xmlns:a16="http://schemas.microsoft.com/office/drawing/2014/main" id="{30CFA56D-F8ED-C767-A812-D8966C817B80}"/>
                </a:ext>
              </a:extLst>
            </p:cNvPr>
            <p:cNvSpPr/>
            <p:nvPr/>
          </p:nvSpPr>
          <p:spPr>
            <a:xfrm>
              <a:off x="5122931" y="3824430"/>
              <a:ext cx="73229" cy="20830"/>
            </a:xfrm>
            <a:custGeom>
              <a:avLst/>
              <a:gdLst/>
              <a:ahLst/>
              <a:cxnLst/>
              <a:rect l="l" t="t" r="r" b="b"/>
              <a:pathLst>
                <a:path w="1930" h="549" extrusionOk="0">
                  <a:moveTo>
                    <a:pt x="0" y="1"/>
                  </a:moveTo>
                  <a:lnTo>
                    <a:pt x="0" y="310"/>
                  </a:lnTo>
                  <a:cubicBezTo>
                    <a:pt x="0" y="429"/>
                    <a:pt x="119" y="548"/>
                    <a:pt x="238" y="548"/>
                  </a:cubicBezTo>
                  <a:lnTo>
                    <a:pt x="1691" y="548"/>
                  </a:lnTo>
                  <a:cubicBezTo>
                    <a:pt x="1858" y="548"/>
                    <a:pt x="1929" y="429"/>
                    <a:pt x="1929" y="262"/>
                  </a:cubicBezTo>
                  <a:lnTo>
                    <a:pt x="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327;p86">
              <a:extLst>
                <a:ext uri="{FF2B5EF4-FFF2-40B4-BE49-F238E27FC236}">
                  <a16:creationId xmlns:a16="http://schemas.microsoft.com/office/drawing/2014/main" id="{3DD6E9BC-4995-D1E6-7812-7E55873829B7}"/>
                </a:ext>
              </a:extLst>
            </p:cNvPr>
            <p:cNvSpPr/>
            <p:nvPr/>
          </p:nvSpPr>
          <p:spPr>
            <a:xfrm>
              <a:off x="4863586" y="3608455"/>
              <a:ext cx="215096" cy="184401"/>
            </a:xfrm>
            <a:custGeom>
              <a:avLst/>
              <a:gdLst/>
              <a:ahLst/>
              <a:cxnLst/>
              <a:rect l="l" t="t" r="r" b="b"/>
              <a:pathLst>
                <a:path w="5669" h="4860" extrusionOk="0">
                  <a:moveTo>
                    <a:pt x="262" y="1"/>
                  </a:moveTo>
                  <a:cubicBezTo>
                    <a:pt x="119" y="1"/>
                    <a:pt x="0" y="120"/>
                    <a:pt x="0" y="287"/>
                  </a:cubicBezTo>
                  <a:lnTo>
                    <a:pt x="0" y="4597"/>
                  </a:lnTo>
                  <a:cubicBezTo>
                    <a:pt x="0" y="4740"/>
                    <a:pt x="119" y="4859"/>
                    <a:pt x="262" y="4859"/>
                  </a:cubicBezTo>
                  <a:lnTo>
                    <a:pt x="5406" y="4859"/>
                  </a:lnTo>
                  <a:cubicBezTo>
                    <a:pt x="5549" y="4859"/>
                    <a:pt x="5668" y="4740"/>
                    <a:pt x="5668" y="4597"/>
                  </a:cubicBezTo>
                  <a:lnTo>
                    <a:pt x="5668" y="287"/>
                  </a:lnTo>
                  <a:cubicBezTo>
                    <a:pt x="5668" y="120"/>
                    <a:pt x="5549" y="1"/>
                    <a:pt x="54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328;p86">
              <a:extLst>
                <a:ext uri="{FF2B5EF4-FFF2-40B4-BE49-F238E27FC236}">
                  <a16:creationId xmlns:a16="http://schemas.microsoft.com/office/drawing/2014/main" id="{531A25CE-9B83-D660-9517-4892A6A84F5A}"/>
                </a:ext>
              </a:extLst>
            </p:cNvPr>
            <p:cNvSpPr/>
            <p:nvPr/>
          </p:nvSpPr>
          <p:spPr>
            <a:xfrm>
              <a:off x="4864496" y="3608455"/>
              <a:ext cx="214185" cy="184401"/>
            </a:xfrm>
            <a:custGeom>
              <a:avLst/>
              <a:gdLst/>
              <a:ahLst/>
              <a:cxnLst/>
              <a:rect l="l" t="t" r="r" b="b"/>
              <a:pathLst>
                <a:path w="5645" h="4860" extrusionOk="0">
                  <a:moveTo>
                    <a:pt x="5096" y="1"/>
                  </a:moveTo>
                  <a:lnTo>
                    <a:pt x="5096" y="3383"/>
                  </a:lnTo>
                  <a:cubicBezTo>
                    <a:pt x="5096" y="3883"/>
                    <a:pt x="4668" y="4287"/>
                    <a:pt x="4168" y="4287"/>
                  </a:cubicBezTo>
                  <a:lnTo>
                    <a:pt x="0" y="4287"/>
                  </a:lnTo>
                  <a:lnTo>
                    <a:pt x="0" y="4597"/>
                  </a:lnTo>
                  <a:cubicBezTo>
                    <a:pt x="0" y="4740"/>
                    <a:pt x="119" y="4859"/>
                    <a:pt x="262" y="4859"/>
                  </a:cubicBezTo>
                  <a:lnTo>
                    <a:pt x="5382" y="4859"/>
                  </a:lnTo>
                  <a:cubicBezTo>
                    <a:pt x="5525" y="4859"/>
                    <a:pt x="5644" y="4740"/>
                    <a:pt x="5644" y="4597"/>
                  </a:cubicBezTo>
                  <a:lnTo>
                    <a:pt x="5644" y="287"/>
                  </a:lnTo>
                  <a:cubicBezTo>
                    <a:pt x="5644" y="120"/>
                    <a:pt x="5525" y="1"/>
                    <a:pt x="53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329;p86">
              <a:extLst>
                <a:ext uri="{FF2B5EF4-FFF2-40B4-BE49-F238E27FC236}">
                  <a16:creationId xmlns:a16="http://schemas.microsoft.com/office/drawing/2014/main" id="{01ACB62F-B67C-FA4C-3128-837863A5B5F2}"/>
                </a:ext>
              </a:extLst>
            </p:cNvPr>
            <p:cNvSpPr/>
            <p:nvPr/>
          </p:nvSpPr>
          <p:spPr>
            <a:xfrm>
              <a:off x="5129230" y="3729571"/>
              <a:ext cx="73229" cy="72318"/>
            </a:xfrm>
            <a:custGeom>
              <a:avLst/>
              <a:gdLst/>
              <a:ahLst/>
              <a:cxnLst/>
              <a:rect l="l" t="t" r="r" b="b"/>
              <a:pathLst>
                <a:path w="1930" h="1906" extrusionOk="0">
                  <a:moveTo>
                    <a:pt x="977" y="0"/>
                  </a:moveTo>
                  <a:cubicBezTo>
                    <a:pt x="429" y="0"/>
                    <a:pt x="1" y="429"/>
                    <a:pt x="1" y="953"/>
                  </a:cubicBezTo>
                  <a:cubicBezTo>
                    <a:pt x="1" y="1500"/>
                    <a:pt x="429" y="1905"/>
                    <a:pt x="977" y="1905"/>
                  </a:cubicBezTo>
                  <a:cubicBezTo>
                    <a:pt x="1501" y="1905"/>
                    <a:pt x="1930" y="1500"/>
                    <a:pt x="1930" y="953"/>
                  </a:cubicBezTo>
                  <a:cubicBezTo>
                    <a:pt x="1930" y="429"/>
                    <a:pt x="1477" y="0"/>
                    <a:pt x="9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4330;p86">
              <a:extLst>
                <a:ext uri="{FF2B5EF4-FFF2-40B4-BE49-F238E27FC236}">
                  <a16:creationId xmlns:a16="http://schemas.microsoft.com/office/drawing/2014/main" id="{69B3DA57-CCF0-6B83-D631-8A4A7F978329}"/>
                </a:ext>
              </a:extLst>
            </p:cNvPr>
            <p:cNvSpPr/>
            <p:nvPr/>
          </p:nvSpPr>
          <p:spPr>
            <a:xfrm>
              <a:off x="5154538" y="3729571"/>
              <a:ext cx="47921" cy="72318"/>
            </a:xfrm>
            <a:custGeom>
              <a:avLst/>
              <a:gdLst/>
              <a:ahLst/>
              <a:cxnLst/>
              <a:rect l="l" t="t" r="r" b="b"/>
              <a:pathLst>
                <a:path w="1263" h="1906" extrusionOk="0">
                  <a:moveTo>
                    <a:pt x="310" y="0"/>
                  </a:moveTo>
                  <a:cubicBezTo>
                    <a:pt x="215" y="0"/>
                    <a:pt x="96" y="24"/>
                    <a:pt x="1" y="71"/>
                  </a:cubicBezTo>
                  <a:cubicBezTo>
                    <a:pt x="382" y="191"/>
                    <a:pt x="667" y="548"/>
                    <a:pt x="667" y="953"/>
                  </a:cubicBezTo>
                  <a:cubicBezTo>
                    <a:pt x="667" y="1381"/>
                    <a:pt x="382" y="1738"/>
                    <a:pt x="1" y="1858"/>
                  </a:cubicBezTo>
                  <a:cubicBezTo>
                    <a:pt x="96" y="1881"/>
                    <a:pt x="191" y="1905"/>
                    <a:pt x="310" y="1905"/>
                  </a:cubicBezTo>
                  <a:cubicBezTo>
                    <a:pt x="834" y="1905"/>
                    <a:pt x="1263" y="1500"/>
                    <a:pt x="1263" y="953"/>
                  </a:cubicBezTo>
                  <a:cubicBezTo>
                    <a:pt x="1263" y="429"/>
                    <a:pt x="810" y="0"/>
                    <a:pt x="3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4331;p86">
              <a:extLst>
                <a:ext uri="{FF2B5EF4-FFF2-40B4-BE49-F238E27FC236}">
                  <a16:creationId xmlns:a16="http://schemas.microsoft.com/office/drawing/2014/main" id="{35583CDE-93A4-F547-1C9C-8429010C951E}"/>
                </a:ext>
              </a:extLst>
            </p:cNvPr>
            <p:cNvSpPr/>
            <p:nvPr/>
          </p:nvSpPr>
          <p:spPr>
            <a:xfrm>
              <a:off x="5113862" y="3608455"/>
              <a:ext cx="46138" cy="21741"/>
            </a:xfrm>
            <a:custGeom>
              <a:avLst/>
              <a:gdLst/>
              <a:ahLst/>
              <a:cxnLst/>
              <a:rect l="l" t="t" r="r" b="b"/>
              <a:pathLst>
                <a:path w="1216" h="573" extrusionOk="0">
                  <a:moveTo>
                    <a:pt x="239" y="1"/>
                  </a:moveTo>
                  <a:cubicBezTo>
                    <a:pt x="120" y="1"/>
                    <a:pt x="1" y="96"/>
                    <a:pt x="1" y="239"/>
                  </a:cubicBezTo>
                  <a:lnTo>
                    <a:pt x="1" y="334"/>
                  </a:lnTo>
                  <a:cubicBezTo>
                    <a:pt x="1" y="453"/>
                    <a:pt x="96" y="572"/>
                    <a:pt x="239" y="572"/>
                  </a:cubicBezTo>
                  <a:lnTo>
                    <a:pt x="954" y="572"/>
                  </a:lnTo>
                  <a:cubicBezTo>
                    <a:pt x="1096" y="572"/>
                    <a:pt x="1215" y="477"/>
                    <a:pt x="1192" y="334"/>
                  </a:cubicBezTo>
                  <a:lnTo>
                    <a:pt x="1192" y="239"/>
                  </a:lnTo>
                  <a:cubicBezTo>
                    <a:pt x="1192" y="120"/>
                    <a:pt x="1096" y="1"/>
                    <a:pt x="9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4332;p86">
              <a:extLst>
                <a:ext uri="{FF2B5EF4-FFF2-40B4-BE49-F238E27FC236}">
                  <a16:creationId xmlns:a16="http://schemas.microsoft.com/office/drawing/2014/main" id="{78D4FE2B-7B30-B6DF-7427-1F5B8C8CB24D}"/>
                </a:ext>
              </a:extLst>
            </p:cNvPr>
            <p:cNvSpPr/>
            <p:nvPr/>
          </p:nvSpPr>
          <p:spPr>
            <a:xfrm>
              <a:off x="5136477" y="3608455"/>
              <a:ext cx="25346" cy="22652"/>
            </a:xfrm>
            <a:custGeom>
              <a:avLst/>
              <a:gdLst/>
              <a:ahLst/>
              <a:cxnLst/>
              <a:rect l="l" t="t" r="r" b="b"/>
              <a:pathLst>
                <a:path w="668" h="597" extrusionOk="0">
                  <a:moveTo>
                    <a:pt x="0" y="1"/>
                  </a:moveTo>
                  <a:cubicBezTo>
                    <a:pt x="143" y="1"/>
                    <a:pt x="262" y="120"/>
                    <a:pt x="262" y="263"/>
                  </a:cubicBezTo>
                  <a:lnTo>
                    <a:pt x="262" y="334"/>
                  </a:lnTo>
                  <a:cubicBezTo>
                    <a:pt x="262" y="477"/>
                    <a:pt x="143" y="596"/>
                    <a:pt x="0" y="596"/>
                  </a:cubicBezTo>
                  <a:lnTo>
                    <a:pt x="381" y="596"/>
                  </a:lnTo>
                  <a:cubicBezTo>
                    <a:pt x="548" y="596"/>
                    <a:pt x="667" y="477"/>
                    <a:pt x="667" y="334"/>
                  </a:cubicBezTo>
                  <a:lnTo>
                    <a:pt x="667" y="263"/>
                  </a:lnTo>
                  <a:cubicBezTo>
                    <a:pt x="619" y="120"/>
                    <a:pt x="500" y="1"/>
                    <a:pt x="3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333;p86">
              <a:extLst>
                <a:ext uri="{FF2B5EF4-FFF2-40B4-BE49-F238E27FC236}">
                  <a16:creationId xmlns:a16="http://schemas.microsoft.com/office/drawing/2014/main" id="{E7938151-3E8A-DB36-A05B-ACF10E98B27D}"/>
                </a:ext>
              </a:extLst>
            </p:cNvPr>
            <p:cNvSpPr/>
            <p:nvPr/>
          </p:nvSpPr>
          <p:spPr>
            <a:xfrm>
              <a:off x="5113862" y="3648220"/>
              <a:ext cx="46138" cy="21741"/>
            </a:xfrm>
            <a:custGeom>
              <a:avLst/>
              <a:gdLst/>
              <a:ahLst/>
              <a:cxnLst/>
              <a:rect l="l" t="t" r="r" b="b"/>
              <a:pathLst>
                <a:path w="1216" h="573" extrusionOk="0">
                  <a:moveTo>
                    <a:pt x="239" y="1"/>
                  </a:moveTo>
                  <a:cubicBezTo>
                    <a:pt x="120" y="1"/>
                    <a:pt x="1" y="96"/>
                    <a:pt x="1" y="239"/>
                  </a:cubicBezTo>
                  <a:lnTo>
                    <a:pt x="1" y="334"/>
                  </a:lnTo>
                  <a:cubicBezTo>
                    <a:pt x="1" y="453"/>
                    <a:pt x="96" y="572"/>
                    <a:pt x="239" y="572"/>
                  </a:cubicBezTo>
                  <a:lnTo>
                    <a:pt x="954" y="572"/>
                  </a:lnTo>
                  <a:cubicBezTo>
                    <a:pt x="1096" y="572"/>
                    <a:pt x="1215" y="453"/>
                    <a:pt x="1192" y="334"/>
                  </a:cubicBezTo>
                  <a:lnTo>
                    <a:pt x="1192" y="239"/>
                  </a:lnTo>
                  <a:cubicBezTo>
                    <a:pt x="1192" y="120"/>
                    <a:pt x="1096" y="1"/>
                    <a:pt x="9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334;p86">
              <a:extLst>
                <a:ext uri="{FF2B5EF4-FFF2-40B4-BE49-F238E27FC236}">
                  <a16:creationId xmlns:a16="http://schemas.microsoft.com/office/drawing/2014/main" id="{481A3F5F-563E-4598-5D25-0A31D5E53ED7}"/>
                </a:ext>
              </a:extLst>
            </p:cNvPr>
            <p:cNvSpPr/>
            <p:nvPr/>
          </p:nvSpPr>
          <p:spPr>
            <a:xfrm>
              <a:off x="5113862" y="3687985"/>
              <a:ext cx="46138" cy="21741"/>
            </a:xfrm>
            <a:custGeom>
              <a:avLst/>
              <a:gdLst/>
              <a:ahLst/>
              <a:cxnLst/>
              <a:rect l="l" t="t" r="r" b="b"/>
              <a:pathLst>
                <a:path w="1216" h="573" extrusionOk="0">
                  <a:moveTo>
                    <a:pt x="239" y="1"/>
                  </a:moveTo>
                  <a:cubicBezTo>
                    <a:pt x="120" y="1"/>
                    <a:pt x="1" y="96"/>
                    <a:pt x="1" y="239"/>
                  </a:cubicBezTo>
                  <a:lnTo>
                    <a:pt x="1" y="334"/>
                  </a:lnTo>
                  <a:cubicBezTo>
                    <a:pt x="1" y="453"/>
                    <a:pt x="96" y="572"/>
                    <a:pt x="239" y="572"/>
                  </a:cubicBezTo>
                  <a:lnTo>
                    <a:pt x="954" y="572"/>
                  </a:lnTo>
                  <a:cubicBezTo>
                    <a:pt x="1096" y="572"/>
                    <a:pt x="1215" y="453"/>
                    <a:pt x="1192" y="334"/>
                  </a:cubicBezTo>
                  <a:lnTo>
                    <a:pt x="1192" y="239"/>
                  </a:lnTo>
                  <a:cubicBezTo>
                    <a:pt x="1192" y="120"/>
                    <a:pt x="1096" y="1"/>
                    <a:pt x="9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335;p86">
              <a:extLst>
                <a:ext uri="{FF2B5EF4-FFF2-40B4-BE49-F238E27FC236}">
                  <a16:creationId xmlns:a16="http://schemas.microsoft.com/office/drawing/2014/main" id="{8A971FEC-A352-1642-49E6-314D363687DA}"/>
                </a:ext>
              </a:extLst>
            </p:cNvPr>
            <p:cNvSpPr/>
            <p:nvPr/>
          </p:nvSpPr>
          <p:spPr>
            <a:xfrm>
              <a:off x="5136477" y="3648220"/>
              <a:ext cx="25346" cy="22652"/>
            </a:xfrm>
            <a:custGeom>
              <a:avLst/>
              <a:gdLst/>
              <a:ahLst/>
              <a:cxnLst/>
              <a:rect l="l" t="t" r="r" b="b"/>
              <a:pathLst>
                <a:path w="668" h="597" extrusionOk="0">
                  <a:moveTo>
                    <a:pt x="0" y="1"/>
                  </a:moveTo>
                  <a:cubicBezTo>
                    <a:pt x="143" y="1"/>
                    <a:pt x="262" y="120"/>
                    <a:pt x="262" y="263"/>
                  </a:cubicBezTo>
                  <a:lnTo>
                    <a:pt x="262" y="334"/>
                  </a:lnTo>
                  <a:cubicBezTo>
                    <a:pt x="262" y="477"/>
                    <a:pt x="143" y="596"/>
                    <a:pt x="0" y="596"/>
                  </a:cubicBezTo>
                  <a:lnTo>
                    <a:pt x="381" y="596"/>
                  </a:lnTo>
                  <a:cubicBezTo>
                    <a:pt x="548" y="596"/>
                    <a:pt x="667" y="477"/>
                    <a:pt x="667" y="334"/>
                  </a:cubicBezTo>
                  <a:lnTo>
                    <a:pt x="667" y="263"/>
                  </a:lnTo>
                  <a:cubicBezTo>
                    <a:pt x="619" y="120"/>
                    <a:pt x="500" y="1"/>
                    <a:pt x="3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336;p86">
              <a:extLst>
                <a:ext uri="{FF2B5EF4-FFF2-40B4-BE49-F238E27FC236}">
                  <a16:creationId xmlns:a16="http://schemas.microsoft.com/office/drawing/2014/main" id="{A251E296-18E7-242E-296A-630264151C24}"/>
                </a:ext>
              </a:extLst>
            </p:cNvPr>
            <p:cNvSpPr/>
            <p:nvPr/>
          </p:nvSpPr>
          <p:spPr>
            <a:xfrm>
              <a:off x="5136477" y="3687074"/>
              <a:ext cx="25346" cy="21741"/>
            </a:xfrm>
            <a:custGeom>
              <a:avLst/>
              <a:gdLst/>
              <a:ahLst/>
              <a:cxnLst/>
              <a:rect l="l" t="t" r="r" b="b"/>
              <a:pathLst>
                <a:path w="668" h="573" extrusionOk="0">
                  <a:moveTo>
                    <a:pt x="0" y="1"/>
                  </a:moveTo>
                  <a:cubicBezTo>
                    <a:pt x="143" y="1"/>
                    <a:pt x="262" y="120"/>
                    <a:pt x="262" y="263"/>
                  </a:cubicBezTo>
                  <a:lnTo>
                    <a:pt x="262" y="310"/>
                  </a:lnTo>
                  <a:cubicBezTo>
                    <a:pt x="262" y="477"/>
                    <a:pt x="143" y="572"/>
                    <a:pt x="0" y="572"/>
                  </a:cubicBezTo>
                  <a:lnTo>
                    <a:pt x="381" y="572"/>
                  </a:lnTo>
                  <a:cubicBezTo>
                    <a:pt x="548" y="572"/>
                    <a:pt x="667" y="477"/>
                    <a:pt x="667" y="310"/>
                  </a:cubicBezTo>
                  <a:lnTo>
                    <a:pt x="667" y="263"/>
                  </a:lnTo>
                  <a:cubicBezTo>
                    <a:pt x="619" y="120"/>
                    <a:pt x="500" y="1"/>
                    <a:pt x="3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337;p86">
              <a:extLst>
                <a:ext uri="{FF2B5EF4-FFF2-40B4-BE49-F238E27FC236}">
                  <a16:creationId xmlns:a16="http://schemas.microsoft.com/office/drawing/2014/main" id="{511F9134-00AB-85DD-1DED-3A8DD520970D}"/>
                </a:ext>
              </a:extLst>
            </p:cNvPr>
            <p:cNvSpPr/>
            <p:nvPr/>
          </p:nvSpPr>
          <p:spPr>
            <a:xfrm>
              <a:off x="5179846" y="3608455"/>
              <a:ext cx="37980" cy="101269"/>
            </a:xfrm>
            <a:custGeom>
              <a:avLst/>
              <a:gdLst/>
              <a:ahLst/>
              <a:cxnLst/>
              <a:rect l="l" t="t" r="r" b="b"/>
              <a:pathLst>
                <a:path w="1001" h="2669" extrusionOk="0">
                  <a:moveTo>
                    <a:pt x="239" y="1"/>
                  </a:moveTo>
                  <a:cubicBezTo>
                    <a:pt x="119" y="1"/>
                    <a:pt x="0" y="120"/>
                    <a:pt x="0" y="239"/>
                  </a:cubicBezTo>
                  <a:lnTo>
                    <a:pt x="0" y="2430"/>
                  </a:lnTo>
                  <a:cubicBezTo>
                    <a:pt x="0" y="2549"/>
                    <a:pt x="119" y="2668"/>
                    <a:pt x="239" y="2668"/>
                  </a:cubicBezTo>
                  <a:lnTo>
                    <a:pt x="762" y="2668"/>
                  </a:lnTo>
                  <a:cubicBezTo>
                    <a:pt x="882" y="2668"/>
                    <a:pt x="1001" y="2549"/>
                    <a:pt x="1001" y="2430"/>
                  </a:cubicBezTo>
                  <a:lnTo>
                    <a:pt x="1001" y="239"/>
                  </a:lnTo>
                  <a:cubicBezTo>
                    <a:pt x="1001" y="120"/>
                    <a:pt x="882" y="1"/>
                    <a:pt x="7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338;p86">
              <a:extLst>
                <a:ext uri="{FF2B5EF4-FFF2-40B4-BE49-F238E27FC236}">
                  <a16:creationId xmlns:a16="http://schemas.microsoft.com/office/drawing/2014/main" id="{98E57383-A922-B1EE-F2CC-75DE9F93EE38}"/>
                </a:ext>
              </a:extLst>
            </p:cNvPr>
            <p:cNvSpPr/>
            <p:nvPr/>
          </p:nvSpPr>
          <p:spPr>
            <a:xfrm>
              <a:off x="5194303" y="3608455"/>
              <a:ext cx="23524" cy="101269"/>
            </a:xfrm>
            <a:custGeom>
              <a:avLst/>
              <a:gdLst/>
              <a:ahLst/>
              <a:cxnLst/>
              <a:rect l="l" t="t" r="r" b="b"/>
              <a:pathLst>
                <a:path w="620" h="2669" extrusionOk="0">
                  <a:moveTo>
                    <a:pt x="0" y="1"/>
                  </a:moveTo>
                  <a:cubicBezTo>
                    <a:pt x="120" y="1"/>
                    <a:pt x="239" y="120"/>
                    <a:pt x="239" y="239"/>
                  </a:cubicBezTo>
                  <a:lnTo>
                    <a:pt x="239" y="2430"/>
                  </a:lnTo>
                  <a:cubicBezTo>
                    <a:pt x="239" y="2549"/>
                    <a:pt x="120" y="2668"/>
                    <a:pt x="0" y="2668"/>
                  </a:cubicBezTo>
                  <a:lnTo>
                    <a:pt x="358" y="2668"/>
                  </a:lnTo>
                  <a:cubicBezTo>
                    <a:pt x="477" y="2668"/>
                    <a:pt x="596" y="2549"/>
                    <a:pt x="596" y="2430"/>
                  </a:cubicBezTo>
                  <a:lnTo>
                    <a:pt x="596" y="239"/>
                  </a:lnTo>
                  <a:cubicBezTo>
                    <a:pt x="620" y="96"/>
                    <a:pt x="501" y="1"/>
                    <a:pt x="3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339;p86">
              <a:extLst>
                <a:ext uri="{FF2B5EF4-FFF2-40B4-BE49-F238E27FC236}">
                  <a16:creationId xmlns:a16="http://schemas.microsoft.com/office/drawing/2014/main" id="{1D3BFEB3-8BCF-70E7-2CA9-5B6648D51F73}"/>
                </a:ext>
              </a:extLst>
            </p:cNvPr>
            <p:cNvSpPr/>
            <p:nvPr/>
          </p:nvSpPr>
          <p:spPr>
            <a:xfrm>
              <a:off x="5032549" y="3623822"/>
              <a:ext cx="32555" cy="10889"/>
            </a:xfrm>
            <a:custGeom>
              <a:avLst/>
              <a:gdLst/>
              <a:ahLst/>
              <a:cxnLst/>
              <a:rect l="l" t="t" r="r" b="b"/>
              <a:pathLst>
                <a:path w="858" h="287" extrusionOk="0">
                  <a:moveTo>
                    <a:pt x="144" y="1"/>
                  </a:moveTo>
                  <a:cubicBezTo>
                    <a:pt x="72" y="1"/>
                    <a:pt x="1" y="48"/>
                    <a:pt x="1" y="144"/>
                  </a:cubicBezTo>
                  <a:cubicBezTo>
                    <a:pt x="1" y="191"/>
                    <a:pt x="72" y="287"/>
                    <a:pt x="144" y="287"/>
                  </a:cubicBezTo>
                  <a:lnTo>
                    <a:pt x="715" y="287"/>
                  </a:lnTo>
                  <a:cubicBezTo>
                    <a:pt x="810" y="287"/>
                    <a:pt x="858" y="239"/>
                    <a:pt x="858" y="144"/>
                  </a:cubicBezTo>
                  <a:cubicBezTo>
                    <a:pt x="858" y="48"/>
                    <a:pt x="810" y="1"/>
                    <a:pt x="7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340;p86">
              <a:extLst>
                <a:ext uri="{FF2B5EF4-FFF2-40B4-BE49-F238E27FC236}">
                  <a16:creationId xmlns:a16="http://schemas.microsoft.com/office/drawing/2014/main" id="{43FE29E6-FAB4-ECE5-B22B-528361C1B97B}"/>
                </a:ext>
              </a:extLst>
            </p:cNvPr>
            <p:cNvSpPr/>
            <p:nvPr/>
          </p:nvSpPr>
          <p:spPr>
            <a:xfrm>
              <a:off x="4878042" y="3623822"/>
              <a:ext cx="13583" cy="10889"/>
            </a:xfrm>
            <a:custGeom>
              <a:avLst/>
              <a:gdLst/>
              <a:ahLst/>
              <a:cxnLst/>
              <a:rect l="l" t="t" r="r" b="b"/>
              <a:pathLst>
                <a:path w="358" h="287" extrusionOk="0">
                  <a:moveTo>
                    <a:pt x="167" y="1"/>
                  </a:moveTo>
                  <a:cubicBezTo>
                    <a:pt x="96" y="1"/>
                    <a:pt x="24" y="48"/>
                    <a:pt x="24" y="144"/>
                  </a:cubicBezTo>
                  <a:cubicBezTo>
                    <a:pt x="0" y="191"/>
                    <a:pt x="96" y="287"/>
                    <a:pt x="167" y="287"/>
                  </a:cubicBezTo>
                  <a:cubicBezTo>
                    <a:pt x="286" y="287"/>
                    <a:pt x="358" y="239"/>
                    <a:pt x="358" y="144"/>
                  </a:cubicBezTo>
                  <a:cubicBezTo>
                    <a:pt x="358" y="48"/>
                    <a:pt x="286" y="1"/>
                    <a:pt x="2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341;p86">
              <a:extLst>
                <a:ext uri="{FF2B5EF4-FFF2-40B4-BE49-F238E27FC236}">
                  <a16:creationId xmlns:a16="http://schemas.microsoft.com/office/drawing/2014/main" id="{A8B06109-8422-8DF8-2EBC-06A2CB8BFEF7}"/>
                </a:ext>
              </a:extLst>
            </p:cNvPr>
            <p:cNvSpPr/>
            <p:nvPr/>
          </p:nvSpPr>
          <p:spPr>
            <a:xfrm>
              <a:off x="4884379" y="3652735"/>
              <a:ext cx="171690" cy="99447"/>
            </a:xfrm>
            <a:custGeom>
              <a:avLst/>
              <a:gdLst/>
              <a:ahLst/>
              <a:cxnLst/>
              <a:rect l="l" t="t" r="r" b="b"/>
              <a:pathLst>
                <a:path w="4525" h="2621" extrusionOk="0">
                  <a:moveTo>
                    <a:pt x="2048" y="1"/>
                  </a:moveTo>
                  <a:cubicBezTo>
                    <a:pt x="1977" y="1"/>
                    <a:pt x="1905" y="72"/>
                    <a:pt x="1905" y="120"/>
                  </a:cubicBezTo>
                  <a:lnTo>
                    <a:pt x="1548" y="1882"/>
                  </a:lnTo>
                  <a:lnTo>
                    <a:pt x="1215" y="882"/>
                  </a:lnTo>
                  <a:cubicBezTo>
                    <a:pt x="1191" y="834"/>
                    <a:pt x="1143" y="787"/>
                    <a:pt x="1072" y="787"/>
                  </a:cubicBezTo>
                  <a:cubicBezTo>
                    <a:pt x="1024" y="787"/>
                    <a:pt x="953" y="810"/>
                    <a:pt x="929" y="858"/>
                  </a:cubicBezTo>
                  <a:lnTo>
                    <a:pt x="500" y="1739"/>
                  </a:lnTo>
                  <a:lnTo>
                    <a:pt x="191" y="1739"/>
                  </a:lnTo>
                  <a:cubicBezTo>
                    <a:pt x="162" y="1722"/>
                    <a:pt x="135" y="1714"/>
                    <a:pt x="112" y="1714"/>
                  </a:cubicBezTo>
                  <a:cubicBezTo>
                    <a:pt x="41" y="1714"/>
                    <a:pt x="0" y="1786"/>
                    <a:pt x="0" y="1858"/>
                  </a:cubicBezTo>
                  <a:cubicBezTo>
                    <a:pt x="0" y="1930"/>
                    <a:pt x="72" y="2001"/>
                    <a:pt x="167" y="2001"/>
                  </a:cubicBezTo>
                  <a:lnTo>
                    <a:pt x="572" y="2001"/>
                  </a:lnTo>
                  <a:cubicBezTo>
                    <a:pt x="643" y="2001"/>
                    <a:pt x="691" y="1977"/>
                    <a:pt x="715" y="1906"/>
                  </a:cubicBezTo>
                  <a:lnTo>
                    <a:pt x="1000" y="1311"/>
                  </a:lnTo>
                  <a:lnTo>
                    <a:pt x="1381" y="2501"/>
                  </a:lnTo>
                  <a:cubicBezTo>
                    <a:pt x="1405" y="2573"/>
                    <a:pt x="1477" y="2620"/>
                    <a:pt x="1524" y="2620"/>
                  </a:cubicBezTo>
                  <a:cubicBezTo>
                    <a:pt x="1596" y="2620"/>
                    <a:pt x="1667" y="2573"/>
                    <a:pt x="1667" y="2501"/>
                  </a:cubicBezTo>
                  <a:lnTo>
                    <a:pt x="1977" y="977"/>
                  </a:lnTo>
                  <a:lnTo>
                    <a:pt x="2096" y="1787"/>
                  </a:lnTo>
                  <a:cubicBezTo>
                    <a:pt x="2096" y="1882"/>
                    <a:pt x="2191" y="1930"/>
                    <a:pt x="2239" y="1930"/>
                  </a:cubicBezTo>
                  <a:lnTo>
                    <a:pt x="2858" y="1930"/>
                  </a:lnTo>
                  <a:cubicBezTo>
                    <a:pt x="2953" y="1930"/>
                    <a:pt x="3001" y="1882"/>
                    <a:pt x="3001" y="1811"/>
                  </a:cubicBezTo>
                  <a:lnTo>
                    <a:pt x="3096" y="1406"/>
                  </a:lnTo>
                  <a:lnTo>
                    <a:pt x="3310" y="2335"/>
                  </a:lnTo>
                  <a:cubicBezTo>
                    <a:pt x="3334" y="2382"/>
                    <a:pt x="3382" y="2454"/>
                    <a:pt x="3453" y="2454"/>
                  </a:cubicBezTo>
                  <a:cubicBezTo>
                    <a:pt x="3525" y="2454"/>
                    <a:pt x="3596" y="2406"/>
                    <a:pt x="3644" y="2358"/>
                  </a:cubicBezTo>
                  <a:lnTo>
                    <a:pt x="3858" y="1930"/>
                  </a:lnTo>
                  <a:lnTo>
                    <a:pt x="4382" y="1930"/>
                  </a:lnTo>
                  <a:cubicBezTo>
                    <a:pt x="4477" y="1930"/>
                    <a:pt x="4525" y="1882"/>
                    <a:pt x="4525" y="1787"/>
                  </a:cubicBezTo>
                  <a:cubicBezTo>
                    <a:pt x="4525" y="1692"/>
                    <a:pt x="4477" y="1644"/>
                    <a:pt x="4382" y="1644"/>
                  </a:cubicBezTo>
                  <a:lnTo>
                    <a:pt x="3763" y="1644"/>
                  </a:lnTo>
                  <a:cubicBezTo>
                    <a:pt x="3691" y="1644"/>
                    <a:pt x="3644" y="1668"/>
                    <a:pt x="3596" y="1739"/>
                  </a:cubicBezTo>
                  <a:lnTo>
                    <a:pt x="3572" y="1811"/>
                  </a:lnTo>
                  <a:lnTo>
                    <a:pt x="3310" y="596"/>
                  </a:lnTo>
                  <a:cubicBezTo>
                    <a:pt x="3286" y="501"/>
                    <a:pt x="3215" y="477"/>
                    <a:pt x="3167" y="477"/>
                  </a:cubicBezTo>
                  <a:cubicBezTo>
                    <a:pt x="3072" y="477"/>
                    <a:pt x="3001" y="549"/>
                    <a:pt x="3001" y="596"/>
                  </a:cubicBezTo>
                  <a:lnTo>
                    <a:pt x="2810" y="1668"/>
                  </a:lnTo>
                  <a:lnTo>
                    <a:pt x="2453" y="1668"/>
                  </a:lnTo>
                  <a:lnTo>
                    <a:pt x="2215" y="144"/>
                  </a:lnTo>
                  <a:cubicBezTo>
                    <a:pt x="2215" y="72"/>
                    <a:pt x="2120" y="1"/>
                    <a:pt x="20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" name="Google Shape;15914;p145">
            <a:extLst>
              <a:ext uri="{FF2B5EF4-FFF2-40B4-BE49-F238E27FC236}">
                <a16:creationId xmlns:a16="http://schemas.microsoft.com/office/drawing/2014/main" id="{701256FD-2F64-9040-56B6-FC1465C2256E}"/>
              </a:ext>
            </a:extLst>
          </p:cNvPr>
          <p:cNvGrpSpPr/>
          <p:nvPr/>
        </p:nvGrpSpPr>
        <p:grpSpPr>
          <a:xfrm>
            <a:off x="6437523" y="3723933"/>
            <a:ext cx="378249" cy="265909"/>
            <a:chOff x="3954432" y="2942999"/>
            <a:chExt cx="378249" cy="265909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63" name="Google Shape;15915;p145">
              <a:extLst>
                <a:ext uri="{FF2B5EF4-FFF2-40B4-BE49-F238E27FC236}">
                  <a16:creationId xmlns:a16="http://schemas.microsoft.com/office/drawing/2014/main" id="{77B0DC1E-59D7-D39D-C660-3328B652FF88}"/>
                </a:ext>
              </a:extLst>
            </p:cNvPr>
            <p:cNvSpPr/>
            <p:nvPr/>
          </p:nvSpPr>
          <p:spPr>
            <a:xfrm>
              <a:off x="3954432" y="2981207"/>
              <a:ext cx="378249" cy="227700"/>
            </a:xfrm>
            <a:custGeom>
              <a:avLst/>
              <a:gdLst/>
              <a:ahLst/>
              <a:cxnLst/>
              <a:rect l="l" t="t" r="r" b="b"/>
              <a:pathLst>
                <a:path w="14404" h="8671" extrusionOk="0">
                  <a:moveTo>
                    <a:pt x="7207" y="0"/>
                  </a:moveTo>
                  <a:cubicBezTo>
                    <a:pt x="6346" y="0"/>
                    <a:pt x="5054" y="546"/>
                    <a:pt x="3388" y="1637"/>
                  </a:cubicBezTo>
                  <a:cubicBezTo>
                    <a:pt x="2307" y="2345"/>
                    <a:pt x="1264" y="3110"/>
                    <a:pt x="259" y="3924"/>
                  </a:cubicBezTo>
                  <a:cubicBezTo>
                    <a:pt x="0" y="4134"/>
                    <a:pt x="0" y="4527"/>
                    <a:pt x="259" y="4747"/>
                  </a:cubicBezTo>
                  <a:cubicBezTo>
                    <a:pt x="1264" y="5560"/>
                    <a:pt x="2307" y="6326"/>
                    <a:pt x="3388" y="7034"/>
                  </a:cubicBezTo>
                  <a:cubicBezTo>
                    <a:pt x="5063" y="8125"/>
                    <a:pt x="6346" y="8671"/>
                    <a:pt x="7207" y="8671"/>
                  </a:cubicBezTo>
                  <a:cubicBezTo>
                    <a:pt x="8059" y="8671"/>
                    <a:pt x="9351" y="8116"/>
                    <a:pt x="11025" y="7034"/>
                  </a:cubicBezTo>
                  <a:cubicBezTo>
                    <a:pt x="12107" y="6326"/>
                    <a:pt x="13150" y="5560"/>
                    <a:pt x="14145" y="4747"/>
                  </a:cubicBezTo>
                  <a:cubicBezTo>
                    <a:pt x="14404" y="4536"/>
                    <a:pt x="14404" y="4134"/>
                    <a:pt x="14145" y="3924"/>
                  </a:cubicBezTo>
                  <a:cubicBezTo>
                    <a:pt x="13150" y="3110"/>
                    <a:pt x="12107" y="2345"/>
                    <a:pt x="11025" y="1637"/>
                  </a:cubicBezTo>
                  <a:cubicBezTo>
                    <a:pt x="9351" y="546"/>
                    <a:pt x="8059" y="0"/>
                    <a:pt x="7207" y="0"/>
                  </a:cubicBezTo>
                  <a:close/>
                </a:path>
              </a:pathLst>
            </a:custGeom>
            <a:grpFill/>
            <a:ln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15916;p145">
              <a:extLst>
                <a:ext uri="{FF2B5EF4-FFF2-40B4-BE49-F238E27FC236}">
                  <a16:creationId xmlns:a16="http://schemas.microsoft.com/office/drawing/2014/main" id="{22BCD0DF-12A4-22E1-6ECE-271BFBE8C6F1}"/>
                </a:ext>
              </a:extLst>
            </p:cNvPr>
            <p:cNvSpPr/>
            <p:nvPr/>
          </p:nvSpPr>
          <p:spPr>
            <a:xfrm>
              <a:off x="3954432" y="2980944"/>
              <a:ext cx="208111" cy="227727"/>
            </a:xfrm>
            <a:custGeom>
              <a:avLst/>
              <a:gdLst/>
              <a:ahLst/>
              <a:cxnLst/>
              <a:rect l="l" t="t" r="r" b="b"/>
              <a:pathLst>
                <a:path w="7925" h="8672" extrusionOk="0">
                  <a:moveTo>
                    <a:pt x="7207" y="1"/>
                  </a:moveTo>
                  <a:cubicBezTo>
                    <a:pt x="6346" y="1"/>
                    <a:pt x="5063" y="556"/>
                    <a:pt x="3379" y="1637"/>
                  </a:cubicBezTo>
                  <a:cubicBezTo>
                    <a:pt x="2297" y="2345"/>
                    <a:pt x="1264" y="3111"/>
                    <a:pt x="259" y="3934"/>
                  </a:cubicBezTo>
                  <a:cubicBezTo>
                    <a:pt x="0" y="4144"/>
                    <a:pt x="0" y="4537"/>
                    <a:pt x="259" y="4747"/>
                  </a:cubicBezTo>
                  <a:cubicBezTo>
                    <a:pt x="1264" y="5561"/>
                    <a:pt x="2297" y="6326"/>
                    <a:pt x="3379" y="7044"/>
                  </a:cubicBezTo>
                  <a:cubicBezTo>
                    <a:pt x="5054" y="8126"/>
                    <a:pt x="6346" y="8671"/>
                    <a:pt x="7207" y="8671"/>
                  </a:cubicBezTo>
                  <a:cubicBezTo>
                    <a:pt x="7446" y="8671"/>
                    <a:pt x="7685" y="8633"/>
                    <a:pt x="7925" y="8575"/>
                  </a:cubicBezTo>
                  <a:cubicBezTo>
                    <a:pt x="7121" y="8374"/>
                    <a:pt x="6078" y="7858"/>
                    <a:pt x="4814" y="7044"/>
                  </a:cubicBezTo>
                  <a:cubicBezTo>
                    <a:pt x="3733" y="6326"/>
                    <a:pt x="2699" y="5570"/>
                    <a:pt x="1694" y="4747"/>
                  </a:cubicBezTo>
                  <a:cubicBezTo>
                    <a:pt x="1436" y="4537"/>
                    <a:pt x="1436" y="4144"/>
                    <a:pt x="1694" y="3934"/>
                  </a:cubicBezTo>
                  <a:cubicBezTo>
                    <a:pt x="2699" y="3111"/>
                    <a:pt x="3733" y="2345"/>
                    <a:pt x="4814" y="1637"/>
                  </a:cubicBezTo>
                  <a:cubicBezTo>
                    <a:pt x="6078" y="824"/>
                    <a:pt x="7121" y="307"/>
                    <a:pt x="7925" y="106"/>
                  </a:cubicBezTo>
                  <a:cubicBezTo>
                    <a:pt x="7685" y="39"/>
                    <a:pt x="7446" y="10"/>
                    <a:pt x="7207" y="1"/>
                  </a:cubicBezTo>
                  <a:close/>
                </a:path>
              </a:pathLst>
            </a:custGeom>
            <a:grpFill/>
            <a:ln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15917;p145">
              <a:extLst>
                <a:ext uri="{FF2B5EF4-FFF2-40B4-BE49-F238E27FC236}">
                  <a16:creationId xmlns:a16="http://schemas.microsoft.com/office/drawing/2014/main" id="{95AE3ED9-D993-97A5-E1A3-6BEF05385A8D}"/>
                </a:ext>
              </a:extLst>
            </p:cNvPr>
            <p:cNvSpPr/>
            <p:nvPr/>
          </p:nvSpPr>
          <p:spPr>
            <a:xfrm>
              <a:off x="4034604" y="3013270"/>
              <a:ext cx="190516" cy="163232"/>
            </a:xfrm>
            <a:custGeom>
              <a:avLst/>
              <a:gdLst/>
              <a:ahLst/>
              <a:cxnLst/>
              <a:rect l="l" t="t" r="r" b="b"/>
              <a:pathLst>
                <a:path w="7255" h="6216" extrusionOk="0">
                  <a:moveTo>
                    <a:pt x="4127" y="0"/>
                  </a:moveTo>
                  <a:cubicBezTo>
                    <a:pt x="3364" y="0"/>
                    <a:pt x="2587" y="283"/>
                    <a:pt x="1953" y="913"/>
                  </a:cubicBezTo>
                  <a:cubicBezTo>
                    <a:pt x="0" y="2866"/>
                    <a:pt x="1388" y="6215"/>
                    <a:pt x="4154" y="6215"/>
                  </a:cubicBezTo>
                  <a:cubicBezTo>
                    <a:pt x="5857" y="6206"/>
                    <a:pt x="7245" y="4818"/>
                    <a:pt x="7255" y="3105"/>
                  </a:cubicBezTo>
                  <a:cubicBezTo>
                    <a:pt x="7255" y="1239"/>
                    <a:pt x="5724" y="0"/>
                    <a:pt x="4127" y="0"/>
                  </a:cubicBezTo>
                  <a:close/>
                </a:path>
              </a:pathLst>
            </a:custGeom>
            <a:grpFill/>
            <a:ln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15918;p145">
              <a:extLst>
                <a:ext uri="{FF2B5EF4-FFF2-40B4-BE49-F238E27FC236}">
                  <a16:creationId xmlns:a16="http://schemas.microsoft.com/office/drawing/2014/main" id="{A2366E02-450D-A585-233E-7ECE1A4B9148}"/>
                </a:ext>
              </a:extLst>
            </p:cNvPr>
            <p:cNvSpPr/>
            <p:nvPr/>
          </p:nvSpPr>
          <p:spPr>
            <a:xfrm>
              <a:off x="4062256" y="3013349"/>
              <a:ext cx="96768" cy="163101"/>
            </a:xfrm>
            <a:custGeom>
              <a:avLst/>
              <a:gdLst/>
              <a:ahLst/>
              <a:cxnLst/>
              <a:rect l="l" t="t" r="r" b="b"/>
              <a:pathLst>
                <a:path w="3685" h="6211" extrusionOk="0">
                  <a:moveTo>
                    <a:pt x="3088" y="0"/>
                  </a:moveTo>
                  <a:cubicBezTo>
                    <a:pt x="1418" y="0"/>
                    <a:pt x="0" y="1363"/>
                    <a:pt x="0" y="3102"/>
                  </a:cubicBezTo>
                  <a:cubicBezTo>
                    <a:pt x="0" y="4852"/>
                    <a:pt x="1423" y="6210"/>
                    <a:pt x="3097" y="6210"/>
                  </a:cubicBezTo>
                  <a:cubicBezTo>
                    <a:pt x="3290" y="6210"/>
                    <a:pt x="3487" y="6192"/>
                    <a:pt x="3685" y="6155"/>
                  </a:cubicBezTo>
                  <a:cubicBezTo>
                    <a:pt x="2230" y="5868"/>
                    <a:pt x="1177" y="4585"/>
                    <a:pt x="1177" y="3102"/>
                  </a:cubicBezTo>
                  <a:cubicBezTo>
                    <a:pt x="1177" y="1618"/>
                    <a:pt x="2230" y="346"/>
                    <a:pt x="3685" y="58"/>
                  </a:cubicBezTo>
                  <a:cubicBezTo>
                    <a:pt x="3483" y="19"/>
                    <a:pt x="3284" y="0"/>
                    <a:pt x="3088" y="0"/>
                  </a:cubicBezTo>
                  <a:close/>
                </a:path>
              </a:pathLst>
            </a:custGeom>
            <a:grpFill/>
            <a:ln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15919;p145">
              <a:extLst>
                <a:ext uri="{FF2B5EF4-FFF2-40B4-BE49-F238E27FC236}">
                  <a16:creationId xmlns:a16="http://schemas.microsoft.com/office/drawing/2014/main" id="{19B6AD8E-D4CE-5322-D669-47D39F2BE331}"/>
                </a:ext>
              </a:extLst>
            </p:cNvPr>
            <p:cNvSpPr/>
            <p:nvPr/>
          </p:nvSpPr>
          <p:spPr>
            <a:xfrm>
              <a:off x="4088647" y="3053763"/>
              <a:ext cx="96007" cy="82273"/>
            </a:xfrm>
            <a:custGeom>
              <a:avLst/>
              <a:gdLst/>
              <a:ahLst/>
              <a:cxnLst/>
              <a:rect l="l" t="t" r="r" b="b"/>
              <a:pathLst>
                <a:path w="3656" h="3133" extrusionOk="0">
                  <a:moveTo>
                    <a:pt x="2081" y="1"/>
                  </a:moveTo>
                  <a:cubicBezTo>
                    <a:pt x="1697" y="1"/>
                    <a:pt x="1305" y="143"/>
                    <a:pt x="986" y="462"/>
                  </a:cubicBezTo>
                  <a:cubicBezTo>
                    <a:pt x="0" y="1448"/>
                    <a:pt x="699" y="3132"/>
                    <a:pt x="2096" y="3132"/>
                  </a:cubicBezTo>
                  <a:cubicBezTo>
                    <a:pt x="2957" y="3132"/>
                    <a:pt x="3656" y="2434"/>
                    <a:pt x="3656" y="1563"/>
                  </a:cubicBezTo>
                  <a:cubicBezTo>
                    <a:pt x="3656" y="624"/>
                    <a:pt x="2885" y="1"/>
                    <a:pt x="2081" y="1"/>
                  </a:cubicBezTo>
                  <a:close/>
                </a:path>
              </a:pathLst>
            </a:custGeom>
            <a:grpFill/>
            <a:ln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15920;p145">
              <a:extLst>
                <a:ext uri="{FF2B5EF4-FFF2-40B4-BE49-F238E27FC236}">
                  <a16:creationId xmlns:a16="http://schemas.microsoft.com/office/drawing/2014/main" id="{56A8C2A4-0254-C33E-AAF4-A49B1E6AAC3D}"/>
                </a:ext>
              </a:extLst>
            </p:cNvPr>
            <p:cNvSpPr/>
            <p:nvPr/>
          </p:nvSpPr>
          <p:spPr>
            <a:xfrm>
              <a:off x="4102696" y="3053868"/>
              <a:ext cx="57089" cy="82246"/>
            </a:xfrm>
            <a:custGeom>
              <a:avLst/>
              <a:gdLst/>
              <a:ahLst/>
              <a:cxnLst/>
              <a:rect l="l" t="t" r="r" b="b"/>
              <a:pathLst>
                <a:path w="2174" h="3132" extrusionOk="0">
                  <a:moveTo>
                    <a:pt x="1567" y="1"/>
                  </a:moveTo>
                  <a:cubicBezTo>
                    <a:pt x="740" y="1"/>
                    <a:pt x="1" y="667"/>
                    <a:pt x="1" y="1568"/>
                  </a:cubicBezTo>
                  <a:cubicBezTo>
                    <a:pt x="1" y="2467"/>
                    <a:pt x="734" y="3131"/>
                    <a:pt x="1558" y="3131"/>
                  </a:cubicBezTo>
                  <a:cubicBezTo>
                    <a:pt x="1761" y="3131"/>
                    <a:pt x="1969" y="3091"/>
                    <a:pt x="2173" y="3004"/>
                  </a:cubicBezTo>
                  <a:cubicBezTo>
                    <a:pt x="1590" y="2765"/>
                    <a:pt x="1216" y="2190"/>
                    <a:pt x="1216" y="1559"/>
                  </a:cubicBezTo>
                  <a:cubicBezTo>
                    <a:pt x="1216" y="937"/>
                    <a:pt x="1590" y="372"/>
                    <a:pt x="2173" y="123"/>
                  </a:cubicBezTo>
                  <a:cubicBezTo>
                    <a:pt x="1972" y="39"/>
                    <a:pt x="1767" y="1"/>
                    <a:pt x="1567" y="1"/>
                  </a:cubicBezTo>
                  <a:close/>
                </a:path>
              </a:pathLst>
            </a:custGeom>
            <a:grpFill/>
            <a:ln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15921;p145">
              <a:extLst>
                <a:ext uri="{FF2B5EF4-FFF2-40B4-BE49-F238E27FC236}">
                  <a16:creationId xmlns:a16="http://schemas.microsoft.com/office/drawing/2014/main" id="{923D9957-30EB-092C-71C4-3590E8E7B1D7}"/>
                </a:ext>
              </a:extLst>
            </p:cNvPr>
            <p:cNvSpPr/>
            <p:nvPr/>
          </p:nvSpPr>
          <p:spPr>
            <a:xfrm>
              <a:off x="4260807" y="2996411"/>
              <a:ext cx="38051" cy="26207"/>
            </a:xfrm>
            <a:custGeom>
              <a:avLst/>
              <a:gdLst/>
              <a:ahLst/>
              <a:cxnLst/>
              <a:rect l="l" t="t" r="r" b="b"/>
              <a:pathLst>
                <a:path w="1449" h="998" extrusionOk="0">
                  <a:moveTo>
                    <a:pt x="331" y="0"/>
                  </a:moveTo>
                  <a:cubicBezTo>
                    <a:pt x="136" y="0"/>
                    <a:pt x="0" y="272"/>
                    <a:pt x="201" y="416"/>
                  </a:cubicBezTo>
                  <a:cubicBezTo>
                    <a:pt x="440" y="579"/>
                    <a:pt x="698" y="761"/>
                    <a:pt x="957" y="943"/>
                  </a:cubicBezTo>
                  <a:cubicBezTo>
                    <a:pt x="1006" y="981"/>
                    <a:pt x="1057" y="998"/>
                    <a:pt x="1104" y="998"/>
                  </a:cubicBezTo>
                  <a:cubicBezTo>
                    <a:pt x="1304" y="998"/>
                    <a:pt x="1449" y="707"/>
                    <a:pt x="1225" y="560"/>
                  </a:cubicBezTo>
                  <a:cubicBezTo>
                    <a:pt x="966" y="378"/>
                    <a:pt x="708" y="196"/>
                    <a:pt x="449" y="34"/>
                  </a:cubicBezTo>
                  <a:cubicBezTo>
                    <a:pt x="409" y="10"/>
                    <a:pt x="369" y="0"/>
                    <a:pt x="331" y="0"/>
                  </a:cubicBezTo>
                  <a:close/>
                </a:path>
              </a:pathLst>
            </a:custGeom>
            <a:grpFill/>
            <a:ln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15922;p145">
              <a:extLst>
                <a:ext uri="{FF2B5EF4-FFF2-40B4-BE49-F238E27FC236}">
                  <a16:creationId xmlns:a16="http://schemas.microsoft.com/office/drawing/2014/main" id="{D2E9AF63-46F1-6EC6-C345-57200652B5AB}"/>
                </a:ext>
              </a:extLst>
            </p:cNvPr>
            <p:cNvSpPr/>
            <p:nvPr/>
          </p:nvSpPr>
          <p:spPr>
            <a:xfrm>
              <a:off x="4020528" y="2942999"/>
              <a:ext cx="229381" cy="58323"/>
            </a:xfrm>
            <a:custGeom>
              <a:avLst/>
              <a:gdLst/>
              <a:ahLst/>
              <a:cxnLst/>
              <a:rect l="l" t="t" r="r" b="b"/>
              <a:pathLst>
                <a:path w="8735" h="2221" extrusionOk="0">
                  <a:moveTo>
                    <a:pt x="4690" y="0"/>
                  </a:moveTo>
                  <a:cubicBezTo>
                    <a:pt x="3551" y="0"/>
                    <a:pt x="2077" y="584"/>
                    <a:pt x="192" y="1790"/>
                  </a:cubicBezTo>
                  <a:cubicBezTo>
                    <a:pt x="0" y="1914"/>
                    <a:pt x="87" y="2211"/>
                    <a:pt x="316" y="2221"/>
                  </a:cubicBezTo>
                  <a:cubicBezTo>
                    <a:pt x="355" y="2211"/>
                    <a:pt x="402" y="2202"/>
                    <a:pt x="441" y="2182"/>
                  </a:cubicBezTo>
                  <a:cubicBezTo>
                    <a:pt x="2249" y="1024"/>
                    <a:pt x="3637" y="460"/>
                    <a:pt x="4680" y="460"/>
                  </a:cubicBezTo>
                  <a:cubicBezTo>
                    <a:pt x="5599" y="460"/>
                    <a:pt x="6767" y="890"/>
                    <a:pt x="8269" y="1780"/>
                  </a:cubicBezTo>
                  <a:cubicBezTo>
                    <a:pt x="8312" y="1805"/>
                    <a:pt x="8353" y="1815"/>
                    <a:pt x="8392" y="1815"/>
                  </a:cubicBezTo>
                  <a:cubicBezTo>
                    <a:pt x="8600" y="1815"/>
                    <a:pt x="8734" y="1515"/>
                    <a:pt x="8508" y="1379"/>
                  </a:cubicBezTo>
                  <a:cubicBezTo>
                    <a:pt x="6939" y="450"/>
                    <a:pt x="5685" y="0"/>
                    <a:pt x="4690" y="0"/>
                  </a:cubicBezTo>
                  <a:close/>
                </a:path>
              </a:pathLst>
            </a:custGeom>
            <a:grpFill/>
            <a:ln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15923;p145">
              <a:extLst>
                <a:ext uri="{FF2B5EF4-FFF2-40B4-BE49-F238E27FC236}">
                  <a16:creationId xmlns:a16="http://schemas.microsoft.com/office/drawing/2014/main" id="{39EA192E-9485-BFCD-9FE6-C8A503D87243}"/>
                </a:ext>
              </a:extLst>
            </p:cNvPr>
            <p:cNvSpPr/>
            <p:nvPr/>
          </p:nvSpPr>
          <p:spPr>
            <a:xfrm>
              <a:off x="4153719" y="3056337"/>
              <a:ext cx="33193" cy="28440"/>
            </a:xfrm>
            <a:custGeom>
              <a:avLst/>
              <a:gdLst/>
              <a:ahLst/>
              <a:cxnLst/>
              <a:rect l="l" t="t" r="r" b="b"/>
              <a:pathLst>
                <a:path w="1264" h="1083" extrusionOk="0">
                  <a:moveTo>
                    <a:pt x="542" y="1"/>
                  </a:moveTo>
                  <a:cubicBezTo>
                    <a:pt x="266" y="1"/>
                    <a:pt x="1" y="217"/>
                    <a:pt x="1" y="546"/>
                  </a:cubicBezTo>
                  <a:cubicBezTo>
                    <a:pt x="1" y="843"/>
                    <a:pt x="240" y="1082"/>
                    <a:pt x="537" y="1082"/>
                  </a:cubicBezTo>
                  <a:cubicBezTo>
                    <a:pt x="1025" y="1082"/>
                    <a:pt x="1264" y="498"/>
                    <a:pt x="919" y="163"/>
                  </a:cubicBezTo>
                  <a:cubicBezTo>
                    <a:pt x="810" y="51"/>
                    <a:pt x="675" y="1"/>
                    <a:pt x="542" y="1"/>
                  </a:cubicBezTo>
                  <a:close/>
                </a:path>
              </a:pathLst>
            </a:custGeom>
            <a:grpFill/>
            <a:ln>
              <a:solidFill>
                <a:schemeClr val="accent5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32" name="Google Shape;20131;p147">
            <a:extLst>
              <a:ext uri="{FF2B5EF4-FFF2-40B4-BE49-F238E27FC236}">
                <a16:creationId xmlns:a16="http://schemas.microsoft.com/office/drawing/2014/main" id="{8892AA1C-0C45-330C-B932-75EFBE3EDF7D}"/>
              </a:ext>
            </a:extLst>
          </p:cNvPr>
          <p:cNvGrpSpPr/>
          <p:nvPr/>
        </p:nvGrpSpPr>
        <p:grpSpPr>
          <a:xfrm>
            <a:off x="6451059" y="1636097"/>
            <a:ext cx="393791" cy="366744"/>
            <a:chOff x="1742777" y="1499997"/>
            <a:chExt cx="393791" cy="366744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4233" name="Google Shape;20132;p147">
              <a:extLst>
                <a:ext uri="{FF2B5EF4-FFF2-40B4-BE49-F238E27FC236}">
                  <a16:creationId xmlns:a16="http://schemas.microsoft.com/office/drawing/2014/main" id="{96DC3851-8849-E066-2F5C-1CBE4DEE9F04}"/>
                </a:ext>
              </a:extLst>
            </p:cNvPr>
            <p:cNvSpPr/>
            <p:nvPr/>
          </p:nvSpPr>
          <p:spPr>
            <a:xfrm>
              <a:off x="1760861" y="1591957"/>
              <a:ext cx="152823" cy="270654"/>
            </a:xfrm>
            <a:custGeom>
              <a:avLst/>
              <a:gdLst/>
              <a:ahLst/>
              <a:cxnLst/>
              <a:rect l="l" t="t" r="r" b="b"/>
              <a:pathLst>
                <a:path w="5848" h="10357" extrusionOk="0">
                  <a:moveTo>
                    <a:pt x="4770" y="0"/>
                  </a:moveTo>
                  <a:cubicBezTo>
                    <a:pt x="4770" y="693"/>
                    <a:pt x="4212" y="1251"/>
                    <a:pt x="3520" y="1251"/>
                  </a:cubicBezTo>
                  <a:lnTo>
                    <a:pt x="3462" y="1251"/>
                  </a:lnTo>
                  <a:cubicBezTo>
                    <a:pt x="2799" y="1212"/>
                    <a:pt x="2270" y="674"/>
                    <a:pt x="2270" y="10"/>
                  </a:cubicBezTo>
                  <a:lnTo>
                    <a:pt x="0" y="10"/>
                  </a:lnTo>
                  <a:lnTo>
                    <a:pt x="0" y="9799"/>
                  </a:lnTo>
                  <a:cubicBezTo>
                    <a:pt x="0" y="10107"/>
                    <a:pt x="250" y="10357"/>
                    <a:pt x="558" y="10357"/>
                  </a:cubicBezTo>
                  <a:lnTo>
                    <a:pt x="5280" y="10357"/>
                  </a:lnTo>
                  <a:cubicBezTo>
                    <a:pt x="5587" y="10357"/>
                    <a:pt x="5837" y="10107"/>
                    <a:pt x="5837" y="9799"/>
                  </a:cubicBezTo>
                  <a:lnTo>
                    <a:pt x="5837" y="10"/>
                  </a:lnTo>
                  <a:lnTo>
                    <a:pt x="5847" y="0"/>
                  </a:lnTo>
                  <a:close/>
                </a:path>
              </a:pathLst>
            </a:custGeom>
            <a:grpFill/>
            <a:ln>
              <a:solidFill>
                <a:schemeClr val="bg1">
                  <a:lumMod val="1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20133;p147">
              <a:extLst>
                <a:ext uri="{FF2B5EF4-FFF2-40B4-BE49-F238E27FC236}">
                  <a16:creationId xmlns:a16="http://schemas.microsoft.com/office/drawing/2014/main" id="{1B7E0336-C7C0-F8A0-2E12-40B0D99C6583}"/>
                </a:ext>
              </a:extLst>
            </p:cNvPr>
            <p:cNvSpPr/>
            <p:nvPr/>
          </p:nvSpPr>
          <p:spPr>
            <a:xfrm>
              <a:off x="1760861" y="1592218"/>
              <a:ext cx="152562" cy="115349"/>
            </a:xfrm>
            <a:custGeom>
              <a:avLst/>
              <a:gdLst/>
              <a:ahLst/>
              <a:cxnLst/>
              <a:rect l="l" t="t" r="r" b="b"/>
              <a:pathLst>
                <a:path w="5838" h="4414" extrusionOk="0">
                  <a:moveTo>
                    <a:pt x="0" y="0"/>
                  </a:moveTo>
                  <a:lnTo>
                    <a:pt x="0" y="2577"/>
                  </a:lnTo>
                  <a:cubicBezTo>
                    <a:pt x="606" y="3693"/>
                    <a:pt x="1760" y="4395"/>
                    <a:pt x="3030" y="4414"/>
                  </a:cubicBezTo>
                  <a:lnTo>
                    <a:pt x="5510" y="4414"/>
                  </a:lnTo>
                  <a:cubicBezTo>
                    <a:pt x="5616" y="4414"/>
                    <a:pt x="5732" y="4404"/>
                    <a:pt x="5837" y="4395"/>
                  </a:cubicBezTo>
                  <a:lnTo>
                    <a:pt x="5837" y="0"/>
                  </a:lnTo>
                  <a:lnTo>
                    <a:pt x="4770" y="0"/>
                  </a:lnTo>
                  <a:cubicBezTo>
                    <a:pt x="4760" y="683"/>
                    <a:pt x="4203" y="1241"/>
                    <a:pt x="3520" y="1241"/>
                  </a:cubicBezTo>
                  <a:lnTo>
                    <a:pt x="3462" y="1241"/>
                  </a:lnTo>
                  <a:cubicBezTo>
                    <a:pt x="2799" y="1212"/>
                    <a:pt x="2270" y="664"/>
                    <a:pt x="2270" y="0"/>
                  </a:cubicBezTo>
                  <a:close/>
                </a:path>
              </a:pathLst>
            </a:custGeom>
            <a:grpFill/>
            <a:ln>
              <a:solidFill>
                <a:schemeClr val="bg1">
                  <a:lumMod val="1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20134;p147">
              <a:extLst>
                <a:ext uri="{FF2B5EF4-FFF2-40B4-BE49-F238E27FC236}">
                  <a16:creationId xmlns:a16="http://schemas.microsoft.com/office/drawing/2014/main" id="{51B4AD38-ED71-73AF-7934-F47DA0E8428F}"/>
                </a:ext>
              </a:extLst>
            </p:cNvPr>
            <p:cNvSpPr/>
            <p:nvPr/>
          </p:nvSpPr>
          <p:spPr>
            <a:xfrm>
              <a:off x="1851070" y="1499997"/>
              <a:ext cx="155070" cy="183947"/>
            </a:xfrm>
            <a:custGeom>
              <a:avLst/>
              <a:gdLst/>
              <a:ahLst/>
              <a:cxnLst/>
              <a:rect l="l" t="t" r="r" b="b"/>
              <a:pathLst>
                <a:path w="5934" h="7039" extrusionOk="0">
                  <a:moveTo>
                    <a:pt x="10" y="0"/>
                  </a:moveTo>
                  <a:lnTo>
                    <a:pt x="10" y="2269"/>
                  </a:lnTo>
                  <a:lnTo>
                    <a:pt x="68" y="2269"/>
                  </a:lnTo>
                  <a:cubicBezTo>
                    <a:pt x="760" y="2269"/>
                    <a:pt x="1318" y="2827"/>
                    <a:pt x="1318" y="3519"/>
                  </a:cubicBezTo>
                  <a:cubicBezTo>
                    <a:pt x="1318" y="4212"/>
                    <a:pt x="760" y="4770"/>
                    <a:pt x="68" y="4770"/>
                  </a:cubicBezTo>
                  <a:lnTo>
                    <a:pt x="1" y="4770"/>
                  </a:lnTo>
                  <a:lnTo>
                    <a:pt x="1" y="7039"/>
                  </a:lnTo>
                  <a:lnTo>
                    <a:pt x="2482" y="7039"/>
                  </a:lnTo>
                  <a:cubicBezTo>
                    <a:pt x="4395" y="7000"/>
                    <a:pt x="5934" y="5433"/>
                    <a:pt x="5934" y="3519"/>
                  </a:cubicBezTo>
                  <a:cubicBezTo>
                    <a:pt x="5934" y="1606"/>
                    <a:pt x="4405" y="38"/>
                    <a:pt x="2482" y="0"/>
                  </a:cubicBezTo>
                  <a:close/>
                </a:path>
              </a:pathLst>
            </a:custGeom>
            <a:grpFill/>
            <a:ln>
              <a:solidFill>
                <a:schemeClr val="bg1">
                  <a:lumMod val="1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20135;p147">
              <a:extLst>
                <a:ext uri="{FF2B5EF4-FFF2-40B4-BE49-F238E27FC236}">
                  <a16:creationId xmlns:a16="http://schemas.microsoft.com/office/drawing/2014/main" id="{E94CA211-D193-4685-4ADE-CBC2131B42A5}"/>
                </a:ext>
              </a:extLst>
            </p:cNvPr>
            <p:cNvSpPr/>
            <p:nvPr/>
          </p:nvSpPr>
          <p:spPr>
            <a:xfrm>
              <a:off x="1742777" y="1500049"/>
              <a:ext cx="211098" cy="183894"/>
            </a:xfrm>
            <a:custGeom>
              <a:avLst/>
              <a:gdLst/>
              <a:ahLst/>
              <a:cxnLst/>
              <a:rect l="l" t="t" r="r" b="b"/>
              <a:pathLst>
                <a:path w="8078" h="7037" extrusionOk="0">
                  <a:moveTo>
                    <a:pt x="4212" y="2267"/>
                  </a:moveTo>
                  <a:cubicBezTo>
                    <a:pt x="4904" y="2267"/>
                    <a:pt x="5462" y="2825"/>
                    <a:pt x="5462" y="3517"/>
                  </a:cubicBezTo>
                  <a:lnTo>
                    <a:pt x="5462" y="3527"/>
                  </a:lnTo>
                  <a:cubicBezTo>
                    <a:pt x="5462" y="4210"/>
                    <a:pt x="4895" y="4768"/>
                    <a:pt x="4212" y="4768"/>
                  </a:cubicBezTo>
                  <a:lnTo>
                    <a:pt x="4154" y="4768"/>
                  </a:lnTo>
                  <a:cubicBezTo>
                    <a:pt x="3491" y="4739"/>
                    <a:pt x="2962" y="4191"/>
                    <a:pt x="2962" y="3527"/>
                  </a:cubicBezTo>
                  <a:lnTo>
                    <a:pt x="2962" y="3517"/>
                  </a:lnTo>
                  <a:cubicBezTo>
                    <a:pt x="2962" y="2854"/>
                    <a:pt x="3481" y="2296"/>
                    <a:pt x="4145" y="2267"/>
                  </a:cubicBezTo>
                  <a:close/>
                  <a:moveTo>
                    <a:pt x="4221" y="0"/>
                  </a:moveTo>
                  <a:cubicBezTo>
                    <a:pt x="2879" y="0"/>
                    <a:pt x="1557" y="761"/>
                    <a:pt x="971" y="2142"/>
                  </a:cubicBezTo>
                  <a:cubicBezTo>
                    <a:pt x="0" y="4441"/>
                    <a:pt x="1654" y="6989"/>
                    <a:pt x="4145" y="7037"/>
                  </a:cubicBezTo>
                  <a:lnTo>
                    <a:pt x="4212" y="7037"/>
                  </a:lnTo>
                  <a:cubicBezTo>
                    <a:pt x="5068" y="7037"/>
                    <a:pt x="5895" y="6729"/>
                    <a:pt x="6529" y="6162"/>
                  </a:cubicBezTo>
                  <a:cubicBezTo>
                    <a:pt x="6568" y="6133"/>
                    <a:pt x="6597" y="6104"/>
                    <a:pt x="6635" y="6075"/>
                  </a:cubicBezTo>
                  <a:lnTo>
                    <a:pt x="6702" y="6008"/>
                  </a:lnTo>
                  <a:cubicBezTo>
                    <a:pt x="8078" y="4633"/>
                    <a:pt x="8068" y="2402"/>
                    <a:pt x="6693" y="1027"/>
                  </a:cubicBezTo>
                  <a:cubicBezTo>
                    <a:pt x="5995" y="329"/>
                    <a:pt x="5103" y="0"/>
                    <a:pt x="4221" y="0"/>
                  </a:cubicBezTo>
                  <a:close/>
                </a:path>
              </a:pathLst>
            </a:custGeom>
            <a:grpFill/>
            <a:ln>
              <a:solidFill>
                <a:schemeClr val="bg1">
                  <a:lumMod val="1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20136;p147">
              <a:extLst>
                <a:ext uri="{FF2B5EF4-FFF2-40B4-BE49-F238E27FC236}">
                  <a16:creationId xmlns:a16="http://schemas.microsoft.com/office/drawing/2014/main" id="{AAB04CF1-28B7-0F8E-475E-FE9F711660FC}"/>
                </a:ext>
              </a:extLst>
            </p:cNvPr>
            <p:cNvSpPr/>
            <p:nvPr/>
          </p:nvSpPr>
          <p:spPr>
            <a:xfrm>
              <a:off x="1760861" y="1755546"/>
              <a:ext cx="25662" cy="11080"/>
            </a:xfrm>
            <a:custGeom>
              <a:avLst/>
              <a:gdLst/>
              <a:ahLst/>
              <a:cxnLst/>
              <a:rect l="l" t="t" r="r" b="b"/>
              <a:pathLst>
                <a:path w="982" h="424" extrusionOk="0">
                  <a:moveTo>
                    <a:pt x="58" y="0"/>
                  </a:moveTo>
                  <a:cubicBezTo>
                    <a:pt x="39" y="0"/>
                    <a:pt x="20" y="0"/>
                    <a:pt x="0" y="10"/>
                  </a:cubicBezTo>
                  <a:lnTo>
                    <a:pt x="0" y="414"/>
                  </a:lnTo>
                  <a:cubicBezTo>
                    <a:pt x="20" y="424"/>
                    <a:pt x="39" y="424"/>
                    <a:pt x="58" y="424"/>
                  </a:cubicBezTo>
                  <a:lnTo>
                    <a:pt x="770" y="424"/>
                  </a:lnTo>
                  <a:cubicBezTo>
                    <a:pt x="885" y="424"/>
                    <a:pt x="981" y="327"/>
                    <a:pt x="981" y="212"/>
                  </a:cubicBezTo>
                  <a:cubicBezTo>
                    <a:pt x="981" y="97"/>
                    <a:pt x="885" y="0"/>
                    <a:pt x="770" y="0"/>
                  </a:cubicBezTo>
                  <a:close/>
                </a:path>
              </a:pathLst>
            </a:custGeom>
            <a:grpFill/>
            <a:ln>
              <a:solidFill>
                <a:schemeClr val="bg1">
                  <a:lumMod val="1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20137;p147">
              <a:extLst>
                <a:ext uri="{FF2B5EF4-FFF2-40B4-BE49-F238E27FC236}">
                  <a16:creationId xmlns:a16="http://schemas.microsoft.com/office/drawing/2014/main" id="{0563B976-93FF-7278-B0B7-30975C6EAAF7}"/>
                </a:ext>
              </a:extLst>
            </p:cNvPr>
            <p:cNvSpPr/>
            <p:nvPr/>
          </p:nvSpPr>
          <p:spPr>
            <a:xfrm>
              <a:off x="1791018" y="1755546"/>
              <a:ext cx="90732" cy="11080"/>
            </a:xfrm>
            <a:custGeom>
              <a:avLst/>
              <a:gdLst/>
              <a:ahLst/>
              <a:cxnLst/>
              <a:rect l="l" t="t" r="r" b="b"/>
              <a:pathLst>
                <a:path w="3472" h="424" extrusionOk="0">
                  <a:moveTo>
                    <a:pt x="279" y="0"/>
                  </a:moveTo>
                  <a:cubicBezTo>
                    <a:pt x="0" y="0"/>
                    <a:pt x="0" y="424"/>
                    <a:pt x="279" y="424"/>
                  </a:cubicBezTo>
                  <a:lnTo>
                    <a:pt x="1404" y="424"/>
                  </a:lnTo>
                  <a:cubicBezTo>
                    <a:pt x="1683" y="424"/>
                    <a:pt x="1683" y="0"/>
                    <a:pt x="1404" y="0"/>
                  </a:cubicBezTo>
                  <a:close/>
                  <a:moveTo>
                    <a:pt x="2068" y="0"/>
                  </a:moveTo>
                  <a:cubicBezTo>
                    <a:pt x="1789" y="0"/>
                    <a:pt x="1789" y="424"/>
                    <a:pt x="2068" y="424"/>
                  </a:cubicBezTo>
                  <a:lnTo>
                    <a:pt x="3183" y="424"/>
                  </a:lnTo>
                  <a:cubicBezTo>
                    <a:pt x="3472" y="424"/>
                    <a:pt x="3472" y="0"/>
                    <a:pt x="3183" y="0"/>
                  </a:cubicBezTo>
                  <a:close/>
                </a:path>
              </a:pathLst>
            </a:custGeom>
            <a:grpFill/>
            <a:ln>
              <a:solidFill>
                <a:schemeClr val="bg1">
                  <a:lumMod val="1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20138;p147">
              <a:extLst>
                <a:ext uri="{FF2B5EF4-FFF2-40B4-BE49-F238E27FC236}">
                  <a16:creationId xmlns:a16="http://schemas.microsoft.com/office/drawing/2014/main" id="{CFE59425-A79B-2C52-9FEB-AA41413BE009}"/>
                </a:ext>
              </a:extLst>
            </p:cNvPr>
            <p:cNvSpPr/>
            <p:nvPr/>
          </p:nvSpPr>
          <p:spPr>
            <a:xfrm>
              <a:off x="1884233" y="1755546"/>
              <a:ext cx="29190" cy="11080"/>
            </a:xfrm>
            <a:custGeom>
              <a:avLst/>
              <a:gdLst/>
              <a:ahLst/>
              <a:cxnLst/>
              <a:rect l="l" t="t" r="r" b="b"/>
              <a:pathLst>
                <a:path w="1117" h="424" extrusionOk="0">
                  <a:moveTo>
                    <a:pt x="289" y="0"/>
                  </a:moveTo>
                  <a:cubicBezTo>
                    <a:pt x="1" y="0"/>
                    <a:pt x="1" y="424"/>
                    <a:pt x="289" y="424"/>
                  </a:cubicBezTo>
                  <a:lnTo>
                    <a:pt x="991" y="424"/>
                  </a:lnTo>
                  <a:cubicBezTo>
                    <a:pt x="1039" y="424"/>
                    <a:pt x="1078" y="414"/>
                    <a:pt x="1116" y="385"/>
                  </a:cubicBezTo>
                  <a:lnTo>
                    <a:pt x="1116" y="39"/>
                  </a:lnTo>
                  <a:cubicBezTo>
                    <a:pt x="1078" y="10"/>
                    <a:pt x="1039" y="0"/>
                    <a:pt x="991" y="0"/>
                  </a:cubicBezTo>
                  <a:close/>
                </a:path>
              </a:pathLst>
            </a:custGeom>
            <a:grpFill/>
            <a:ln>
              <a:solidFill>
                <a:schemeClr val="bg1">
                  <a:lumMod val="1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20139;p147">
              <a:extLst>
                <a:ext uri="{FF2B5EF4-FFF2-40B4-BE49-F238E27FC236}">
                  <a16:creationId xmlns:a16="http://schemas.microsoft.com/office/drawing/2014/main" id="{9216F56F-2506-2007-2BF9-F2F9C7F5459E}"/>
                </a:ext>
              </a:extLst>
            </p:cNvPr>
            <p:cNvSpPr/>
            <p:nvPr/>
          </p:nvSpPr>
          <p:spPr>
            <a:xfrm>
              <a:off x="1851828" y="1733177"/>
              <a:ext cx="177440" cy="71211"/>
            </a:xfrm>
            <a:custGeom>
              <a:avLst/>
              <a:gdLst/>
              <a:ahLst/>
              <a:cxnLst/>
              <a:rect l="l" t="t" r="r" b="b"/>
              <a:pathLst>
                <a:path w="6790" h="2725" extrusionOk="0">
                  <a:moveTo>
                    <a:pt x="6453" y="1"/>
                  </a:moveTo>
                  <a:lnTo>
                    <a:pt x="5809" y="174"/>
                  </a:lnTo>
                  <a:lnTo>
                    <a:pt x="337" y="1645"/>
                  </a:lnTo>
                  <a:lnTo>
                    <a:pt x="212" y="1683"/>
                  </a:lnTo>
                  <a:cubicBezTo>
                    <a:pt x="68" y="1722"/>
                    <a:pt x="0" y="1885"/>
                    <a:pt x="68" y="2020"/>
                  </a:cubicBezTo>
                  <a:cubicBezTo>
                    <a:pt x="77" y="2039"/>
                    <a:pt x="87" y="2059"/>
                    <a:pt x="97" y="2078"/>
                  </a:cubicBezTo>
                  <a:cubicBezTo>
                    <a:pt x="345" y="2489"/>
                    <a:pt x="781" y="2725"/>
                    <a:pt x="1243" y="2725"/>
                  </a:cubicBezTo>
                  <a:cubicBezTo>
                    <a:pt x="1354" y="2725"/>
                    <a:pt x="1466" y="2711"/>
                    <a:pt x="1577" y="2684"/>
                  </a:cubicBezTo>
                  <a:lnTo>
                    <a:pt x="6789" y="1270"/>
                  </a:lnTo>
                  <a:lnTo>
                    <a:pt x="6453" y="1"/>
                  </a:lnTo>
                  <a:close/>
                </a:path>
              </a:pathLst>
            </a:custGeom>
            <a:grpFill/>
            <a:ln>
              <a:solidFill>
                <a:schemeClr val="bg1">
                  <a:lumMod val="1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20140;p147">
              <a:extLst>
                <a:ext uri="{FF2B5EF4-FFF2-40B4-BE49-F238E27FC236}">
                  <a16:creationId xmlns:a16="http://schemas.microsoft.com/office/drawing/2014/main" id="{7C99A176-D660-B061-190D-F21F616CE6A8}"/>
                </a:ext>
              </a:extLst>
            </p:cNvPr>
            <p:cNvSpPr/>
            <p:nvPr/>
          </p:nvSpPr>
          <p:spPr>
            <a:xfrm>
              <a:off x="1851828" y="1737698"/>
              <a:ext cx="155332" cy="50619"/>
            </a:xfrm>
            <a:custGeom>
              <a:avLst/>
              <a:gdLst/>
              <a:ahLst/>
              <a:cxnLst/>
              <a:rect l="l" t="t" r="r" b="b"/>
              <a:pathLst>
                <a:path w="5944" h="1937" extrusionOk="0">
                  <a:moveTo>
                    <a:pt x="5809" y="1"/>
                  </a:moveTo>
                  <a:lnTo>
                    <a:pt x="337" y="1472"/>
                  </a:lnTo>
                  <a:lnTo>
                    <a:pt x="212" y="1510"/>
                  </a:lnTo>
                  <a:cubicBezTo>
                    <a:pt x="68" y="1549"/>
                    <a:pt x="0" y="1712"/>
                    <a:pt x="68" y="1847"/>
                  </a:cubicBezTo>
                  <a:cubicBezTo>
                    <a:pt x="77" y="1866"/>
                    <a:pt x="87" y="1886"/>
                    <a:pt x="97" y="1905"/>
                  </a:cubicBezTo>
                  <a:cubicBezTo>
                    <a:pt x="192" y="1926"/>
                    <a:pt x="287" y="1936"/>
                    <a:pt x="382" y="1936"/>
                  </a:cubicBezTo>
                  <a:cubicBezTo>
                    <a:pt x="497" y="1936"/>
                    <a:pt x="611" y="1922"/>
                    <a:pt x="722" y="1895"/>
                  </a:cubicBezTo>
                  <a:lnTo>
                    <a:pt x="5943" y="482"/>
                  </a:lnTo>
                  <a:lnTo>
                    <a:pt x="5809" y="1"/>
                  </a:lnTo>
                  <a:close/>
                </a:path>
              </a:pathLst>
            </a:custGeom>
            <a:grpFill/>
            <a:ln>
              <a:solidFill>
                <a:schemeClr val="bg1">
                  <a:lumMod val="1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20141;p147">
              <a:extLst>
                <a:ext uri="{FF2B5EF4-FFF2-40B4-BE49-F238E27FC236}">
                  <a16:creationId xmlns:a16="http://schemas.microsoft.com/office/drawing/2014/main" id="{DDDAC080-F543-C815-95D2-F41366D7FDAC}"/>
                </a:ext>
              </a:extLst>
            </p:cNvPr>
            <p:cNvSpPr/>
            <p:nvPr/>
          </p:nvSpPr>
          <p:spPr>
            <a:xfrm>
              <a:off x="1851828" y="1716975"/>
              <a:ext cx="177440" cy="71263"/>
            </a:xfrm>
            <a:custGeom>
              <a:avLst/>
              <a:gdLst/>
              <a:ahLst/>
              <a:cxnLst/>
              <a:rect l="l" t="t" r="r" b="b"/>
              <a:pathLst>
                <a:path w="6790" h="2727" extrusionOk="0">
                  <a:moveTo>
                    <a:pt x="1243" y="1"/>
                  </a:moveTo>
                  <a:cubicBezTo>
                    <a:pt x="871" y="1"/>
                    <a:pt x="509" y="157"/>
                    <a:pt x="250" y="438"/>
                  </a:cubicBezTo>
                  <a:cubicBezTo>
                    <a:pt x="183" y="525"/>
                    <a:pt x="116" y="611"/>
                    <a:pt x="68" y="707"/>
                  </a:cubicBezTo>
                  <a:cubicBezTo>
                    <a:pt x="0" y="842"/>
                    <a:pt x="68" y="1005"/>
                    <a:pt x="212" y="1044"/>
                  </a:cubicBezTo>
                  <a:lnTo>
                    <a:pt x="337" y="1082"/>
                  </a:lnTo>
                  <a:lnTo>
                    <a:pt x="6453" y="2727"/>
                  </a:lnTo>
                  <a:lnTo>
                    <a:pt x="6587" y="2207"/>
                  </a:lnTo>
                  <a:lnTo>
                    <a:pt x="6789" y="1457"/>
                  </a:lnTo>
                  <a:lnTo>
                    <a:pt x="1577" y="44"/>
                  </a:lnTo>
                  <a:cubicBezTo>
                    <a:pt x="1467" y="15"/>
                    <a:pt x="1354" y="1"/>
                    <a:pt x="1243" y="1"/>
                  </a:cubicBezTo>
                  <a:close/>
                </a:path>
              </a:pathLst>
            </a:custGeom>
            <a:grpFill/>
            <a:ln>
              <a:solidFill>
                <a:schemeClr val="bg1">
                  <a:lumMod val="1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20142;p147">
              <a:extLst>
                <a:ext uri="{FF2B5EF4-FFF2-40B4-BE49-F238E27FC236}">
                  <a16:creationId xmlns:a16="http://schemas.microsoft.com/office/drawing/2014/main" id="{DEFCBFB0-DA95-250E-57B9-745550F82929}"/>
                </a:ext>
              </a:extLst>
            </p:cNvPr>
            <p:cNvSpPr/>
            <p:nvPr/>
          </p:nvSpPr>
          <p:spPr>
            <a:xfrm>
              <a:off x="1858361" y="1716975"/>
              <a:ext cx="170907" cy="57701"/>
            </a:xfrm>
            <a:custGeom>
              <a:avLst/>
              <a:gdLst/>
              <a:ahLst/>
              <a:cxnLst/>
              <a:rect l="l" t="t" r="r" b="b"/>
              <a:pathLst>
                <a:path w="6540" h="2208" extrusionOk="0">
                  <a:moveTo>
                    <a:pt x="992" y="1"/>
                  </a:moveTo>
                  <a:cubicBezTo>
                    <a:pt x="617" y="1"/>
                    <a:pt x="252" y="157"/>
                    <a:pt x="0" y="438"/>
                  </a:cubicBezTo>
                  <a:cubicBezTo>
                    <a:pt x="29" y="486"/>
                    <a:pt x="77" y="525"/>
                    <a:pt x="135" y="534"/>
                  </a:cubicBezTo>
                  <a:lnTo>
                    <a:pt x="250" y="573"/>
                  </a:lnTo>
                  <a:lnTo>
                    <a:pt x="6337" y="2207"/>
                  </a:lnTo>
                  <a:lnTo>
                    <a:pt x="6539" y="1457"/>
                  </a:lnTo>
                  <a:lnTo>
                    <a:pt x="1327" y="44"/>
                  </a:lnTo>
                  <a:cubicBezTo>
                    <a:pt x="1217" y="15"/>
                    <a:pt x="1104" y="1"/>
                    <a:pt x="992" y="1"/>
                  </a:cubicBezTo>
                  <a:close/>
                </a:path>
              </a:pathLst>
            </a:custGeom>
            <a:grpFill/>
            <a:ln>
              <a:solidFill>
                <a:schemeClr val="bg1">
                  <a:lumMod val="1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20143;p147">
              <a:extLst>
                <a:ext uri="{FF2B5EF4-FFF2-40B4-BE49-F238E27FC236}">
                  <a16:creationId xmlns:a16="http://schemas.microsoft.com/office/drawing/2014/main" id="{6A19BE99-5991-3D48-7B85-6BF7E8202C83}"/>
                </a:ext>
              </a:extLst>
            </p:cNvPr>
            <p:cNvSpPr/>
            <p:nvPr/>
          </p:nvSpPr>
          <p:spPr>
            <a:xfrm>
              <a:off x="1959965" y="1655041"/>
              <a:ext cx="169051" cy="122875"/>
            </a:xfrm>
            <a:custGeom>
              <a:avLst/>
              <a:gdLst/>
              <a:ahLst/>
              <a:cxnLst/>
              <a:rect l="l" t="t" r="r" b="b"/>
              <a:pathLst>
                <a:path w="6469" h="4702" extrusionOk="0">
                  <a:moveTo>
                    <a:pt x="4426" y="826"/>
                  </a:moveTo>
                  <a:cubicBezTo>
                    <a:pt x="4443" y="826"/>
                    <a:pt x="4461" y="826"/>
                    <a:pt x="4478" y="827"/>
                  </a:cubicBezTo>
                  <a:cubicBezTo>
                    <a:pt x="5402" y="875"/>
                    <a:pt x="5796" y="2010"/>
                    <a:pt x="5113" y="2625"/>
                  </a:cubicBezTo>
                  <a:cubicBezTo>
                    <a:pt x="4908" y="2807"/>
                    <a:pt x="4667" y="2889"/>
                    <a:pt x="4432" y="2889"/>
                  </a:cubicBezTo>
                  <a:cubicBezTo>
                    <a:pt x="3885" y="2889"/>
                    <a:pt x="3368" y="2447"/>
                    <a:pt x="3401" y="1808"/>
                  </a:cubicBezTo>
                  <a:cubicBezTo>
                    <a:pt x="3429" y="1258"/>
                    <a:pt x="3882" y="826"/>
                    <a:pt x="4426" y="826"/>
                  </a:cubicBezTo>
                  <a:close/>
                  <a:moveTo>
                    <a:pt x="4398" y="0"/>
                  </a:moveTo>
                  <a:cubicBezTo>
                    <a:pt x="4246" y="0"/>
                    <a:pt x="4093" y="19"/>
                    <a:pt x="3940" y="58"/>
                  </a:cubicBezTo>
                  <a:lnTo>
                    <a:pt x="3950" y="58"/>
                  </a:lnTo>
                  <a:cubicBezTo>
                    <a:pt x="2738" y="385"/>
                    <a:pt x="2190" y="1789"/>
                    <a:pt x="2853" y="2846"/>
                  </a:cubicBezTo>
                  <a:lnTo>
                    <a:pt x="776" y="3414"/>
                  </a:lnTo>
                  <a:cubicBezTo>
                    <a:pt x="0" y="3617"/>
                    <a:pt x="219" y="4701"/>
                    <a:pt x="914" y="4701"/>
                  </a:cubicBezTo>
                  <a:cubicBezTo>
                    <a:pt x="976" y="4701"/>
                    <a:pt x="1043" y="4693"/>
                    <a:pt x="1113" y="4673"/>
                  </a:cubicBezTo>
                  <a:lnTo>
                    <a:pt x="4950" y="3645"/>
                  </a:lnTo>
                  <a:cubicBezTo>
                    <a:pt x="5911" y="3346"/>
                    <a:pt x="6469" y="2337"/>
                    <a:pt x="6200" y="1366"/>
                  </a:cubicBezTo>
                  <a:cubicBezTo>
                    <a:pt x="5964" y="546"/>
                    <a:pt x="5215" y="0"/>
                    <a:pt x="4398" y="0"/>
                  </a:cubicBezTo>
                  <a:close/>
                </a:path>
              </a:pathLst>
            </a:custGeom>
            <a:grpFill/>
            <a:ln>
              <a:solidFill>
                <a:schemeClr val="bg1">
                  <a:lumMod val="1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20144;p147">
              <a:extLst>
                <a:ext uri="{FF2B5EF4-FFF2-40B4-BE49-F238E27FC236}">
                  <a16:creationId xmlns:a16="http://schemas.microsoft.com/office/drawing/2014/main" id="{B2CB3BBF-1742-BA79-B2A6-689E9FA1F283}"/>
                </a:ext>
              </a:extLst>
            </p:cNvPr>
            <p:cNvSpPr/>
            <p:nvPr/>
          </p:nvSpPr>
          <p:spPr>
            <a:xfrm>
              <a:off x="1965400" y="1743630"/>
              <a:ext cx="171168" cy="123110"/>
            </a:xfrm>
            <a:custGeom>
              <a:avLst/>
              <a:gdLst/>
              <a:ahLst/>
              <a:cxnLst/>
              <a:rect l="l" t="t" r="r" b="b"/>
              <a:pathLst>
                <a:path w="6550" h="4711" extrusionOk="0">
                  <a:moveTo>
                    <a:pt x="4208" y="1813"/>
                  </a:moveTo>
                  <a:cubicBezTo>
                    <a:pt x="4298" y="1813"/>
                    <a:pt x="4390" y="1825"/>
                    <a:pt x="4482" y="1851"/>
                  </a:cubicBezTo>
                  <a:cubicBezTo>
                    <a:pt x="5367" y="2091"/>
                    <a:pt x="5521" y="3284"/>
                    <a:pt x="4722" y="3736"/>
                  </a:cubicBezTo>
                  <a:cubicBezTo>
                    <a:pt x="4555" y="3831"/>
                    <a:pt x="4380" y="3873"/>
                    <a:pt x="4212" y="3873"/>
                  </a:cubicBezTo>
                  <a:cubicBezTo>
                    <a:pt x="3580" y="3873"/>
                    <a:pt x="3032" y="3271"/>
                    <a:pt x="3222" y="2572"/>
                  </a:cubicBezTo>
                  <a:cubicBezTo>
                    <a:pt x="3350" y="2116"/>
                    <a:pt x="3758" y="1813"/>
                    <a:pt x="4208" y="1813"/>
                  </a:cubicBezTo>
                  <a:close/>
                  <a:moveTo>
                    <a:pt x="731" y="1"/>
                  </a:moveTo>
                  <a:cubicBezTo>
                    <a:pt x="439" y="1"/>
                    <a:pt x="177" y="196"/>
                    <a:pt x="97" y="485"/>
                  </a:cubicBezTo>
                  <a:cubicBezTo>
                    <a:pt x="1" y="832"/>
                    <a:pt x="212" y="1197"/>
                    <a:pt x="559" y="1293"/>
                  </a:cubicBezTo>
                  <a:lnTo>
                    <a:pt x="2645" y="1860"/>
                  </a:lnTo>
                  <a:cubicBezTo>
                    <a:pt x="1826" y="3161"/>
                    <a:pt x="2831" y="4710"/>
                    <a:pt x="4195" y="4710"/>
                  </a:cubicBezTo>
                  <a:cubicBezTo>
                    <a:pt x="4415" y="4710"/>
                    <a:pt x="4644" y="4670"/>
                    <a:pt x="4876" y="4582"/>
                  </a:cubicBezTo>
                  <a:cubicBezTo>
                    <a:pt x="6549" y="3947"/>
                    <a:pt x="6453" y="1553"/>
                    <a:pt x="4732" y="1062"/>
                  </a:cubicBezTo>
                  <a:lnTo>
                    <a:pt x="905" y="24"/>
                  </a:lnTo>
                  <a:cubicBezTo>
                    <a:pt x="847" y="8"/>
                    <a:pt x="788" y="1"/>
                    <a:pt x="731" y="1"/>
                  </a:cubicBezTo>
                  <a:close/>
                </a:path>
              </a:pathLst>
            </a:custGeom>
            <a:grpFill/>
            <a:ln>
              <a:solidFill>
                <a:schemeClr val="bg1">
                  <a:lumMod val="1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20145;p147">
              <a:extLst>
                <a:ext uri="{FF2B5EF4-FFF2-40B4-BE49-F238E27FC236}">
                  <a16:creationId xmlns:a16="http://schemas.microsoft.com/office/drawing/2014/main" id="{D326A9DE-7D32-A8F7-4DC7-F7228ADCE9D0}"/>
                </a:ext>
              </a:extLst>
            </p:cNvPr>
            <p:cNvSpPr/>
            <p:nvPr/>
          </p:nvSpPr>
          <p:spPr>
            <a:xfrm>
              <a:off x="1981001" y="1755285"/>
              <a:ext cx="11838" cy="11838"/>
            </a:xfrm>
            <a:custGeom>
              <a:avLst/>
              <a:gdLst/>
              <a:ahLst/>
              <a:cxnLst/>
              <a:rect l="l" t="t" r="r" b="b"/>
              <a:pathLst>
                <a:path w="453" h="453" extrusionOk="0">
                  <a:moveTo>
                    <a:pt x="231" y="1"/>
                  </a:moveTo>
                  <a:cubicBezTo>
                    <a:pt x="106" y="1"/>
                    <a:pt x="0" y="107"/>
                    <a:pt x="0" y="232"/>
                  </a:cubicBezTo>
                  <a:cubicBezTo>
                    <a:pt x="0" y="347"/>
                    <a:pt x="106" y="453"/>
                    <a:pt x="231" y="453"/>
                  </a:cubicBezTo>
                  <a:cubicBezTo>
                    <a:pt x="356" y="453"/>
                    <a:pt x="452" y="347"/>
                    <a:pt x="452" y="232"/>
                  </a:cubicBezTo>
                  <a:cubicBezTo>
                    <a:pt x="452" y="107"/>
                    <a:pt x="356" y="1"/>
                    <a:pt x="231" y="1"/>
                  </a:cubicBezTo>
                  <a:close/>
                </a:path>
              </a:pathLst>
            </a:custGeom>
            <a:grpFill/>
            <a:ln>
              <a:solidFill>
                <a:schemeClr val="bg1">
                  <a:lumMod val="1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36384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8">
          <a:extLst>
            <a:ext uri="{FF2B5EF4-FFF2-40B4-BE49-F238E27FC236}">
              <a16:creationId xmlns:a16="http://schemas.microsoft.com/office/drawing/2014/main" id="{9E6CBFDA-3A1A-0346-8F4D-D608B56BF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9" name="Google Shape;4149;p83">
            <a:extLst>
              <a:ext uri="{FF2B5EF4-FFF2-40B4-BE49-F238E27FC236}">
                <a16:creationId xmlns:a16="http://schemas.microsoft.com/office/drawing/2014/main" id="{9ECCF95E-D31E-4F5F-76F6-3F35D454D26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975900" y="3421963"/>
            <a:ext cx="28677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it-IT" sz="1200" dirty="0"/>
              <a:t>Inviamo le immagini codificate in Base64 dopo un ridimensionamento a 1024px</a:t>
            </a:r>
            <a:endParaRPr sz="1200" dirty="0"/>
          </a:p>
        </p:txBody>
      </p:sp>
      <p:sp>
        <p:nvSpPr>
          <p:cNvPr id="4150" name="Google Shape;4150;p83">
            <a:extLst>
              <a:ext uri="{FF2B5EF4-FFF2-40B4-BE49-F238E27FC236}">
                <a16:creationId xmlns:a16="http://schemas.microsoft.com/office/drawing/2014/main" id="{1F56EE01-F077-1B36-557D-FF9A6C6C42A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75900" y="2787163"/>
            <a:ext cx="28677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it-IT" sz="1800" dirty="0" err="1"/>
              <a:t>Encoding</a:t>
            </a:r>
            <a:r>
              <a:rPr lang="it-IT" sz="1800" dirty="0"/>
              <a:t> e Latenza</a:t>
            </a:r>
            <a:endParaRPr sz="1800" dirty="0"/>
          </a:p>
        </p:txBody>
      </p:sp>
      <p:sp>
        <p:nvSpPr>
          <p:cNvPr id="4151" name="Google Shape;4151;p83">
            <a:extLst>
              <a:ext uri="{FF2B5EF4-FFF2-40B4-BE49-F238E27FC236}">
                <a16:creationId xmlns:a16="http://schemas.microsoft.com/office/drawing/2014/main" id="{FAD8B3A8-B0A2-EA4D-2386-7615E188111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300400" y="2787163"/>
            <a:ext cx="28677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it-IT" sz="1800" dirty="0"/>
              <a:t>Integrazione Metadati</a:t>
            </a:r>
            <a:endParaRPr sz="1800" dirty="0"/>
          </a:p>
        </p:txBody>
      </p:sp>
      <p:sp>
        <p:nvSpPr>
          <p:cNvPr id="4152" name="Google Shape;4152;p83">
            <a:extLst>
              <a:ext uri="{FF2B5EF4-FFF2-40B4-BE49-F238E27FC236}">
                <a16:creationId xmlns:a16="http://schemas.microsoft.com/office/drawing/2014/main" id="{B938B32C-DE26-EE30-E0F1-C4C5B3F2EAB2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300400" y="3345738"/>
            <a:ext cx="2867700" cy="96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it-IT" sz="1200" dirty="0"/>
              <a:t>Se l'utente specifica la proiezione (AP/PA), questa informazione entra nel prompt tecnico</a:t>
            </a:r>
            <a:endParaRPr sz="1200" dirty="0"/>
          </a:p>
        </p:txBody>
      </p:sp>
      <p:sp>
        <p:nvSpPr>
          <p:cNvPr id="4153" name="Google Shape;4153;p83">
            <a:extLst>
              <a:ext uri="{FF2B5EF4-FFF2-40B4-BE49-F238E27FC236}">
                <a16:creationId xmlns:a16="http://schemas.microsoft.com/office/drawing/2014/main" id="{71630A0D-69CE-0F7D-B606-456BFC788841}"/>
              </a:ext>
            </a:extLst>
          </p:cNvPr>
          <p:cNvSpPr/>
          <p:nvPr/>
        </p:nvSpPr>
        <p:spPr>
          <a:xfrm>
            <a:off x="2018550" y="1928563"/>
            <a:ext cx="782400" cy="7824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4" name="Google Shape;4154;p83">
            <a:extLst>
              <a:ext uri="{FF2B5EF4-FFF2-40B4-BE49-F238E27FC236}">
                <a16:creationId xmlns:a16="http://schemas.microsoft.com/office/drawing/2014/main" id="{6AA6E5BE-EFDB-D433-0FEF-198C48BA9A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6048" y="540000"/>
            <a:ext cx="8084744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 dirty="0"/>
              <a:t>Implementazione Tecnica e Ottimizzazione</a:t>
            </a:r>
          </a:p>
        </p:txBody>
      </p:sp>
      <p:sp>
        <p:nvSpPr>
          <p:cNvPr id="4155" name="Google Shape;4155;p83">
            <a:extLst>
              <a:ext uri="{FF2B5EF4-FFF2-40B4-BE49-F238E27FC236}">
                <a16:creationId xmlns:a16="http://schemas.microsoft.com/office/drawing/2014/main" id="{82223E39-7244-CBB7-03E7-51A8376181A1}"/>
              </a:ext>
            </a:extLst>
          </p:cNvPr>
          <p:cNvSpPr/>
          <p:nvPr/>
        </p:nvSpPr>
        <p:spPr>
          <a:xfrm>
            <a:off x="6343050" y="1928563"/>
            <a:ext cx="782400" cy="7824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oogle Shape;4322;p86">
            <a:extLst>
              <a:ext uri="{FF2B5EF4-FFF2-40B4-BE49-F238E27FC236}">
                <a16:creationId xmlns:a16="http://schemas.microsoft.com/office/drawing/2014/main" id="{268CA8AC-26F7-8F0E-CA7E-645D728D213E}"/>
              </a:ext>
            </a:extLst>
          </p:cNvPr>
          <p:cNvGrpSpPr/>
          <p:nvPr/>
        </p:nvGrpSpPr>
        <p:grpSpPr>
          <a:xfrm>
            <a:off x="2221602" y="2212783"/>
            <a:ext cx="368382" cy="242902"/>
            <a:chOff x="4834673" y="3575938"/>
            <a:chExt cx="408451" cy="269322"/>
          </a:xfrm>
        </p:grpSpPr>
        <p:sp>
          <p:nvSpPr>
            <p:cNvPr id="3" name="Google Shape;4323;p86">
              <a:extLst>
                <a:ext uri="{FF2B5EF4-FFF2-40B4-BE49-F238E27FC236}">
                  <a16:creationId xmlns:a16="http://schemas.microsoft.com/office/drawing/2014/main" id="{389643B7-4A99-C6C1-4C87-4DB4AE805570}"/>
                </a:ext>
              </a:extLst>
            </p:cNvPr>
            <p:cNvSpPr/>
            <p:nvPr/>
          </p:nvSpPr>
          <p:spPr>
            <a:xfrm>
              <a:off x="4834673" y="3575938"/>
              <a:ext cx="408451" cy="248523"/>
            </a:xfrm>
            <a:custGeom>
              <a:avLst/>
              <a:gdLst/>
              <a:ahLst/>
              <a:cxnLst/>
              <a:rect l="l" t="t" r="r" b="b"/>
              <a:pathLst>
                <a:path w="10765" h="6550" extrusionOk="0">
                  <a:moveTo>
                    <a:pt x="357" y="1"/>
                  </a:moveTo>
                  <a:cubicBezTo>
                    <a:pt x="167" y="1"/>
                    <a:pt x="0" y="143"/>
                    <a:pt x="0" y="358"/>
                  </a:cubicBezTo>
                  <a:lnTo>
                    <a:pt x="0" y="6192"/>
                  </a:lnTo>
                  <a:cubicBezTo>
                    <a:pt x="0" y="6407"/>
                    <a:pt x="167" y="6550"/>
                    <a:pt x="357" y="6550"/>
                  </a:cubicBezTo>
                  <a:lnTo>
                    <a:pt x="10407" y="6550"/>
                  </a:lnTo>
                  <a:cubicBezTo>
                    <a:pt x="10574" y="6550"/>
                    <a:pt x="10717" y="6407"/>
                    <a:pt x="10764" y="6192"/>
                  </a:cubicBezTo>
                  <a:lnTo>
                    <a:pt x="10764" y="358"/>
                  </a:lnTo>
                  <a:cubicBezTo>
                    <a:pt x="10764" y="143"/>
                    <a:pt x="10598" y="1"/>
                    <a:pt x="1040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4324;p86">
              <a:extLst>
                <a:ext uri="{FF2B5EF4-FFF2-40B4-BE49-F238E27FC236}">
                  <a16:creationId xmlns:a16="http://schemas.microsoft.com/office/drawing/2014/main" id="{3144A092-6ED9-DEA8-D5B6-6A128C144BC0}"/>
                </a:ext>
              </a:extLst>
            </p:cNvPr>
            <p:cNvSpPr/>
            <p:nvPr/>
          </p:nvSpPr>
          <p:spPr>
            <a:xfrm>
              <a:off x="4834673" y="3576848"/>
              <a:ext cx="406630" cy="247613"/>
            </a:xfrm>
            <a:custGeom>
              <a:avLst/>
              <a:gdLst/>
              <a:ahLst/>
              <a:cxnLst/>
              <a:rect l="l" t="t" r="r" b="b"/>
              <a:pathLst>
                <a:path w="10717" h="6526" extrusionOk="0">
                  <a:moveTo>
                    <a:pt x="9979" y="0"/>
                  </a:moveTo>
                  <a:lnTo>
                    <a:pt x="9979" y="5335"/>
                  </a:lnTo>
                  <a:cubicBezTo>
                    <a:pt x="9979" y="5549"/>
                    <a:pt x="9836" y="5692"/>
                    <a:pt x="9621" y="5692"/>
                  </a:cubicBezTo>
                  <a:lnTo>
                    <a:pt x="0" y="5692"/>
                  </a:lnTo>
                  <a:lnTo>
                    <a:pt x="0" y="6168"/>
                  </a:lnTo>
                  <a:cubicBezTo>
                    <a:pt x="0" y="6383"/>
                    <a:pt x="167" y="6526"/>
                    <a:pt x="357" y="6526"/>
                  </a:cubicBezTo>
                  <a:lnTo>
                    <a:pt x="10360" y="6526"/>
                  </a:lnTo>
                  <a:cubicBezTo>
                    <a:pt x="10574" y="6526"/>
                    <a:pt x="10717" y="6383"/>
                    <a:pt x="10717" y="6168"/>
                  </a:cubicBezTo>
                  <a:lnTo>
                    <a:pt x="10717" y="358"/>
                  </a:lnTo>
                  <a:cubicBezTo>
                    <a:pt x="10717" y="167"/>
                    <a:pt x="10574" y="0"/>
                    <a:pt x="103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4325;p86">
              <a:extLst>
                <a:ext uri="{FF2B5EF4-FFF2-40B4-BE49-F238E27FC236}">
                  <a16:creationId xmlns:a16="http://schemas.microsoft.com/office/drawing/2014/main" id="{C807D6CC-2F39-B94B-B015-CB207333E6F3}"/>
                </a:ext>
              </a:extLst>
            </p:cNvPr>
            <p:cNvSpPr/>
            <p:nvPr/>
          </p:nvSpPr>
          <p:spPr>
            <a:xfrm>
              <a:off x="4879864" y="3824430"/>
              <a:ext cx="75012" cy="20830"/>
            </a:xfrm>
            <a:custGeom>
              <a:avLst/>
              <a:gdLst/>
              <a:ahLst/>
              <a:cxnLst/>
              <a:rect l="l" t="t" r="r" b="b"/>
              <a:pathLst>
                <a:path w="1977" h="549" extrusionOk="0">
                  <a:moveTo>
                    <a:pt x="0" y="1"/>
                  </a:moveTo>
                  <a:lnTo>
                    <a:pt x="0" y="310"/>
                  </a:lnTo>
                  <a:cubicBezTo>
                    <a:pt x="0" y="429"/>
                    <a:pt x="119" y="548"/>
                    <a:pt x="238" y="548"/>
                  </a:cubicBezTo>
                  <a:lnTo>
                    <a:pt x="1715" y="548"/>
                  </a:lnTo>
                  <a:cubicBezTo>
                    <a:pt x="1858" y="548"/>
                    <a:pt x="1977" y="429"/>
                    <a:pt x="1953" y="262"/>
                  </a:cubicBezTo>
                  <a:lnTo>
                    <a:pt x="19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326;p86">
              <a:extLst>
                <a:ext uri="{FF2B5EF4-FFF2-40B4-BE49-F238E27FC236}">
                  <a16:creationId xmlns:a16="http://schemas.microsoft.com/office/drawing/2014/main" id="{9CB03DF9-AE10-B9B3-2C8F-156CB53D68D0}"/>
                </a:ext>
              </a:extLst>
            </p:cNvPr>
            <p:cNvSpPr/>
            <p:nvPr/>
          </p:nvSpPr>
          <p:spPr>
            <a:xfrm>
              <a:off x="5122931" y="3824430"/>
              <a:ext cx="73229" cy="20830"/>
            </a:xfrm>
            <a:custGeom>
              <a:avLst/>
              <a:gdLst/>
              <a:ahLst/>
              <a:cxnLst/>
              <a:rect l="l" t="t" r="r" b="b"/>
              <a:pathLst>
                <a:path w="1930" h="549" extrusionOk="0">
                  <a:moveTo>
                    <a:pt x="0" y="1"/>
                  </a:moveTo>
                  <a:lnTo>
                    <a:pt x="0" y="310"/>
                  </a:lnTo>
                  <a:cubicBezTo>
                    <a:pt x="0" y="429"/>
                    <a:pt x="119" y="548"/>
                    <a:pt x="238" y="548"/>
                  </a:cubicBezTo>
                  <a:lnTo>
                    <a:pt x="1691" y="548"/>
                  </a:lnTo>
                  <a:cubicBezTo>
                    <a:pt x="1858" y="548"/>
                    <a:pt x="1929" y="429"/>
                    <a:pt x="1929" y="262"/>
                  </a:cubicBezTo>
                  <a:lnTo>
                    <a:pt x="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327;p86">
              <a:extLst>
                <a:ext uri="{FF2B5EF4-FFF2-40B4-BE49-F238E27FC236}">
                  <a16:creationId xmlns:a16="http://schemas.microsoft.com/office/drawing/2014/main" id="{511E2404-7A12-588F-08E1-8C5FBE77C450}"/>
                </a:ext>
              </a:extLst>
            </p:cNvPr>
            <p:cNvSpPr/>
            <p:nvPr/>
          </p:nvSpPr>
          <p:spPr>
            <a:xfrm>
              <a:off x="4863586" y="3608455"/>
              <a:ext cx="215096" cy="184401"/>
            </a:xfrm>
            <a:custGeom>
              <a:avLst/>
              <a:gdLst/>
              <a:ahLst/>
              <a:cxnLst/>
              <a:rect l="l" t="t" r="r" b="b"/>
              <a:pathLst>
                <a:path w="5669" h="4860" extrusionOk="0">
                  <a:moveTo>
                    <a:pt x="262" y="1"/>
                  </a:moveTo>
                  <a:cubicBezTo>
                    <a:pt x="119" y="1"/>
                    <a:pt x="0" y="120"/>
                    <a:pt x="0" y="287"/>
                  </a:cubicBezTo>
                  <a:lnTo>
                    <a:pt x="0" y="4597"/>
                  </a:lnTo>
                  <a:cubicBezTo>
                    <a:pt x="0" y="4740"/>
                    <a:pt x="119" y="4859"/>
                    <a:pt x="262" y="4859"/>
                  </a:cubicBezTo>
                  <a:lnTo>
                    <a:pt x="5406" y="4859"/>
                  </a:lnTo>
                  <a:cubicBezTo>
                    <a:pt x="5549" y="4859"/>
                    <a:pt x="5668" y="4740"/>
                    <a:pt x="5668" y="4597"/>
                  </a:cubicBezTo>
                  <a:lnTo>
                    <a:pt x="5668" y="287"/>
                  </a:lnTo>
                  <a:cubicBezTo>
                    <a:pt x="5668" y="120"/>
                    <a:pt x="5549" y="1"/>
                    <a:pt x="54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328;p86">
              <a:extLst>
                <a:ext uri="{FF2B5EF4-FFF2-40B4-BE49-F238E27FC236}">
                  <a16:creationId xmlns:a16="http://schemas.microsoft.com/office/drawing/2014/main" id="{EA39EF68-9ADC-5E9A-F3F4-155929C63FB1}"/>
                </a:ext>
              </a:extLst>
            </p:cNvPr>
            <p:cNvSpPr/>
            <p:nvPr/>
          </p:nvSpPr>
          <p:spPr>
            <a:xfrm>
              <a:off x="4864496" y="3608455"/>
              <a:ext cx="214185" cy="184401"/>
            </a:xfrm>
            <a:custGeom>
              <a:avLst/>
              <a:gdLst/>
              <a:ahLst/>
              <a:cxnLst/>
              <a:rect l="l" t="t" r="r" b="b"/>
              <a:pathLst>
                <a:path w="5645" h="4860" extrusionOk="0">
                  <a:moveTo>
                    <a:pt x="5096" y="1"/>
                  </a:moveTo>
                  <a:lnTo>
                    <a:pt x="5096" y="3383"/>
                  </a:lnTo>
                  <a:cubicBezTo>
                    <a:pt x="5096" y="3883"/>
                    <a:pt x="4668" y="4287"/>
                    <a:pt x="4168" y="4287"/>
                  </a:cubicBezTo>
                  <a:lnTo>
                    <a:pt x="0" y="4287"/>
                  </a:lnTo>
                  <a:lnTo>
                    <a:pt x="0" y="4597"/>
                  </a:lnTo>
                  <a:cubicBezTo>
                    <a:pt x="0" y="4740"/>
                    <a:pt x="119" y="4859"/>
                    <a:pt x="262" y="4859"/>
                  </a:cubicBezTo>
                  <a:lnTo>
                    <a:pt x="5382" y="4859"/>
                  </a:lnTo>
                  <a:cubicBezTo>
                    <a:pt x="5525" y="4859"/>
                    <a:pt x="5644" y="4740"/>
                    <a:pt x="5644" y="4597"/>
                  </a:cubicBezTo>
                  <a:lnTo>
                    <a:pt x="5644" y="287"/>
                  </a:lnTo>
                  <a:cubicBezTo>
                    <a:pt x="5644" y="120"/>
                    <a:pt x="5525" y="1"/>
                    <a:pt x="53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4329;p86">
              <a:extLst>
                <a:ext uri="{FF2B5EF4-FFF2-40B4-BE49-F238E27FC236}">
                  <a16:creationId xmlns:a16="http://schemas.microsoft.com/office/drawing/2014/main" id="{14506C9C-F9A4-5658-DB43-26203871F258}"/>
                </a:ext>
              </a:extLst>
            </p:cNvPr>
            <p:cNvSpPr/>
            <p:nvPr/>
          </p:nvSpPr>
          <p:spPr>
            <a:xfrm>
              <a:off x="5129230" y="3729571"/>
              <a:ext cx="73229" cy="72318"/>
            </a:xfrm>
            <a:custGeom>
              <a:avLst/>
              <a:gdLst/>
              <a:ahLst/>
              <a:cxnLst/>
              <a:rect l="l" t="t" r="r" b="b"/>
              <a:pathLst>
                <a:path w="1930" h="1906" extrusionOk="0">
                  <a:moveTo>
                    <a:pt x="977" y="0"/>
                  </a:moveTo>
                  <a:cubicBezTo>
                    <a:pt x="429" y="0"/>
                    <a:pt x="1" y="429"/>
                    <a:pt x="1" y="953"/>
                  </a:cubicBezTo>
                  <a:cubicBezTo>
                    <a:pt x="1" y="1500"/>
                    <a:pt x="429" y="1905"/>
                    <a:pt x="977" y="1905"/>
                  </a:cubicBezTo>
                  <a:cubicBezTo>
                    <a:pt x="1501" y="1905"/>
                    <a:pt x="1930" y="1500"/>
                    <a:pt x="1930" y="953"/>
                  </a:cubicBezTo>
                  <a:cubicBezTo>
                    <a:pt x="1930" y="429"/>
                    <a:pt x="1477" y="0"/>
                    <a:pt x="9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330;p86">
              <a:extLst>
                <a:ext uri="{FF2B5EF4-FFF2-40B4-BE49-F238E27FC236}">
                  <a16:creationId xmlns:a16="http://schemas.microsoft.com/office/drawing/2014/main" id="{649CA10B-68C3-DEBA-CC12-0F52F7FC3BBE}"/>
                </a:ext>
              </a:extLst>
            </p:cNvPr>
            <p:cNvSpPr/>
            <p:nvPr/>
          </p:nvSpPr>
          <p:spPr>
            <a:xfrm>
              <a:off x="5154538" y="3729571"/>
              <a:ext cx="47921" cy="72318"/>
            </a:xfrm>
            <a:custGeom>
              <a:avLst/>
              <a:gdLst/>
              <a:ahLst/>
              <a:cxnLst/>
              <a:rect l="l" t="t" r="r" b="b"/>
              <a:pathLst>
                <a:path w="1263" h="1906" extrusionOk="0">
                  <a:moveTo>
                    <a:pt x="310" y="0"/>
                  </a:moveTo>
                  <a:cubicBezTo>
                    <a:pt x="215" y="0"/>
                    <a:pt x="96" y="24"/>
                    <a:pt x="1" y="71"/>
                  </a:cubicBezTo>
                  <a:cubicBezTo>
                    <a:pt x="382" y="191"/>
                    <a:pt x="667" y="548"/>
                    <a:pt x="667" y="953"/>
                  </a:cubicBezTo>
                  <a:cubicBezTo>
                    <a:pt x="667" y="1381"/>
                    <a:pt x="382" y="1738"/>
                    <a:pt x="1" y="1858"/>
                  </a:cubicBezTo>
                  <a:cubicBezTo>
                    <a:pt x="96" y="1881"/>
                    <a:pt x="191" y="1905"/>
                    <a:pt x="310" y="1905"/>
                  </a:cubicBezTo>
                  <a:cubicBezTo>
                    <a:pt x="834" y="1905"/>
                    <a:pt x="1263" y="1500"/>
                    <a:pt x="1263" y="953"/>
                  </a:cubicBezTo>
                  <a:cubicBezTo>
                    <a:pt x="1263" y="429"/>
                    <a:pt x="810" y="0"/>
                    <a:pt x="3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331;p86">
              <a:extLst>
                <a:ext uri="{FF2B5EF4-FFF2-40B4-BE49-F238E27FC236}">
                  <a16:creationId xmlns:a16="http://schemas.microsoft.com/office/drawing/2014/main" id="{5C16CBE3-D877-668E-EAF1-118305D2C7A4}"/>
                </a:ext>
              </a:extLst>
            </p:cNvPr>
            <p:cNvSpPr/>
            <p:nvPr/>
          </p:nvSpPr>
          <p:spPr>
            <a:xfrm>
              <a:off x="5113862" y="3608455"/>
              <a:ext cx="46138" cy="21741"/>
            </a:xfrm>
            <a:custGeom>
              <a:avLst/>
              <a:gdLst/>
              <a:ahLst/>
              <a:cxnLst/>
              <a:rect l="l" t="t" r="r" b="b"/>
              <a:pathLst>
                <a:path w="1216" h="573" extrusionOk="0">
                  <a:moveTo>
                    <a:pt x="239" y="1"/>
                  </a:moveTo>
                  <a:cubicBezTo>
                    <a:pt x="120" y="1"/>
                    <a:pt x="1" y="96"/>
                    <a:pt x="1" y="239"/>
                  </a:cubicBezTo>
                  <a:lnTo>
                    <a:pt x="1" y="334"/>
                  </a:lnTo>
                  <a:cubicBezTo>
                    <a:pt x="1" y="453"/>
                    <a:pt x="96" y="572"/>
                    <a:pt x="239" y="572"/>
                  </a:cubicBezTo>
                  <a:lnTo>
                    <a:pt x="954" y="572"/>
                  </a:lnTo>
                  <a:cubicBezTo>
                    <a:pt x="1096" y="572"/>
                    <a:pt x="1215" y="477"/>
                    <a:pt x="1192" y="334"/>
                  </a:cubicBezTo>
                  <a:lnTo>
                    <a:pt x="1192" y="239"/>
                  </a:lnTo>
                  <a:cubicBezTo>
                    <a:pt x="1192" y="120"/>
                    <a:pt x="1096" y="1"/>
                    <a:pt x="9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4332;p86">
              <a:extLst>
                <a:ext uri="{FF2B5EF4-FFF2-40B4-BE49-F238E27FC236}">
                  <a16:creationId xmlns:a16="http://schemas.microsoft.com/office/drawing/2014/main" id="{ABABF447-3F05-D2F0-7FE3-EF358FE001F1}"/>
                </a:ext>
              </a:extLst>
            </p:cNvPr>
            <p:cNvSpPr/>
            <p:nvPr/>
          </p:nvSpPr>
          <p:spPr>
            <a:xfrm>
              <a:off x="5136477" y="3608455"/>
              <a:ext cx="25346" cy="22652"/>
            </a:xfrm>
            <a:custGeom>
              <a:avLst/>
              <a:gdLst/>
              <a:ahLst/>
              <a:cxnLst/>
              <a:rect l="l" t="t" r="r" b="b"/>
              <a:pathLst>
                <a:path w="668" h="597" extrusionOk="0">
                  <a:moveTo>
                    <a:pt x="0" y="1"/>
                  </a:moveTo>
                  <a:cubicBezTo>
                    <a:pt x="143" y="1"/>
                    <a:pt x="262" y="120"/>
                    <a:pt x="262" y="263"/>
                  </a:cubicBezTo>
                  <a:lnTo>
                    <a:pt x="262" y="334"/>
                  </a:lnTo>
                  <a:cubicBezTo>
                    <a:pt x="262" y="477"/>
                    <a:pt x="143" y="596"/>
                    <a:pt x="0" y="596"/>
                  </a:cubicBezTo>
                  <a:lnTo>
                    <a:pt x="381" y="596"/>
                  </a:lnTo>
                  <a:cubicBezTo>
                    <a:pt x="548" y="596"/>
                    <a:pt x="667" y="477"/>
                    <a:pt x="667" y="334"/>
                  </a:cubicBezTo>
                  <a:lnTo>
                    <a:pt x="667" y="263"/>
                  </a:lnTo>
                  <a:cubicBezTo>
                    <a:pt x="619" y="120"/>
                    <a:pt x="500" y="1"/>
                    <a:pt x="3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4333;p86">
              <a:extLst>
                <a:ext uri="{FF2B5EF4-FFF2-40B4-BE49-F238E27FC236}">
                  <a16:creationId xmlns:a16="http://schemas.microsoft.com/office/drawing/2014/main" id="{1822C344-DF73-042E-266A-769C7A4919C8}"/>
                </a:ext>
              </a:extLst>
            </p:cNvPr>
            <p:cNvSpPr/>
            <p:nvPr/>
          </p:nvSpPr>
          <p:spPr>
            <a:xfrm>
              <a:off x="5113862" y="3648220"/>
              <a:ext cx="46138" cy="21741"/>
            </a:xfrm>
            <a:custGeom>
              <a:avLst/>
              <a:gdLst/>
              <a:ahLst/>
              <a:cxnLst/>
              <a:rect l="l" t="t" r="r" b="b"/>
              <a:pathLst>
                <a:path w="1216" h="573" extrusionOk="0">
                  <a:moveTo>
                    <a:pt x="239" y="1"/>
                  </a:moveTo>
                  <a:cubicBezTo>
                    <a:pt x="120" y="1"/>
                    <a:pt x="1" y="96"/>
                    <a:pt x="1" y="239"/>
                  </a:cubicBezTo>
                  <a:lnTo>
                    <a:pt x="1" y="334"/>
                  </a:lnTo>
                  <a:cubicBezTo>
                    <a:pt x="1" y="453"/>
                    <a:pt x="96" y="572"/>
                    <a:pt x="239" y="572"/>
                  </a:cubicBezTo>
                  <a:lnTo>
                    <a:pt x="954" y="572"/>
                  </a:lnTo>
                  <a:cubicBezTo>
                    <a:pt x="1096" y="572"/>
                    <a:pt x="1215" y="453"/>
                    <a:pt x="1192" y="334"/>
                  </a:cubicBezTo>
                  <a:lnTo>
                    <a:pt x="1192" y="239"/>
                  </a:lnTo>
                  <a:cubicBezTo>
                    <a:pt x="1192" y="120"/>
                    <a:pt x="1096" y="1"/>
                    <a:pt x="9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4334;p86">
              <a:extLst>
                <a:ext uri="{FF2B5EF4-FFF2-40B4-BE49-F238E27FC236}">
                  <a16:creationId xmlns:a16="http://schemas.microsoft.com/office/drawing/2014/main" id="{C81D3EBB-90E7-A6CD-0B46-7D7BA3E4B21C}"/>
                </a:ext>
              </a:extLst>
            </p:cNvPr>
            <p:cNvSpPr/>
            <p:nvPr/>
          </p:nvSpPr>
          <p:spPr>
            <a:xfrm>
              <a:off x="5113862" y="3687985"/>
              <a:ext cx="46138" cy="21741"/>
            </a:xfrm>
            <a:custGeom>
              <a:avLst/>
              <a:gdLst/>
              <a:ahLst/>
              <a:cxnLst/>
              <a:rect l="l" t="t" r="r" b="b"/>
              <a:pathLst>
                <a:path w="1216" h="573" extrusionOk="0">
                  <a:moveTo>
                    <a:pt x="239" y="1"/>
                  </a:moveTo>
                  <a:cubicBezTo>
                    <a:pt x="120" y="1"/>
                    <a:pt x="1" y="96"/>
                    <a:pt x="1" y="239"/>
                  </a:cubicBezTo>
                  <a:lnTo>
                    <a:pt x="1" y="334"/>
                  </a:lnTo>
                  <a:cubicBezTo>
                    <a:pt x="1" y="453"/>
                    <a:pt x="96" y="572"/>
                    <a:pt x="239" y="572"/>
                  </a:cubicBezTo>
                  <a:lnTo>
                    <a:pt x="954" y="572"/>
                  </a:lnTo>
                  <a:cubicBezTo>
                    <a:pt x="1096" y="572"/>
                    <a:pt x="1215" y="453"/>
                    <a:pt x="1192" y="334"/>
                  </a:cubicBezTo>
                  <a:lnTo>
                    <a:pt x="1192" y="239"/>
                  </a:lnTo>
                  <a:cubicBezTo>
                    <a:pt x="1192" y="120"/>
                    <a:pt x="1096" y="1"/>
                    <a:pt x="9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4335;p86">
              <a:extLst>
                <a:ext uri="{FF2B5EF4-FFF2-40B4-BE49-F238E27FC236}">
                  <a16:creationId xmlns:a16="http://schemas.microsoft.com/office/drawing/2014/main" id="{EF5E7FEE-20D5-5C49-72C9-B97C3BCCCA28}"/>
                </a:ext>
              </a:extLst>
            </p:cNvPr>
            <p:cNvSpPr/>
            <p:nvPr/>
          </p:nvSpPr>
          <p:spPr>
            <a:xfrm>
              <a:off x="5136477" y="3648220"/>
              <a:ext cx="25346" cy="22652"/>
            </a:xfrm>
            <a:custGeom>
              <a:avLst/>
              <a:gdLst/>
              <a:ahLst/>
              <a:cxnLst/>
              <a:rect l="l" t="t" r="r" b="b"/>
              <a:pathLst>
                <a:path w="668" h="597" extrusionOk="0">
                  <a:moveTo>
                    <a:pt x="0" y="1"/>
                  </a:moveTo>
                  <a:cubicBezTo>
                    <a:pt x="143" y="1"/>
                    <a:pt x="262" y="120"/>
                    <a:pt x="262" y="263"/>
                  </a:cubicBezTo>
                  <a:lnTo>
                    <a:pt x="262" y="334"/>
                  </a:lnTo>
                  <a:cubicBezTo>
                    <a:pt x="262" y="477"/>
                    <a:pt x="143" y="596"/>
                    <a:pt x="0" y="596"/>
                  </a:cubicBezTo>
                  <a:lnTo>
                    <a:pt x="381" y="596"/>
                  </a:lnTo>
                  <a:cubicBezTo>
                    <a:pt x="548" y="596"/>
                    <a:pt x="667" y="477"/>
                    <a:pt x="667" y="334"/>
                  </a:cubicBezTo>
                  <a:lnTo>
                    <a:pt x="667" y="263"/>
                  </a:lnTo>
                  <a:cubicBezTo>
                    <a:pt x="619" y="120"/>
                    <a:pt x="500" y="1"/>
                    <a:pt x="3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4336;p86">
              <a:extLst>
                <a:ext uri="{FF2B5EF4-FFF2-40B4-BE49-F238E27FC236}">
                  <a16:creationId xmlns:a16="http://schemas.microsoft.com/office/drawing/2014/main" id="{16DAE014-E45A-083C-083F-498302CF1B1D}"/>
                </a:ext>
              </a:extLst>
            </p:cNvPr>
            <p:cNvSpPr/>
            <p:nvPr/>
          </p:nvSpPr>
          <p:spPr>
            <a:xfrm>
              <a:off x="5136477" y="3687074"/>
              <a:ext cx="25346" cy="21741"/>
            </a:xfrm>
            <a:custGeom>
              <a:avLst/>
              <a:gdLst/>
              <a:ahLst/>
              <a:cxnLst/>
              <a:rect l="l" t="t" r="r" b="b"/>
              <a:pathLst>
                <a:path w="668" h="573" extrusionOk="0">
                  <a:moveTo>
                    <a:pt x="0" y="1"/>
                  </a:moveTo>
                  <a:cubicBezTo>
                    <a:pt x="143" y="1"/>
                    <a:pt x="262" y="120"/>
                    <a:pt x="262" y="263"/>
                  </a:cubicBezTo>
                  <a:lnTo>
                    <a:pt x="262" y="310"/>
                  </a:lnTo>
                  <a:cubicBezTo>
                    <a:pt x="262" y="477"/>
                    <a:pt x="143" y="572"/>
                    <a:pt x="0" y="572"/>
                  </a:cubicBezTo>
                  <a:lnTo>
                    <a:pt x="381" y="572"/>
                  </a:lnTo>
                  <a:cubicBezTo>
                    <a:pt x="548" y="572"/>
                    <a:pt x="667" y="477"/>
                    <a:pt x="667" y="310"/>
                  </a:cubicBezTo>
                  <a:lnTo>
                    <a:pt x="667" y="263"/>
                  </a:lnTo>
                  <a:cubicBezTo>
                    <a:pt x="619" y="120"/>
                    <a:pt x="500" y="1"/>
                    <a:pt x="3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4337;p86">
              <a:extLst>
                <a:ext uri="{FF2B5EF4-FFF2-40B4-BE49-F238E27FC236}">
                  <a16:creationId xmlns:a16="http://schemas.microsoft.com/office/drawing/2014/main" id="{BE766015-4D8C-D550-93BE-DD126A44BF03}"/>
                </a:ext>
              </a:extLst>
            </p:cNvPr>
            <p:cNvSpPr/>
            <p:nvPr/>
          </p:nvSpPr>
          <p:spPr>
            <a:xfrm>
              <a:off x="5179846" y="3608455"/>
              <a:ext cx="37980" cy="101269"/>
            </a:xfrm>
            <a:custGeom>
              <a:avLst/>
              <a:gdLst/>
              <a:ahLst/>
              <a:cxnLst/>
              <a:rect l="l" t="t" r="r" b="b"/>
              <a:pathLst>
                <a:path w="1001" h="2669" extrusionOk="0">
                  <a:moveTo>
                    <a:pt x="239" y="1"/>
                  </a:moveTo>
                  <a:cubicBezTo>
                    <a:pt x="119" y="1"/>
                    <a:pt x="0" y="120"/>
                    <a:pt x="0" y="239"/>
                  </a:cubicBezTo>
                  <a:lnTo>
                    <a:pt x="0" y="2430"/>
                  </a:lnTo>
                  <a:cubicBezTo>
                    <a:pt x="0" y="2549"/>
                    <a:pt x="119" y="2668"/>
                    <a:pt x="239" y="2668"/>
                  </a:cubicBezTo>
                  <a:lnTo>
                    <a:pt x="762" y="2668"/>
                  </a:lnTo>
                  <a:cubicBezTo>
                    <a:pt x="882" y="2668"/>
                    <a:pt x="1001" y="2549"/>
                    <a:pt x="1001" y="2430"/>
                  </a:cubicBezTo>
                  <a:lnTo>
                    <a:pt x="1001" y="239"/>
                  </a:lnTo>
                  <a:cubicBezTo>
                    <a:pt x="1001" y="120"/>
                    <a:pt x="882" y="1"/>
                    <a:pt x="7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4338;p86">
              <a:extLst>
                <a:ext uri="{FF2B5EF4-FFF2-40B4-BE49-F238E27FC236}">
                  <a16:creationId xmlns:a16="http://schemas.microsoft.com/office/drawing/2014/main" id="{8BA38F6E-F727-F236-B52B-A3DE993FF072}"/>
                </a:ext>
              </a:extLst>
            </p:cNvPr>
            <p:cNvSpPr/>
            <p:nvPr/>
          </p:nvSpPr>
          <p:spPr>
            <a:xfrm>
              <a:off x="5194303" y="3608455"/>
              <a:ext cx="23524" cy="101269"/>
            </a:xfrm>
            <a:custGeom>
              <a:avLst/>
              <a:gdLst/>
              <a:ahLst/>
              <a:cxnLst/>
              <a:rect l="l" t="t" r="r" b="b"/>
              <a:pathLst>
                <a:path w="620" h="2669" extrusionOk="0">
                  <a:moveTo>
                    <a:pt x="0" y="1"/>
                  </a:moveTo>
                  <a:cubicBezTo>
                    <a:pt x="120" y="1"/>
                    <a:pt x="239" y="120"/>
                    <a:pt x="239" y="239"/>
                  </a:cubicBezTo>
                  <a:lnTo>
                    <a:pt x="239" y="2430"/>
                  </a:lnTo>
                  <a:cubicBezTo>
                    <a:pt x="239" y="2549"/>
                    <a:pt x="120" y="2668"/>
                    <a:pt x="0" y="2668"/>
                  </a:cubicBezTo>
                  <a:lnTo>
                    <a:pt x="358" y="2668"/>
                  </a:lnTo>
                  <a:cubicBezTo>
                    <a:pt x="477" y="2668"/>
                    <a:pt x="596" y="2549"/>
                    <a:pt x="596" y="2430"/>
                  </a:cubicBezTo>
                  <a:lnTo>
                    <a:pt x="596" y="239"/>
                  </a:lnTo>
                  <a:cubicBezTo>
                    <a:pt x="620" y="96"/>
                    <a:pt x="501" y="1"/>
                    <a:pt x="3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4339;p86">
              <a:extLst>
                <a:ext uri="{FF2B5EF4-FFF2-40B4-BE49-F238E27FC236}">
                  <a16:creationId xmlns:a16="http://schemas.microsoft.com/office/drawing/2014/main" id="{2B0CCA85-C88E-766B-6D32-31695094EB77}"/>
                </a:ext>
              </a:extLst>
            </p:cNvPr>
            <p:cNvSpPr/>
            <p:nvPr/>
          </p:nvSpPr>
          <p:spPr>
            <a:xfrm>
              <a:off x="5032549" y="3623822"/>
              <a:ext cx="32555" cy="10889"/>
            </a:xfrm>
            <a:custGeom>
              <a:avLst/>
              <a:gdLst/>
              <a:ahLst/>
              <a:cxnLst/>
              <a:rect l="l" t="t" r="r" b="b"/>
              <a:pathLst>
                <a:path w="858" h="287" extrusionOk="0">
                  <a:moveTo>
                    <a:pt x="144" y="1"/>
                  </a:moveTo>
                  <a:cubicBezTo>
                    <a:pt x="72" y="1"/>
                    <a:pt x="1" y="48"/>
                    <a:pt x="1" y="144"/>
                  </a:cubicBezTo>
                  <a:cubicBezTo>
                    <a:pt x="1" y="191"/>
                    <a:pt x="72" y="287"/>
                    <a:pt x="144" y="287"/>
                  </a:cubicBezTo>
                  <a:lnTo>
                    <a:pt x="715" y="287"/>
                  </a:lnTo>
                  <a:cubicBezTo>
                    <a:pt x="810" y="287"/>
                    <a:pt x="858" y="239"/>
                    <a:pt x="858" y="144"/>
                  </a:cubicBezTo>
                  <a:cubicBezTo>
                    <a:pt x="858" y="48"/>
                    <a:pt x="810" y="1"/>
                    <a:pt x="7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4340;p86">
              <a:extLst>
                <a:ext uri="{FF2B5EF4-FFF2-40B4-BE49-F238E27FC236}">
                  <a16:creationId xmlns:a16="http://schemas.microsoft.com/office/drawing/2014/main" id="{EDE70590-ACA3-2F62-F224-9754E14625AF}"/>
                </a:ext>
              </a:extLst>
            </p:cNvPr>
            <p:cNvSpPr/>
            <p:nvPr/>
          </p:nvSpPr>
          <p:spPr>
            <a:xfrm>
              <a:off x="4878042" y="3623822"/>
              <a:ext cx="13583" cy="10889"/>
            </a:xfrm>
            <a:custGeom>
              <a:avLst/>
              <a:gdLst/>
              <a:ahLst/>
              <a:cxnLst/>
              <a:rect l="l" t="t" r="r" b="b"/>
              <a:pathLst>
                <a:path w="358" h="287" extrusionOk="0">
                  <a:moveTo>
                    <a:pt x="167" y="1"/>
                  </a:moveTo>
                  <a:cubicBezTo>
                    <a:pt x="96" y="1"/>
                    <a:pt x="24" y="48"/>
                    <a:pt x="24" y="144"/>
                  </a:cubicBezTo>
                  <a:cubicBezTo>
                    <a:pt x="0" y="191"/>
                    <a:pt x="96" y="287"/>
                    <a:pt x="167" y="287"/>
                  </a:cubicBezTo>
                  <a:cubicBezTo>
                    <a:pt x="286" y="287"/>
                    <a:pt x="358" y="239"/>
                    <a:pt x="358" y="144"/>
                  </a:cubicBezTo>
                  <a:cubicBezTo>
                    <a:pt x="358" y="48"/>
                    <a:pt x="286" y="1"/>
                    <a:pt x="2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341;p86">
              <a:extLst>
                <a:ext uri="{FF2B5EF4-FFF2-40B4-BE49-F238E27FC236}">
                  <a16:creationId xmlns:a16="http://schemas.microsoft.com/office/drawing/2014/main" id="{8FF96D1F-6E49-508E-1181-72ABB17FBDA8}"/>
                </a:ext>
              </a:extLst>
            </p:cNvPr>
            <p:cNvSpPr/>
            <p:nvPr/>
          </p:nvSpPr>
          <p:spPr>
            <a:xfrm>
              <a:off x="4884379" y="3652735"/>
              <a:ext cx="171690" cy="99447"/>
            </a:xfrm>
            <a:custGeom>
              <a:avLst/>
              <a:gdLst/>
              <a:ahLst/>
              <a:cxnLst/>
              <a:rect l="l" t="t" r="r" b="b"/>
              <a:pathLst>
                <a:path w="4525" h="2621" extrusionOk="0">
                  <a:moveTo>
                    <a:pt x="2048" y="1"/>
                  </a:moveTo>
                  <a:cubicBezTo>
                    <a:pt x="1977" y="1"/>
                    <a:pt x="1905" y="72"/>
                    <a:pt x="1905" y="120"/>
                  </a:cubicBezTo>
                  <a:lnTo>
                    <a:pt x="1548" y="1882"/>
                  </a:lnTo>
                  <a:lnTo>
                    <a:pt x="1215" y="882"/>
                  </a:lnTo>
                  <a:cubicBezTo>
                    <a:pt x="1191" y="834"/>
                    <a:pt x="1143" y="787"/>
                    <a:pt x="1072" y="787"/>
                  </a:cubicBezTo>
                  <a:cubicBezTo>
                    <a:pt x="1024" y="787"/>
                    <a:pt x="953" y="810"/>
                    <a:pt x="929" y="858"/>
                  </a:cubicBezTo>
                  <a:lnTo>
                    <a:pt x="500" y="1739"/>
                  </a:lnTo>
                  <a:lnTo>
                    <a:pt x="191" y="1739"/>
                  </a:lnTo>
                  <a:cubicBezTo>
                    <a:pt x="162" y="1722"/>
                    <a:pt x="135" y="1714"/>
                    <a:pt x="112" y="1714"/>
                  </a:cubicBezTo>
                  <a:cubicBezTo>
                    <a:pt x="41" y="1714"/>
                    <a:pt x="0" y="1786"/>
                    <a:pt x="0" y="1858"/>
                  </a:cubicBezTo>
                  <a:cubicBezTo>
                    <a:pt x="0" y="1930"/>
                    <a:pt x="72" y="2001"/>
                    <a:pt x="167" y="2001"/>
                  </a:cubicBezTo>
                  <a:lnTo>
                    <a:pt x="572" y="2001"/>
                  </a:lnTo>
                  <a:cubicBezTo>
                    <a:pt x="643" y="2001"/>
                    <a:pt x="691" y="1977"/>
                    <a:pt x="715" y="1906"/>
                  </a:cubicBezTo>
                  <a:lnTo>
                    <a:pt x="1000" y="1311"/>
                  </a:lnTo>
                  <a:lnTo>
                    <a:pt x="1381" y="2501"/>
                  </a:lnTo>
                  <a:cubicBezTo>
                    <a:pt x="1405" y="2573"/>
                    <a:pt x="1477" y="2620"/>
                    <a:pt x="1524" y="2620"/>
                  </a:cubicBezTo>
                  <a:cubicBezTo>
                    <a:pt x="1596" y="2620"/>
                    <a:pt x="1667" y="2573"/>
                    <a:pt x="1667" y="2501"/>
                  </a:cubicBezTo>
                  <a:lnTo>
                    <a:pt x="1977" y="977"/>
                  </a:lnTo>
                  <a:lnTo>
                    <a:pt x="2096" y="1787"/>
                  </a:lnTo>
                  <a:cubicBezTo>
                    <a:pt x="2096" y="1882"/>
                    <a:pt x="2191" y="1930"/>
                    <a:pt x="2239" y="1930"/>
                  </a:cubicBezTo>
                  <a:lnTo>
                    <a:pt x="2858" y="1930"/>
                  </a:lnTo>
                  <a:cubicBezTo>
                    <a:pt x="2953" y="1930"/>
                    <a:pt x="3001" y="1882"/>
                    <a:pt x="3001" y="1811"/>
                  </a:cubicBezTo>
                  <a:lnTo>
                    <a:pt x="3096" y="1406"/>
                  </a:lnTo>
                  <a:lnTo>
                    <a:pt x="3310" y="2335"/>
                  </a:lnTo>
                  <a:cubicBezTo>
                    <a:pt x="3334" y="2382"/>
                    <a:pt x="3382" y="2454"/>
                    <a:pt x="3453" y="2454"/>
                  </a:cubicBezTo>
                  <a:cubicBezTo>
                    <a:pt x="3525" y="2454"/>
                    <a:pt x="3596" y="2406"/>
                    <a:pt x="3644" y="2358"/>
                  </a:cubicBezTo>
                  <a:lnTo>
                    <a:pt x="3858" y="1930"/>
                  </a:lnTo>
                  <a:lnTo>
                    <a:pt x="4382" y="1930"/>
                  </a:lnTo>
                  <a:cubicBezTo>
                    <a:pt x="4477" y="1930"/>
                    <a:pt x="4525" y="1882"/>
                    <a:pt x="4525" y="1787"/>
                  </a:cubicBezTo>
                  <a:cubicBezTo>
                    <a:pt x="4525" y="1692"/>
                    <a:pt x="4477" y="1644"/>
                    <a:pt x="4382" y="1644"/>
                  </a:cubicBezTo>
                  <a:lnTo>
                    <a:pt x="3763" y="1644"/>
                  </a:lnTo>
                  <a:cubicBezTo>
                    <a:pt x="3691" y="1644"/>
                    <a:pt x="3644" y="1668"/>
                    <a:pt x="3596" y="1739"/>
                  </a:cubicBezTo>
                  <a:lnTo>
                    <a:pt x="3572" y="1811"/>
                  </a:lnTo>
                  <a:lnTo>
                    <a:pt x="3310" y="596"/>
                  </a:lnTo>
                  <a:cubicBezTo>
                    <a:pt x="3286" y="501"/>
                    <a:pt x="3215" y="477"/>
                    <a:pt x="3167" y="477"/>
                  </a:cubicBezTo>
                  <a:cubicBezTo>
                    <a:pt x="3072" y="477"/>
                    <a:pt x="3001" y="549"/>
                    <a:pt x="3001" y="596"/>
                  </a:cubicBezTo>
                  <a:lnTo>
                    <a:pt x="2810" y="1668"/>
                  </a:lnTo>
                  <a:lnTo>
                    <a:pt x="2453" y="1668"/>
                  </a:lnTo>
                  <a:lnTo>
                    <a:pt x="2215" y="144"/>
                  </a:lnTo>
                  <a:cubicBezTo>
                    <a:pt x="2215" y="72"/>
                    <a:pt x="2120" y="1"/>
                    <a:pt x="20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7030;p123">
            <a:extLst>
              <a:ext uri="{FF2B5EF4-FFF2-40B4-BE49-F238E27FC236}">
                <a16:creationId xmlns:a16="http://schemas.microsoft.com/office/drawing/2014/main" id="{B5C86FBB-FE7F-0D7D-E140-5DE9EBFEF879}"/>
              </a:ext>
            </a:extLst>
          </p:cNvPr>
          <p:cNvGrpSpPr/>
          <p:nvPr/>
        </p:nvGrpSpPr>
        <p:grpSpPr>
          <a:xfrm>
            <a:off x="6536709" y="2129248"/>
            <a:ext cx="385689" cy="367538"/>
            <a:chOff x="4823798" y="3915317"/>
            <a:chExt cx="457954" cy="436403"/>
          </a:xfrm>
        </p:grpSpPr>
        <p:sp>
          <p:nvSpPr>
            <p:cNvPr id="23" name="Google Shape;7031;p123">
              <a:extLst>
                <a:ext uri="{FF2B5EF4-FFF2-40B4-BE49-F238E27FC236}">
                  <a16:creationId xmlns:a16="http://schemas.microsoft.com/office/drawing/2014/main" id="{65EE424B-9C8A-A545-D9C3-2577719E5E7F}"/>
                </a:ext>
              </a:extLst>
            </p:cNvPr>
            <p:cNvSpPr/>
            <p:nvPr/>
          </p:nvSpPr>
          <p:spPr>
            <a:xfrm>
              <a:off x="4975200" y="4240378"/>
              <a:ext cx="132893" cy="92769"/>
            </a:xfrm>
            <a:custGeom>
              <a:avLst/>
              <a:gdLst/>
              <a:ahLst/>
              <a:cxnLst/>
              <a:rect l="l" t="t" r="r" b="b"/>
              <a:pathLst>
                <a:path w="4150" h="2897" extrusionOk="0">
                  <a:moveTo>
                    <a:pt x="2898" y="0"/>
                  </a:moveTo>
                  <a:lnTo>
                    <a:pt x="580" y="487"/>
                  </a:lnTo>
                  <a:lnTo>
                    <a:pt x="1" y="2596"/>
                  </a:lnTo>
                  <a:lnTo>
                    <a:pt x="4149" y="2897"/>
                  </a:lnTo>
                  <a:lnTo>
                    <a:pt x="4149" y="765"/>
                  </a:lnTo>
                  <a:lnTo>
                    <a:pt x="28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032;p123">
              <a:extLst>
                <a:ext uri="{FF2B5EF4-FFF2-40B4-BE49-F238E27FC236}">
                  <a16:creationId xmlns:a16="http://schemas.microsoft.com/office/drawing/2014/main" id="{B447ED66-2899-FF7B-3FB8-F9C8F7700929}"/>
                </a:ext>
              </a:extLst>
            </p:cNvPr>
            <p:cNvSpPr/>
            <p:nvPr/>
          </p:nvSpPr>
          <p:spPr>
            <a:xfrm>
              <a:off x="5083564" y="4246302"/>
              <a:ext cx="46048" cy="83899"/>
            </a:xfrm>
            <a:custGeom>
              <a:avLst/>
              <a:gdLst/>
              <a:ahLst/>
              <a:cxnLst/>
              <a:rect l="l" t="t" r="r" b="b"/>
              <a:pathLst>
                <a:path w="1438" h="2620" extrusionOk="0">
                  <a:moveTo>
                    <a:pt x="487" y="0"/>
                  </a:moveTo>
                  <a:lnTo>
                    <a:pt x="0" y="302"/>
                  </a:lnTo>
                  <a:lnTo>
                    <a:pt x="580" y="2411"/>
                  </a:lnTo>
                  <a:lnTo>
                    <a:pt x="1159" y="2619"/>
                  </a:lnTo>
                  <a:lnTo>
                    <a:pt x="1437" y="2411"/>
                  </a:lnTo>
                  <a:lnTo>
                    <a:pt x="858" y="302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7033;p123">
              <a:extLst>
                <a:ext uri="{FF2B5EF4-FFF2-40B4-BE49-F238E27FC236}">
                  <a16:creationId xmlns:a16="http://schemas.microsoft.com/office/drawing/2014/main" id="{0479A3F9-2849-56DB-CB54-F84DE391BE61}"/>
                </a:ext>
              </a:extLst>
            </p:cNvPr>
            <p:cNvSpPr/>
            <p:nvPr/>
          </p:nvSpPr>
          <p:spPr>
            <a:xfrm>
              <a:off x="4823798" y="3915317"/>
              <a:ext cx="429742" cy="340655"/>
            </a:xfrm>
            <a:custGeom>
              <a:avLst/>
              <a:gdLst/>
              <a:ahLst/>
              <a:cxnLst/>
              <a:rect l="l" t="t" r="r" b="b"/>
              <a:pathLst>
                <a:path w="13420" h="10638" extrusionOk="0">
                  <a:moveTo>
                    <a:pt x="766" y="0"/>
                  </a:moveTo>
                  <a:cubicBezTo>
                    <a:pt x="395" y="0"/>
                    <a:pt x="1" y="394"/>
                    <a:pt x="1" y="788"/>
                  </a:cubicBezTo>
                  <a:lnTo>
                    <a:pt x="1" y="9850"/>
                  </a:lnTo>
                  <a:cubicBezTo>
                    <a:pt x="1" y="10244"/>
                    <a:pt x="395" y="10638"/>
                    <a:pt x="766" y="10638"/>
                  </a:cubicBezTo>
                  <a:lnTo>
                    <a:pt x="12747" y="10638"/>
                  </a:lnTo>
                  <a:cubicBezTo>
                    <a:pt x="13141" y="10638"/>
                    <a:pt x="13419" y="10244"/>
                    <a:pt x="13419" y="9850"/>
                  </a:cubicBezTo>
                  <a:lnTo>
                    <a:pt x="13419" y="788"/>
                  </a:lnTo>
                  <a:cubicBezTo>
                    <a:pt x="13419" y="394"/>
                    <a:pt x="13141" y="0"/>
                    <a:pt x="127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7034;p123">
              <a:extLst>
                <a:ext uri="{FF2B5EF4-FFF2-40B4-BE49-F238E27FC236}">
                  <a16:creationId xmlns:a16="http://schemas.microsoft.com/office/drawing/2014/main" id="{CEE098F7-5B6A-8944-0566-90AACA88121E}"/>
                </a:ext>
              </a:extLst>
            </p:cNvPr>
            <p:cNvSpPr/>
            <p:nvPr/>
          </p:nvSpPr>
          <p:spPr>
            <a:xfrm>
              <a:off x="5229010" y="3915317"/>
              <a:ext cx="52741" cy="340655"/>
            </a:xfrm>
            <a:custGeom>
              <a:avLst/>
              <a:gdLst/>
              <a:ahLst/>
              <a:cxnLst/>
              <a:rect l="l" t="t" r="r" b="b"/>
              <a:pathLst>
                <a:path w="1647" h="10638" extrusionOk="0">
                  <a:moveTo>
                    <a:pt x="1" y="0"/>
                  </a:moveTo>
                  <a:cubicBezTo>
                    <a:pt x="371" y="0"/>
                    <a:pt x="765" y="394"/>
                    <a:pt x="765" y="788"/>
                  </a:cubicBezTo>
                  <a:lnTo>
                    <a:pt x="765" y="1066"/>
                  </a:lnTo>
                  <a:lnTo>
                    <a:pt x="1" y="5794"/>
                  </a:lnTo>
                  <a:lnTo>
                    <a:pt x="765" y="9572"/>
                  </a:lnTo>
                  <a:lnTo>
                    <a:pt x="765" y="9850"/>
                  </a:lnTo>
                  <a:cubicBezTo>
                    <a:pt x="765" y="10244"/>
                    <a:pt x="371" y="10638"/>
                    <a:pt x="1" y="10638"/>
                  </a:cubicBezTo>
                  <a:lnTo>
                    <a:pt x="858" y="10638"/>
                  </a:lnTo>
                  <a:cubicBezTo>
                    <a:pt x="1252" y="10638"/>
                    <a:pt x="1646" y="10244"/>
                    <a:pt x="1646" y="9850"/>
                  </a:cubicBezTo>
                  <a:lnTo>
                    <a:pt x="1646" y="788"/>
                  </a:lnTo>
                  <a:cubicBezTo>
                    <a:pt x="1646" y="394"/>
                    <a:pt x="1252" y="0"/>
                    <a:pt x="8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7035;p123">
              <a:extLst>
                <a:ext uri="{FF2B5EF4-FFF2-40B4-BE49-F238E27FC236}">
                  <a16:creationId xmlns:a16="http://schemas.microsoft.com/office/drawing/2014/main" id="{21E1FC69-DD13-27F3-8FCA-C133A1F66CC0}"/>
                </a:ext>
              </a:extLst>
            </p:cNvPr>
            <p:cNvSpPr/>
            <p:nvPr/>
          </p:nvSpPr>
          <p:spPr>
            <a:xfrm>
              <a:off x="4851273" y="3943529"/>
              <a:ext cx="306519" cy="284264"/>
            </a:xfrm>
            <a:custGeom>
              <a:avLst/>
              <a:gdLst/>
              <a:ahLst/>
              <a:cxnLst/>
              <a:rect l="l" t="t" r="r" b="b"/>
              <a:pathLst>
                <a:path w="9572" h="8877" extrusionOk="0">
                  <a:moveTo>
                    <a:pt x="209" y="0"/>
                  </a:moveTo>
                  <a:cubicBezTo>
                    <a:pt x="116" y="0"/>
                    <a:pt x="0" y="93"/>
                    <a:pt x="0" y="185"/>
                  </a:cubicBezTo>
                  <a:lnTo>
                    <a:pt x="0" y="8691"/>
                  </a:lnTo>
                  <a:cubicBezTo>
                    <a:pt x="0" y="8783"/>
                    <a:pt x="116" y="8876"/>
                    <a:pt x="209" y="8876"/>
                  </a:cubicBezTo>
                  <a:lnTo>
                    <a:pt x="5910" y="8876"/>
                  </a:lnTo>
                  <a:lnTo>
                    <a:pt x="9572" y="4728"/>
                  </a:lnTo>
                  <a:lnTo>
                    <a:pt x="59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7036;p123">
              <a:extLst>
                <a:ext uri="{FF2B5EF4-FFF2-40B4-BE49-F238E27FC236}">
                  <a16:creationId xmlns:a16="http://schemas.microsoft.com/office/drawing/2014/main" id="{CF9BD7BA-9A01-59AE-7A7C-34E7CEC1D015}"/>
                </a:ext>
              </a:extLst>
            </p:cNvPr>
            <p:cNvSpPr/>
            <p:nvPr/>
          </p:nvSpPr>
          <p:spPr>
            <a:xfrm>
              <a:off x="4947757" y="4323476"/>
              <a:ext cx="185570" cy="28244"/>
            </a:xfrm>
            <a:custGeom>
              <a:avLst/>
              <a:gdLst/>
              <a:ahLst/>
              <a:cxnLst/>
              <a:rect l="l" t="t" r="r" b="b"/>
              <a:pathLst>
                <a:path w="5795" h="882" extrusionOk="0">
                  <a:moveTo>
                    <a:pt x="580" y="1"/>
                  </a:moveTo>
                  <a:cubicBezTo>
                    <a:pt x="371" y="1"/>
                    <a:pt x="278" y="117"/>
                    <a:pt x="186" y="302"/>
                  </a:cubicBezTo>
                  <a:lnTo>
                    <a:pt x="0" y="696"/>
                  </a:lnTo>
                  <a:cubicBezTo>
                    <a:pt x="0" y="789"/>
                    <a:pt x="93" y="881"/>
                    <a:pt x="93" y="881"/>
                  </a:cubicBezTo>
                  <a:lnTo>
                    <a:pt x="5678" y="881"/>
                  </a:lnTo>
                  <a:cubicBezTo>
                    <a:pt x="5678" y="881"/>
                    <a:pt x="5794" y="789"/>
                    <a:pt x="5794" y="696"/>
                  </a:cubicBezTo>
                  <a:lnTo>
                    <a:pt x="5585" y="302"/>
                  </a:lnTo>
                  <a:cubicBezTo>
                    <a:pt x="5493" y="117"/>
                    <a:pt x="5400" y="1"/>
                    <a:pt x="52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7037;p123">
              <a:extLst>
                <a:ext uri="{FF2B5EF4-FFF2-40B4-BE49-F238E27FC236}">
                  <a16:creationId xmlns:a16="http://schemas.microsoft.com/office/drawing/2014/main" id="{11AD2DB7-8720-B198-1CDA-E3DAC319F5F5}"/>
                </a:ext>
              </a:extLst>
            </p:cNvPr>
            <p:cNvSpPr/>
            <p:nvPr/>
          </p:nvSpPr>
          <p:spPr>
            <a:xfrm>
              <a:off x="5111008" y="4323476"/>
              <a:ext cx="46785" cy="28244"/>
            </a:xfrm>
            <a:custGeom>
              <a:avLst/>
              <a:gdLst/>
              <a:ahLst/>
              <a:cxnLst/>
              <a:rect l="l" t="t" r="r" b="b"/>
              <a:pathLst>
                <a:path w="1461" h="882" extrusionOk="0">
                  <a:moveTo>
                    <a:pt x="1" y="1"/>
                  </a:moveTo>
                  <a:cubicBezTo>
                    <a:pt x="209" y="1"/>
                    <a:pt x="302" y="117"/>
                    <a:pt x="395" y="302"/>
                  </a:cubicBezTo>
                  <a:lnTo>
                    <a:pt x="580" y="696"/>
                  </a:lnTo>
                  <a:cubicBezTo>
                    <a:pt x="580" y="789"/>
                    <a:pt x="487" y="881"/>
                    <a:pt x="487" y="881"/>
                  </a:cubicBezTo>
                  <a:lnTo>
                    <a:pt x="1368" y="881"/>
                  </a:lnTo>
                  <a:cubicBezTo>
                    <a:pt x="1368" y="881"/>
                    <a:pt x="1461" y="789"/>
                    <a:pt x="1461" y="696"/>
                  </a:cubicBezTo>
                  <a:lnTo>
                    <a:pt x="1275" y="302"/>
                  </a:lnTo>
                  <a:cubicBezTo>
                    <a:pt x="1160" y="117"/>
                    <a:pt x="1067" y="1"/>
                    <a:pt x="8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7038;p123">
              <a:extLst>
                <a:ext uri="{FF2B5EF4-FFF2-40B4-BE49-F238E27FC236}">
                  <a16:creationId xmlns:a16="http://schemas.microsoft.com/office/drawing/2014/main" id="{9E97A6E4-5188-BCCA-51E9-9FA4C1AB9FAA}"/>
                </a:ext>
              </a:extLst>
            </p:cNvPr>
            <p:cNvSpPr/>
            <p:nvPr/>
          </p:nvSpPr>
          <p:spPr>
            <a:xfrm>
              <a:off x="4892102" y="4005108"/>
              <a:ext cx="107628" cy="15627"/>
            </a:xfrm>
            <a:custGeom>
              <a:avLst/>
              <a:gdLst/>
              <a:ahLst/>
              <a:cxnLst/>
              <a:rect l="l" t="t" r="r" b="b"/>
              <a:pathLst>
                <a:path w="3361" h="488" extrusionOk="0">
                  <a:moveTo>
                    <a:pt x="278" y="1"/>
                  </a:moveTo>
                  <a:cubicBezTo>
                    <a:pt x="93" y="1"/>
                    <a:pt x="0" y="93"/>
                    <a:pt x="0" y="302"/>
                  </a:cubicBezTo>
                  <a:cubicBezTo>
                    <a:pt x="0" y="395"/>
                    <a:pt x="93" y="487"/>
                    <a:pt x="278" y="487"/>
                  </a:cubicBezTo>
                  <a:lnTo>
                    <a:pt x="3082" y="487"/>
                  </a:lnTo>
                  <a:cubicBezTo>
                    <a:pt x="3268" y="487"/>
                    <a:pt x="3361" y="395"/>
                    <a:pt x="3361" y="302"/>
                  </a:cubicBezTo>
                  <a:cubicBezTo>
                    <a:pt x="3361" y="93"/>
                    <a:pt x="3268" y="1"/>
                    <a:pt x="30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7039;p123">
              <a:extLst>
                <a:ext uri="{FF2B5EF4-FFF2-40B4-BE49-F238E27FC236}">
                  <a16:creationId xmlns:a16="http://schemas.microsoft.com/office/drawing/2014/main" id="{7951B70A-D24C-B04C-65B8-533388DE32CC}"/>
                </a:ext>
              </a:extLst>
            </p:cNvPr>
            <p:cNvSpPr/>
            <p:nvPr/>
          </p:nvSpPr>
          <p:spPr>
            <a:xfrm>
              <a:off x="4892102" y="4150555"/>
              <a:ext cx="107628" cy="15627"/>
            </a:xfrm>
            <a:custGeom>
              <a:avLst/>
              <a:gdLst/>
              <a:ahLst/>
              <a:cxnLst/>
              <a:rect l="l" t="t" r="r" b="b"/>
              <a:pathLst>
                <a:path w="3361" h="488" extrusionOk="0">
                  <a:moveTo>
                    <a:pt x="278" y="1"/>
                  </a:moveTo>
                  <a:cubicBezTo>
                    <a:pt x="93" y="1"/>
                    <a:pt x="0" y="94"/>
                    <a:pt x="0" y="186"/>
                  </a:cubicBezTo>
                  <a:cubicBezTo>
                    <a:pt x="0" y="395"/>
                    <a:pt x="93" y="488"/>
                    <a:pt x="278" y="488"/>
                  </a:cubicBezTo>
                  <a:lnTo>
                    <a:pt x="3082" y="488"/>
                  </a:lnTo>
                  <a:cubicBezTo>
                    <a:pt x="3268" y="488"/>
                    <a:pt x="3361" y="395"/>
                    <a:pt x="3361" y="186"/>
                  </a:cubicBezTo>
                  <a:cubicBezTo>
                    <a:pt x="3361" y="94"/>
                    <a:pt x="3268" y="1"/>
                    <a:pt x="30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7040;p123">
              <a:extLst>
                <a:ext uri="{FF2B5EF4-FFF2-40B4-BE49-F238E27FC236}">
                  <a16:creationId xmlns:a16="http://schemas.microsoft.com/office/drawing/2014/main" id="{3CDB81B3-72FE-C4DF-8A74-2B6D9B6B2551}"/>
                </a:ext>
              </a:extLst>
            </p:cNvPr>
            <p:cNvSpPr/>
            <p:nvPr/>
          </p:nvSpPr>
          <p:spPr>
            <a:xfrm>
              <a:off x="4901004" y="4079337"/>
              <a:ext cx="89823" cy="12649"/>
            </a:xfrm>
            <a:custGeom>
              <a:avLst/>
              <a:gdLst/>
              <a:ahLst/>
              <a:cxnLst/>
              <a:rect l="l" t="t" r="r" b="b"/>
              <a:pathLst>
                <a:path w="2805" h="395" extrusionOk="0">
                  <a:moveTo>
                    <a:pt x="186" y="0"/>
                  </a:moveTo>
                  <a:cubicBezTo>
                    <a:pt x="93" y="0"/>
                    <a:pt x="0" y="93"/>
                    <a:pt x="0" y="209"/>
                  </a:cubicBezTo>
                  <a:cubicBezTo>
                    <a:pt x="0" y="301"/>
                    <a:pt x="93" y="394"/>
                    <a:pt x="186" y="394"/>
                  </a:cubicBezTo>
                  <a:lnTo>
                    <a:pt x="2619" y="394"/>
                  </a:lnTo>
                  <a:cubicBezTo>
                    <a:pt x="2712" y="394"/>
                    <a:pt x="2804" y="301"/>
                    <a:pt x="2804" y="209"/>
                  </a:cubicBezTo>
                  <a:cubicBezTo>
                    <a:pt x="2804" y="93"/>
                    <a:pt x="2712" y="0"/>
                    <a:pt x="26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7041;p123">
              <a:extLst>
                <a:ext uri="{FF2B5EF4-FFF2-40B4-BE49-F238E27FC236}">
                  <a16:creationId xmlns:a16="http://schemas.microsoft.com/office/drawing/2014/main" id="{BD2480AF-F872-4E66-8AA2-6FF0958C87DC}"/>
                </a:ext>
              </a:extLst>
            </p:cNvPr>
            <p:cNvSpPr/>
            <p:nvPr/>
          </p:nvSpPr>
          <p:spPr>
            <a:xfrm>
              <a:off x="4885409" y="4091953"/>
              <a:ext cx="121013" cy="86845"/>
            </a:xfrm>
            <a:custGeom>
              <a:avLst/>
              <a:gdLst/>
              <a:ahLst/>
              <a:cxnLst/>
              <a:rect l="l" t="t" r="r" b="b"/>
              <a:pathLst>
                <a:path w="3779" h="2712" extrusionOk="0">
                  <a:moveTo>
                    <a:pt x="3477" y="0"/>
                  </a:moveTo>
                  <a:cubicBezTo>
                    <a:pt x="3384" y="0"/>
                    <a:pt x="3291" y="0"/>
                    <a:pt x="3199" y="93"/>
                  </a:cubicBezTo>
                  <a:cubicBezTo>
                    <a:pt x="2990" y="579"/>
                    <a:pt x="2411" y="973"/>
                    <a:pt x="1831" y="973"/>
                  </a:cubicBezTo>
                  <a:cubicBezTo>
                    <a:pt x="1368" y="973"/>
                    <a:pt x="788" y="579"/>
                    <a:pt x="580" y="185"/>
                  </a:cubicBezTo>
                  <a:cubicBezTo>
                    <a:pt x="514" y="120"/>
                    <a:pt x="449" y="54"/>
                    <a:pt x="383" y="54"/>
                  </a:cubicBezTo>
                  <a:cubicBezTo>
                    <a:pt x="356" y="54"/>
                    <a:pt x="329" y="66"/>
                    <a:pt x="302" y="93"/>
                  </a:cubicBezTo>
                  <a:cubicBezTo>
                    <a:pt x="209" y="93"/>
                    <a:pt x="93" y="278"/>
                    <a:pt x="209" y="394"/>
                  </a:cubicBezTo>
                  <a:cubicBezTo>
                    <a:pt x="302" y="672"/>
                    <a:pt x="673" y="973"/>
                    <a:pt x="974" y="1159"/>
                  </a:cubicBezTo>
                  <a:cubicBezTo>
                    <a:pt x="487" y="1437"/>
                    <a:pt x="1" y="1924"/>
                    <a:pt x="1" y="2503"/>
                  </a:cubicBezTo>
                  <a:cubicBezTo>
                    <a:pt x="1" y="2596"/>
                    <a:pt x="93" y="2712"/>
                    <a:pt x="302" y="2712"/>
                  </a:cubicBezTo>
                  <a:cubicBezTo>
                    <a:pt x="395" y="2712"/>
                    <a:pt x="487" y="2596"/>
                    <a:pt x="487" y="2503"/>
                  </a:cubicBezTo>
                  <a:cubicBezTo>
                    <a:pt x="487" y="1924"/>
                    <a:pt x="1252" y="1344"/>
                    <a:pt x="1831" y="1344"/>
                  </a:cubicBezTo>
                  <a:cubicBezTo>
                    <a:pt x="2527" y="1344"/>
                    <a:pt x="3291" y="1924"/>
                    <a:pt x="3291" y="2503"/>
                  </a:cubicBezTo>
                  <a:cubicBezTo>
                    <a:pt x="3291" y="2596"/>
                    <a:pt x="3384" y="2712"/>
                    <a:pt x="3477" y="2712"/>
                  </a:cubicBezTo>
                  <a:cubicBezTo>
                    <a:pt x="3685" y="2712"/>
                    <a:pt x="3778" y="2596"/>
                    <a:pt x="3778" y="2503"/>
                  </a:cubicBezTo>
                  <a:cubicBezTo>
                    <a:pt x="3778" y="1924"/>
                    <a:pt x="3291" y="1437"/>
                    <a:pt x="2712" y="1159"/>
                  </a:cubicBezTo>
                  <a:cubicBezTo>
                    <a:pt x="3106" y="973"/>
                    <a:pt x="3477" y="672"/>
                    <a:pt x="3570" y="278"/>
                  </a:cubicBezTo>
                  <a:cubicBezTo>
                    <a:pt x="3685" y="185"/>
                    <a:pt x="3570" y="93"/>
                    <a:pt x="34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7042;p123">
              <a:extLst>
                <a:ext uri="{FF2B5EF4-FFF2-40B4-BE49-F238E27FC236}">
                  <a16:creationId xmlns:a16="http://schemas.microsoft.com/office/drawing/2014/main" id="{88C2399B-E111-E332-9AA2-7BF86F55912B}"/>
                </a:ext>
              </a:extLst>
            </p:cNvPr>
            <p:cNvSpPr/>
            <p:nvPr/>
          </p:nvSpPr>
          <p:spPr>
            <a:xfrm>
              <a:off x="4885409" y="3993228"/>
              <a:ext cx="121013" cy="86141"/>
            </a:xfrm>
            <a:custGeom>
              <a:avLst/>
              <a:gdLst/>
              <a:ahLst/>
              <a:cxnLst/>
              <a:rect l="l" t="t" r="r" b="b"/>
              <a:pathLst>
                <a:path w="3779" h="2690" extrusionOk="0">
                  <a:moveTo>
                    <a:pt x="302" y="1"/>
                  </a:moveTo>
                  <a:cubicBezTo>
                    <a:pt x="93" y="1"/>
                    <a:pt x="1" y="93"/>
                    <a:pt x="1" y="186"/>
                  </a:cubicBezTo>
                  <a:cubicBezTo>
                    <a:pt x="1" y="766"/>
                    <a:pt x="487" y="1252"/>
                    <a:pt x="974" y="1530"/>
                  </a:cubicBezTo>
                  <a:cubicBezTo>
                    <a:pt x="673" y="1739"/>
                    <a:pt x="302" y="2017"/>
                    <a:pt x="209" y="2411"/>
                  </a:cubicBezTo>
                  <a:cubicBezTo>
                    <a:pt x="93" y="2504"/>
                    <a:pt x="209" y="2596"/>
                    <a:pt x="302" y="2689"/>
                  </a:cubicBezTo>
                  <a:lnTo>
                    <a:pt x="395" y="2689"/>
                  </a:lnTo>
                  <a:lnTo>
                    <a:pt x="580" y="2504"/>
                  </a:lnTo>
                  <a:cubicBezTo>
                    <a:pt x="788" y="2110"/>
                    <a:pt x="1368" y="1739"/>
                    <a:pt x="1831" y="1739"/>
                  </a:cubicBezTo>
                  <a:cubicBezTo>
                    <a:pt x="2411" y="1739"/>
                    <a:pt x="2990" y="2110"/>
                    <a:pt x="3199" y="2504"/>
                  </a:cubicBezTo>
                  <a:cubicBezTo>
                    <a:pt x="3253" y="2612"/>
                    <a:pt x="3307" y="2657"/>
                    <a:pt x="3362" y="2657"/>
                  </a:cubicBezTo>
                  <a:cubicBezTo>
                    <a:pt x="3400" y="2657"/>
                    <a:pt x="3438" y="2635"/>
                    <a:pt x="3477" y="2596"/>
                  </a:cubicBezTo>
                  <a:cubicBezTo>
                    <a:pt x="3570" y="2596"/>
                    <a:pt x="3685" y="2504"/>
                    <a:pt x="3570" y="2318"/>
                  </a:cubicBezTo>
                  <a:cubicBezTo>
                    <a:pt x="3477" y="2017"/>
                    <a:pt x="3106" y="1739"/>
                    <a:pt x="2712" y="1530"/>
                  </a:cubicBezTo>
                  <a:cubicBezTo>
                    <a:pt x="3291" y="1252"/>
                    <a:pt x="3778" y="766"/>
                    <a:pt x="3778" y="186"/>
                  </a:cubicBezTo>
                  <a:cubicBezTo>
                    <a:pt x="3778" y="93"/>
                    <a:pt x="3685" y="1"/>
                    <a:pt x="3477" y="1"/>
                  </a:cubicBezTo>
                  <a:cubicBezTo>
                    <a:pt x="3384" y="1"/>
                    <a:pt x="3291" y="93"/>
                    <a:pt x="3291" y="186"/>
                  </a:cubicBezTo>
                  <a:cubicBezTo>
                    <a:pt x="3291" y="766"/>
                    <a:pt x="2527" y="1345"/>
                    <a:pt x="1831" y="1345"/>
                  </a:cubicBezTo>
                  <a:cubicBezTo>
                    <a:pt x="1252" y="1345"/>
                    <a:pt x="487" y="766"/>
                    <a:pt x="487" y="186"/>
                  </a:cubicBezTo>
                  <a:cubicBezTo>
                    <a:pt x="487" y="93"/>
                    <a:pt x="395" y="1"/>
                    <a:pt x="3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7043;p123">
              <a:extLst>
                <a:ext uri="{FF2B5EF4-FFF2-40B4-BE49-F238E27FC236}">
                  <a16:creationId xmlns:a16="http://schemas.microsoft.com/office/drawing/2014/main" id="{21651472-6386-456D-944B-227D18EA8222}"/>
                </a:ext>
              </a:extLst>
            </p:cNvPr>
            <p:cNvSpPr/>
            <p:nvPr/>
          </p:nvSpPr>
          <p:spPr>
            <a:xfrm>
              <a:off x="4901004" y="4178766"/>
              <a:ext cx="89823" cy="14890"/>
            </a:xfrm>
            <a:custGeom>
              <a:avLst/>
              <a:gdLst/>
              <a:ahLst/>
              <a:cxnLst/>
              <a:rect l="l" t="t" r="r" b="b"/>
              <a:pathLst>
                <a:path w="2805" h="465" extrusionOk="0">
                  <a:moveTo>
                    <a:pt x="186" y="1"/>
                  </a:moveTo>
                  <a:cubicBezTo>
                    <a:pt x="93" y="1"/>
                    <a:pt x="0" y="93"/>
                    <a:pt x="0" y="186"/>
                  </a:cubicBezTo>
                  <a:cubicBezTo>
                    <a:pt x="0" y="371"/>
                    <a:pt x="93" y="464"/>
                    <a:pt x="186" y="464"/>
                  </a:cubicBezTo>
                  <a:lnTo>
                    <a:pt x="2619" y="464"/>
                  </a:lnTo>
                  <a:cubicBezTo>
                    <a:pt x="2712" y="464"/>
                    <a:pt x="2804" y="371"/>
                    <a:pt x="2804" y="186"/>
                  </a:cubicBezTo>
                  <a:cubicBezTo>
                    <a:pt x="2804" y="93"/>
                    <a:pt x="2712" y="1"/>
                    <a:pt x="26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7044;p123">
              <a:extLst>
                <a:ext uri="{FF2B5EF4-FFF2-40B4-BE49-F238E27FC236}">
                  <a16:creationId xmlns:a16="http://schemas.microsoft.com/office/drawing/2014/main" id="{25875471-8A21-0EBB-D630-C33E7DB5CB52}"/>
                </a:ext>
              </a:extLst>
            </p:cNvPr>
            <p:cNvSpPr/>
            <p:nvPr/>
          </p:nvSpPr>
          <p:spPr>
            <a:xfrm>
              <a:off x="4901004" y="3977665"/>
              <a:ext cx="89823" cy="15595"/>
            </a:xfrm>
            <a:custGeom>
              <a:avLst/>
              <a:gdLst/>
              <a:ahLst/>
              <a:cxnLst/>
              <a:rect l="l" t="t" r="r" b="b"/>
              <a:pathLst>
                <a:path w="2805" h="487" extrusionOk="0">
                  <a:moveTo>
                    <a:pt x="301" y="0"/>
                  </a:moveTo>
                  <a:cubicBezTo>
                    <a:pt x="93" y="0"/>
                    <a:pt x="0" y="93"/>
                    <a:pt x="0" y="278"/>
                  </a:cubicBezTo>
                  <a:cubicBezTo>
                    <a:pt x="0" y="371"/>
                    <a:pt x="93" y="487"/>
                    <a:pt x="301" y="487"/>
                  </a:cubicBezTo>
                  <a:lnTo>
                    <a:pt x="2619" y="487"/>
                  </a:lnTo>
                  <a:cubicBezTo>
                    <a:pt x="2712" y="487"/>
                    <a:pt x="2804" y="371"/>
                    <a:pt x="2804" y="278"/>
                  </a:cubicBezTo>
                  <a:cubicBezTo>
                    <a:pt x="2804" y="93"/>
                    <a:pt x="2712" y="0"/>
                    <a:pt x="26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7045;p123">
              <a:extLst>
                <a:ext uri="{FF2B5EF4-FFF2-40B4-BE49-F238E27FC236}">
                  <a16:creationId xmlns:a16="http://schemas.microsoft.com/office/drawing/2014/main" id="{2D608517-2550-7FCB-10CB-E5224EE0C991}"/>
                </a:ext>
              </a:extLst>
            </p:cNvPr>
            <p:cNvSpPr/>
            <p:nvPr/>
          </p:nvSpPr>
          <p:spPr>
            <a:xfrm>
              <a:off x="5040526" y="3943529"/>
              <a:ext cx="213014" cy="284264"/>
            </a:xfrm>
            <a:custGeom>
              <a:avLst/>
              <a:gdLst/>
              <a:ahLst/>
              <a:cxnLst/>
              <a:rect l="l" t="t" r="r" b="b"/>
              <a:pathLst>
                <a:path w="6652" h="8877" extrusionOk="0">
                  <a:moveTo>
                    <a:pt x="0" y="0"/>
                  </a:moveTo>
                  <a:lnTo>
                    <a:pt x="0" y="8876"/>
                  </a:lnTo>
                  <a:lnTo>
                    <a:pt x="6466" y="8876"/>
                  </a:lnTo>
                  <a:cubicBezTo>
                    <a:pt x="6559" y="8876"/>
                    <a:pt x="6651" y="8783"/>
                    <a:pt x="6651" y="8691"/>
                  </a:cubicBezTo>
                  <a:lnTo>
                    <a:pt x="6651" y="185"/>
                  </a:lnTo>
                  <a:cubicBezTo>
                    <a:pt x="6651" y="93"/>
                    <a:pt x="6559" y="0"/>
                    <a:pt x="64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7046;p123">
              <a:extLst>
                <a:ext uri="{FF2B5EF4-FFF2-40B4-BE49-F238E27FC236}">
                  <a16:creationId xmlns:a16="http://schemas.microsoft.com/office/drawing/2014/main" id="{2DBC7731-4C6A-77D6-0E3D-F76F618FE02C}"/>
                </a:ext>
              </a:extLst>
            </p:cNvPr>
            <p:cNvSpPr/>
            <p:nvPr/>
          </p:nvSpPr>
          <p:spPr>
            <a:xfrm>
              <a:off x="5142197" y="3986567"/>
              <a:ext cx="83867" cy="80921"/>
            </a:xfrm>
            <a:custGeom>
              <a:avLst/>
              <a:gdLst/>
              <a:ahLst/>
              <a:cxnLst/>
              <a:rect l="l" t="t" r="r" b="b"/>
              <a:pathLst>
                <a:path w="2619" h="2527" extrusionOk="0">
                  <a:moveTo>
                    <a:pt x="1066" y="0"/>
                  </a:moveTo>
                  <a:cubicBezTo>
                    <a:pt x="974" y="0"/>
                    <a:pt x="881" y="0"/>
                    <a:pt x="881" y="93"/>
                  </a:cubicBezTo>
                  <a:lnTo>
                    <a:pt x="881" y="672"/>
                  </a:lnTo>
                  <a:cubicBezTo>
                    <a:pt x="881" y="788"/>
                    <a:pt x="765" y="881"/>
                    <a:pt x="765" y="881"/>
                  </a:cubicBezTo>
                  <a:lnTo>
                    <a:pt x="186" y="881"/>
                  </a:lnTo>
                  <a:cubicBezTo>
                    <a:pt x="93" y="881"/>
                    <a:pt x="0" y="881"/>
                    <a:pt x="0" y="974"/>
                  </a:cubicBezTo>
                  <a:lnTo>
                    <a:pt x="0" y="1553"/>
                  </a:lnTo>
                  <a:cubicBezTo>
                    <a:pt x="0" y="1646"/>
                    <a:pt x="93" y="1646"/>
                    <a:pt x="186" y="1646"/>
                  </a:cubicBezTo>
                  <a:lnTo>
                    <a:pt x="765" y="1646"/>
                  </a:lnTo>
                  <a:cubicBezTo>
                    <a:pt x="765" y="1646"/>
                    <a:pt x="881" y="1738"/>
                    <a:pt x="881" y="1831"/>
                  </a:cubicBezTo>
                  <a:lnTo>
                    <a:pt x="881" y="2410"/>
                  </a:lnTo>
                  <a:cubicBezTo>
                    <a:pt x="881" y="2526"/>
                    <a:pt x="974" y="2526"/>
                    <a:pt x="1066" y="2526"/>
                  </a:cubicBezTo>
                  <a:lnTo>
                    <a:pt x="1646" y="2526"/>
                  </a:lnTo>
                  <a:cubicBezTo>
                    <a:pt x="1646" y="2526"/>
                    <a:pt x="1738" y="2526"/>
                    <a:pt x="1738" y="2410"/>
                  </a:cubicBezTo>
                  <a:lnTo>
                    <a:pt x="1738" y="1831"/>
                  </a:lnTo>
                  <a:cubicBezTo>
                    <a:pt x="1738" y="1738"/>
                    <a:pt x="1831" y="1646"/>
                    <a:pt x="1831" y="1646"/>
                  </a:cubicBezTo>
                  <a:lnTo>
                    <a:pt x="2410" y="1646"/>
                  </a:lnTo>
                  <a:cubicBezTo>
                    <a:pt x="2503" y="1646"/>
                    <a:pt x="2619" y="1646"/>
                    <a:pt x="2619" y="1553"/>
                  </a:cubicBezTo>
                  <a:lnTo>
                    <a:pt x="2619" y="974"/>
                  </a:lnTo>
                  <a:cubicBezTo>
                    <a:pt x="2619" y="881"/>
                    <a:pt x="2503" y="881"/>
                    <a:pt x="2410" y="881"/>
                  </a:cubicBezTo>
                  <a:lnTo>
                    <a:pt x="1831" y="881"/>
                  </a:lnTo>
                  <a:cubicBezTo>
                    <a:pt x="1831" y="881"/>
                    <a:pt x="1738" y="788"/>
                    <a:pt x="1738" y="672"/>
                  </a:cubicBezTo>
                  <a:lnTo>
                    <a:pt x="1738" y="93"/>
                  </a:lnTo>
                  <a:cubicBezTo>
                    <a:pt x="1738" y="0"/>
                    <a:pt x="1646" y="0"/>
                    <a:pt x="16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7047;p123">
              <a:extLst>
                <a:ext uri="{FF2B5EF4-FFF2-40B4-BE49-F238E27FC236}">
                  <a16:creationId xmlns:a16="http://schemas.microsoft.com/office/drawing/2014/main" id="{828D0C7F-91CD-5649-3CEB-75F1E305380F}"/>
                </a:ext>
              </a:extLst>
            </p:cNvPr>
            <p:cNvSpPr/>
            <p:nvPr/>
          </p:nvSpPr>
          <p:spPr>
            <a:xfrm>
              <a:off x="5059067" y="4060764"/>
              <a:ext cx="89087" cy="15627"/>
            </a:xfrm>
            <a:custGeom>
              <a:avLst/>
              <a:gdLst/>
              <a:ahLst/>
              <a:cxnLst/>
              <a:rect l="l" t="t" r="r" b="b"/>
              <a:pathLst>
                <a:path w="2782" h="488" extrusionOk="0">
                  <a:moveTo>
                    <a:pt x="279" y="1"/>
                  </a:moveTo>
                  <a:cubicBezTo>
                    <a:pt x="93" y="1"/>
                    <a:pt x="1" y="93"/>
                    <a:pt x="1" y="209"/>
                  </a:cubicBezTo>
                  <a:cubicBezTo>
                    <a:pt x="1" y="395"/>
                    <a:pt x="93" y="487"/>
                    <a:pt x="279" y="487"/>
                  </a:cubicBezTo>
                  <a:lnTo>
                    <a:pt x="2596" y="487"/>
                  </a:lnTo>
                  <a:cubicBezTo>
                    <a:pt x="2689" y="487"/>
                    <a:pt x="2782" y="395"/>
                    <a:pt x="2782" y="209"/>
                  </a:cubicBezTo>
                  <a:cubicBezTo>
                    <a:pt x="2782" y="93"/>
                    <a:pt x="2689" y="1"/>
                    <a:pt x="2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7048;p123">
              <a:extLst>
                <a:ext uri="{FF2B5EF4-FFF2-40B4-BE49-F238E27FC236}">
                  <a16:creationId xmlns:a16="http://schemas.microsoft.com/office/drawing/2014/main" id="{158F85EC-4F99-360F-D888-80E7CB2B0252}"/>
                </a:ext>
              </a:extLst>
            </p:cNvPr>
            <p:cNvSpPr/>
            <p:nvPr/>
          </p:nvSpPr>
          <p:spPr>
            <a:xfrm>
              <a:off x="5059067" y="3977665"/>
              <a:ext cx="89087" cy="15595"/>
            </a:xfrm>
            <a:custGeom>
              <a:avLst/>
              <a:gdLst/>
              <a:ahLst/>
              <a:cxnLst/>
              <a:rect l="l" t="t" r="r" b="b"/>
              <a:pathLst>
                <a:path w="2782" h="487" extrusionOk="0">
                  <a:moveTo>
                    <a:pt x="279" y="0"/>
                  </a:moveTo>
                  <a:cubicBezTo>
                    <a:pt x="93" y="0"/>
                    <a:pt x="1" y="93"/>
                    <a:pt x="1" y="278"/>
                  </a:cubicBezTo>
                  <a:cubicBezTo>
                    <a:pt x="1" y="371"/>
                    <a:pt x="93" y="487"/>
                    <a:pt x="279" y="487"/>
                  </a:cubicBezTo>
                  <a:lnTo>
                    <a:pt x="2596" y="487"/>
                  </a:lnTo>
                  <a:cubicBezTo>
                    <a:pt x="2689" y="487"/>
                    <a:pt x="2782" y="371"/>
                    <a:pt x="2782" y="278"/>
                  </a:cubicBezTo>
                  <a:cubicBezTo>
                    <a:pt x="2782" y="93"/>
                    <a:pt x="2689" y="0"/>
                    <a:pt x="2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7049;p123">
              <a:extLst>
                <a:ext uri="{FF2B5EF4-FFF2-40B4-BE49-F238E27FC236}">
                  <a16:creationId xmlns:a16="http://schemas.microsoft.com/office/drawing/2014/main" id="{40089AEB-3412-F460-9667-17274DD0C781}"/>
                </a:ext>
              </a:extLst>
            </p:cNvPr>
            <p:cNvSpPr/>
            <p:nvPr/>
          </p:nvSpPr>
          <p:spPr>
            <a:xfrm>
              <a:off x="5059067" y="4033320"/>
              <a:ext cx="64589" cy="15595"/>
            </a:xfrm>
            <a:custGeom>
              <a:avLst/>
              <a:gdLst/>
              <a:ahLst/>
              <a:cxnLst/>
              <a:rect l="l" t="t" r="r" b="b"/>
              <a:pathLst>
                <a:path w="2017" h="487" extrusionOk="0">
                  <a:moveTo>
                    <a:pt x="279" y="0"/>
                  </a:moveTo>
                  <a:cubicBezTo>
                    <a:pt x="93" y="0"/>
                    <a:pt x="1" y="93"/>
                    <a:pt x="1" y="186"/>
                  </a:cubicBezTo>
                  <a:cubicBezTo>
                    <a:pt x="1" y="371"/>
                    <a:pt x="93" y="487"/>
                    <a:pt x="279" y="487"/>
                  </a:cubicBezTo>
                  <a:lnTo>
                    <a:pt x="1739" y="487"/>
                  </a:lnTo>
                  <a:cubicBezTo>
                    <a:pt x="1924" y="487"/>
                    <a:pt x="2017" y="371"/>
                    <a:pt x="2017" y="186"/>
                  </a:cubicBezTo>
                  <a:cubicBezTo>
                    <a:pt x="2017" y="93"/>
                    <a:pt x="1924" y="0"/>
                    <a:pt x="17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7050;p123">
              <a:extLst>
                <a:ext uri="{FF2B5EF4-FFF2-40B4-BE49-F238E27FC236}">
                  <a16:creationId xmlns:a16="http://schemas.microsoft.com/office/drawing/2014/main" id="{2AE5B8DB-5FA7-5020-9875-0DCB9D8A57D3}"/>
                </a:ext>
              </a:extLst>
            </p:cNvPr>
            <p:cNvSpPr/>
            <p:nvPr/>
          </p:nvSpPr>
          <p:spPr>
            <a:xfrm>
              <a:off x="5059067" y="4005108"/>
              <a:ext cx="64589" cy="15627"/>
            </a:xfrm>
            <a:custGeom>
              <a:avLst/>
              <a:gdLst/>
              <a:ahLst/>
              <a:cxnLst/>
              <a:rect l="l" t="t" r="r" b="b"/>
              <a:pathLst>
                <a:path w="2017" h="488" extrusionOk="0">
                  <a:moveTo>
                    <a:pt x="279" y="1"/>
                  </a:moveTo>
                  <a:cubicBezTo>
                    <a:pt x="93" y="1"/>
                    <a:pt x="1" y="93"/>
                    <a:pt x="1" y="302"/>
                  </a:cubicBezTo>
                  <a:cubicBezTo>
                    <a:pt x="1" y="395"/>
                    <a:pt x="93" y="487"/>
                    <a:pt x="279" y="487"/>
                  </a:cubicBezTo>
                  <a:lnTo>
                    <a:pt x="1739" y="487"/>
                  </a:lnTo>
                  <a:cubicBezTo>
                    <a:pt x="1924" y="487"/>
                    <a:pt x="2017" y="395"/>
                    <a:pt x="2017" y="302"/>
                  </a:cubicBezTo>
                  <a:cubicBezTo>
                    <a:pt x="2017" y="93"/>
                    <a:pt x="1924" y="1"/>
                    <a:pt x="1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7051;p123">
              <a:extLst>
                <a:ext uri="{FF2B5EF4-FFF2-40B4-BE49-F238E27FC236}">
                  <a16:creationId xmlns:a16="http://schemas.microsoft.com/office/drawing/2014/main" id="{424A1E5B-25E6-A910-419E-42D5AFD43A02}"/>
                </a:ext>
              </a:extLst>
            </p:cNvPr>
            <p:cNvSpPr/>
            <p:nvPr/>
          </p:nvSpPr>
          <p:spPr>
            <a:xfrm>
              <a:off x="5067969" y="4094900"/>
              <a:ext cx="158095" cy="105418"/>
            </a:xfrm>
            <a:custGeom>
              <a:avLst/>
              <a:gdLst/>
              <a:ahLst/>
              <a:cxnLst/>
              <a:rect l="l" t="t" r="r" b="b"/>
              <a:pathLst>
                <a:path w="4937" h="3292" extrusionOk="0">
                  <a:moveTo>
                    <a:pt x="93" y="1"/>
                  </a:moveTo>
                  <a:cubicBezTo>
                    <a:pt x="1" y="1"/>
                    <a:pt x="1" y="93"/>
                    <a:pt x="1" y="186"/>
                  </a:cubicBezTo>
                  <a:lnTo>
                    <a:pt x="1" y="3083"/>
                  </a:lnTo>
                  <a:cubicBezTo>
                    <a:pt x="1" y="3199"/>
                    <a:pt x="1" y="3292"/>
                    <a:pt x="93" y="3292"/>
                  </a:cubicBezTo>
                  <a:lnTo>
                    <a:pt x="4728" y="3292"/>
                  </a:lnTo>
                  <a:cubicBezTo>
                    <a:pt x="4821" y="3292"/>
                    <a:pt x="4937" y="3199"/>
                    <a:pt x="4937" y="3083"/>
                  </a:cubicBezTo>
                  <a:lnTo>
                    <a:pt x="4937" y="186"/>
                  </a:lnTo>
                  <a:cubicBezTo>
                    <a:pt x="4937" y="93"/>
                    <a:pt x="4821" y="1"/>
                    <a:pt x="47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7052;p123">
              <a:extLst>
                <a:ext uri="{FF2B5EF4-FFF2-40B4-BE49-F238E27FC236}">
                  <a16:creationId xmlns:a16="http://schemas.microsoft.com/office/drawing/2014/main" id="{92C39BD5-E1DB-22AF-5679-3D8278D24DAE}"/>
                </a:ext>
              </a:extLst>
            </p:cNvPr>
            <p:cNvSpPr/>
            <p:nvPr/>
          </p:nvSpPr>
          <p:spPr>
            <a:xfrm>
              <a:off x="5120678" y="4123111"/>
              <a:ext cx="49731" cy="48994"/>
            </a:xfrm>
            <a:custGeom>
              <a:avLst/>
              <a:gdLst/>
              <a:ahLst/>
              <a:cxnLst/>
              <a:rect l="l" t="t" r="r" b="b"/>
              <a:pathLst>
                <a:path w="1553" h="1530" extrusionOk="0">
                  <a:moveTo>
                    <a:pt x="765" y="0"/>
                  </a:moveTo>
                  <a:cubicBezTo>
                    <a:pt x="394" y="0"/>
                    <a:pt x="0" y="371"/>
                    <a:pt x="0" y="765"/>
                  </a:cubicBezTo>
                  <a:cubicBezTo>
                    <a:pt x="0" y="1159"/>
                    <a:pt x="394" y="1530"/>
                    <a:pt x="765" y="1530"/>
                  </a:cubicBezTo>
                  <a:cubicBezTo>
                    <a:pt x="1252" y="1530"/>
                    <a:pt x="1553" y="1159"/>
                    <a:pt x="1553" y="765"/>
                  </a:cubicBezTo>
                  <a:cubicBezTo>
                    <a:pt x="1553" y="371"/>
                    <a:pt x="1252" y="0"/>
                    <a:pt x="7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7053;p123">
              <a:extLst>
                <a:ext uri="{FF2B5EF4-FFF2-40B4-BE49-F238E27FC236}">
                  <a16:creationId xmlns:a16="http://schemas.microsoft.com/office/drawing/2014/main" id="{FA2D2C66-9BD1-0767-D72B-56DF5F2F6A90}"/>
                </a:ext>
              </a:extLst>
            </p:cNvPr>
            <p:cNvSpPr/>
            <p:nvPr/>
          </p:nvSpPr>
          <p:spPr>
            <a:xfrm>
              <a:off x="4978178" y="4063742"/>
              <a:ext cx="40092" cy="43807"/>
            </a:xfrm>
            <a:custGeom>
              <a:avLst/>
              <a:gdLst/>
              <a:ahLst/>
              <a:cxnLst/>
              <a:rect l="l" t="t" r="r" b="b"/>
              <a:pathLst>
                <a:path w="1252" h="1368" extrusionOk="0">
                  <a:moveTo>
                    <a:pt x="580" y="487"/>
                  </a:moveTo>
                  <a:cubicBezTo>
                    <a:pt x="788" y="487"/>
                    <a:pt x="881" y="580"/>
                    <a:pt x="881" y="696"/>
                  </a:cubicBezTo>
                  <a:cubicBezTo>
                    <a:pt x="881" y="788"/>
                    <a:pt x="788" y="881"/>
                    <a:pt x="580" y="881"/>
                  </a:cubicBezTo>
                  <a:cubicBezTo>
                    <a:pt x="487" y="881"/>
                    <a:pt x="394" y="788"/>
                    <a:pt x="394" y="696"/>
                  </a:cubicBezTo>
                  <a:cubicBezTo>
                    <a:pt x="394" y="580"/>
                    <a:pt x="487" y="487"/>
                    <a:pt x="580" y="487"/>
                  </a:cubicBezTo>
                  <a:close/>
                  <a:moveTo>
                    <a:pt x="580" y="0"/>
                  </a:moveTo>
                  <a:cubicBezTo>
                    <a:pt x="302" y="0"/>
                    <a:pt x="0" y="302"/>
                    <a:pt x="0" y="696"/>
                  </a:cubicBezTo>
                  <a:cubicBezTo>
                    <a:pt x="0" y="1066"/>
                    <a:pt x="302" y="1368"/>
                    <a:pt x="580" y="1368"/>
                  </a:cubicBezTo>
                  <a:cubicBezTo>
                    <a:pt x="974" y="1368"/>
                    <a:pt x="1252" y="1066"/>
                    <a:pt x="1252" y="696"/>
                  </a:cubicBezTo>
                  <a:cubicBezTo>
                    <a:pt x="1252" y="302"/>
                    <a:pt x="974" y="0"/>
                    <a:pt x="5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7054;p123">
              <a:extLst>
                <a:ext uri="{FF2B5EF4-FFF2-40B4-BE49-F238E27FC236}">
                  <a16:creationId xmlns:a16="http://schemas.microsoft.com/office/drawing/2014/main" id="{26134B03-1608-B42D-8DAF-C8D84FF7881B}"/>
                </a:ext>
              </a:extLst>
            </p:cNvPr>
            <p:cNvSpPr/>
            <p:nvPr/>
          </p:nvSpPr>
          <p:spPr>
            <a:xfrm>
              <a:off x="4873529" y="4063742"/>
              <a:ext cx="40124" cy="43807"/>
            </a:xfrm>
            <a:custGeom>
              <a:avLst/>
              <a:gdLst/>
              <a:ahLst/>
              <a:cxnLst/>
              <a:rect l="l" t="t" r="r" b="b"/>
              <a:pathLst>
                <a:path w="1253" h="1368" extrusionOk="0">
                  <a:moveTo>
                    <a:pt x="673" y="487"/>
                  </a:moveTo>
                  <a:cubicBezTo>
                    <a:pt x="766" y="487"/>
                    <a:pt x="858" y="580"/>
                    <a:pt x="858" y="696"/>
                  </a:cubicBezTo>
                  <a:cubicBezTo>
                    <a:pt x="858" y="788"/>
                    <a:pt x="766" y="881"/>
                    <a:pt x="673" y="881"/>
                  </a:cubicBezTo>
                  <a:cubicBezTo>
                    <a:pt x="464" y="881"/>
                    <a:pt x="372" y="788"/>
                    <a:pt x="372" y="696"/>
                  </a:cubicBezTo>
                  <a:cubicBezTo>
                    <a:pt x="372" y="580"/>
                    <a:pt x="464" y="487"/>
                    <a:pt x="673" y="487"/>
                  </a:cubicBezTo>
                  <a:close/>
                  <a:moveTo>
                    <a:pt x="673" y="0"/>
                  </a:moveTo>
                  <a:cubicBezTo>
                    <a:pt x="279" y="0"/>
                    <a:pt x="1" y="302"/>
                    <a:pt x="1" y="696"/>
                  </a:cubicBezTo>
                  <a:cubicBezTo>
                    <a:pt x="1" y="1066"/>
                    <a:pt x="279" y="1368"/>
                    <a:pt x="673" y="1368"/>
                  </a:cubicBezTo>
                  <a:cubicBezTo>
                    <a:pt x="951" y="1368"/>
                    <a:pt x="1252" y="1066"/>
                    <a:pt x="1252" y="696"/>
                  </a:cubicBezTo>
                  <a:cubicBezTo>
                    <a:pt x="1252" y="302"/>
                    <a:pt x="951" y="0"/>
                    <a:pt x="6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7055;p123">
              <a:extLst>
                <a:ext uri="{FF2B5EF4-FFF2-40B4-BE49-F238E27FC236}">
                  <a16:creationId xmlns:a16="http://schemas.microsoft.com/office/drawing/2014/main" id="{74FCF1F0-BF3C-296C-729E-33E4D6D2A914}"/>
                </a:ext>
              </a:extLst>
            </p:cNvPr>
            <p:cNvSpPr/>
            <p:nvPr/>
          </p:nvSpPr>
          <p:spPr>
            <a:xfrm>
              <a:off x="4978178" y="4166150"/>
              <a:ext cx="40092" cy="40092"/>
            </a:xfrm>
            <a:custGeom>
              <a:avLst/>
              <a:gdLst/>
              <a:ahLst/>
              <a:cxnLst/>
              <a:rect l="l" t="t" r="r" b="b"/>
              <a:pathLst>
                <a:path w="1252" h="1252" extrusionOk="0">
                  <a:moveTo>
                    <a:pt x="580" y="395"/>
                  </a:moveTo>
                  <a:cubicBezTo>
                    <a:pt x="788" y="395"/>
                    <a:pt x="881" y="487"/>
                    <a:pt x="881" y="580"/>
                  </a:cubicBezTo>
                  <a:cubicBezTo>
                    <a:pt x="881" y="765"/>
                    <a:pt x="788" y="858"/>
                    <a:pt x="580" y="858"/>
                  </a:cubicBezTo>
                  <a:cubicBezTo>
                    <a:pt x="487" y="858"/>
                    <a:pt x="394" y="765"/>
                    <a:pt x="394" y="580"/>
                  </a:cubicBezTo>
                  <a:cubicBezTo>
                    <a:pt x="394" y="487"/>
                    <a:pt x="487" y="395"/>
                    <a:pt x="580" y="395"/>
                  </a:cubicBezTo>
                  <a:close/>
                  <a:moveTo>
                    <a:pt x="580" y="1"/>
                  </a:moveTo>
                  <a:cubicBezTo>
                    <a:pt x="302" y="1"/>
                    <a:pt x="0" y="279"/>
                    <a:pt x="0" y="580"/>
                  </a:cubicBezTo>
                  <a:cubicBezTo>
                    <a:pt x="0" y="974"/>
                    <a:pt x="302" y="1252"/>
                    <a:pt x="580" y="1252"/>
                  </a:cubicBezTo>
                  <a:cubicBezTo>
                    <a:pt x="974" y="1252"/>
                    <a:pt x="1252" y="974"/>
                    <a:pt x="1252" y="580"/>
                  </a:cubicBezTo>
                  <a:cubicBezTo>
                    <a:pt x="1252" y="279"/>
                    <a:pt x="974" y="1"/>
                    <a:pt x="5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7056;p123">
              <a:extLst>
                <a:ext uri="{FF2B5EF4-FFF2-40B4-BE49-F238E27FC236}">
                  <a16:creationId xmlns:a16="http://schemas.microsoft.com/office/drawing/2014/main" id="{E6A2FACE-B8B8-B8C7-9029-63AD92512241}"/>
                </a:ext>
              </a:extLst>
            </p:cNvPr>
            <p:cNvSpPr/>
            <p:nvPr/>
          </p:nvSpPr>
          <p:spPr>
            <a:xfrm>
              <a:off x="4873529" y="4166150"/>
              <a:ext cx="40124" cy="40092"/>
            </a:xfrm>
            <a:custGeom>
              <a:avLst/>
              <a:gdLst/>
              <a:ahLst/>
              <a:cxnLst/>
              <a:rect l="l" t="t" r="r" b="b"/>
              <a:pathLst>
                <a:path w="1253" h="1252" extrusionOk="0">
                  <a:moveTo>
                    <a:pt x="673" y="395"/>
                  </a:moveTo>
                  <a:cubicBezTo>
                    <a:pt x="766" y="395"/>
                    <a:pt x="858" y="487"/>
                    <a:pt x="858" y="580"/>
                  </a:cubicBezTo>
                  <a:cubicBezTo>
                    <a:pt x="858" y="765"/>
                    <a:pt x="766" y="858"/>
                    <a:pt x="673" y="858"/>
                  </a:cubicBezTo>
                  <a:cubicBezTo>
                    <a:pt x="464" y="858"/>
                    <a:pt x="372" y="765"/>
                    <a:pt x="372" y="580"/>
                  </a:cubicBezTo>
                  <a:cubicBezTo>
                    <a:pt x="372" y="487"/>
                    <a:pt x="464" y="395"/>
                    <a:pt x="673" y="395"/>
                  </a:cubicBezTo>
                  <a:close/>
                  <a:moveTo>
                    <a:pt x="673" y="1"/>
                  </a:moveTo>
                  <a:cubicBezTo>
                    <a:pt x="279" y="1"/>
                    <a:pt x="1" y="279"/>
                    <a:pt x="1" y="580"/>
                  </a:cubicBezTo>
                  <a:cubicBezTo>
                    <a:pt x="1" y="974"/>
                    <a:pt x="279" y="1252"/>
                    <a:pt x="673" y="1252"/>
                  </a:cubicBezTo>
                  <a:cubicBezTo>
                    <a:pt x="951" y="1252"/>
                    <a:pt x="1252" y="974"/>
                    <a:pt x="1252" y="580"/>
                  </a:cubicBezTo>
                  <a:cubicBezTo>
                    <a:pt x="1252" y="279"/>
                    <a:pt x="951" y="1"/>
                    <a:pt x="6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7057;p123">
              <a:extLst>
                <a:ext uri="{FF2B5EF4-FFF2-40B4-BE49-F238E27FC236}">
                  <a16:creationId xmlns:a16="http://schemas.microsoft.com/office/drawing/2014/main" id="{4DD00077-E572-BD5D-3A86-D8E4E44C4677}"/>
                </a:ext>
              </a:extLst>
            </p:cNvPr>
            <p:cNvSpPr/>
            <p:nvPr/>
          </p:nvSpPr>
          <p:spPr>
            <a:xfrm>
              <a:off x="4978178" y="3965048"/>
              <a:ext cx="40092" cy="40092"/>
            </a:xfrm>
            <a:custGeom>
              <a:avLst/>
              <a:gdLst/>
              <a:ahLst/>
              <a:cxnLst/>
              <a:rect l="l" t="t" r="r" b="b"/>
              <a:pathLst>
                <a:path w="1252" h="1252" extrusionOk="0">
                  <a:moveTo>
                    <a:pt x="580" y="394"/>
                  </a:moveTo>
                  <a:cubicBezTo>
                    <a:pt x="788" y="394"/>
                    <a:pt x="881" y="487"/>
                    <a:pt x="881" y="672"/>
                  </a:cubicBezTo>
                  <a:cubicBezTo>
                    <a:pt x="881" y="765"/>
                    <a:pt x="788" y="881"/>
                    <a:pt x="580" y="881"/>
                  </a:cubicBezTo>
                  <a:cubicBezTo>
                    <a:pt x="487" y="881"/>
                    <a:pt x="394" y="765"/>
                    <a:pt x="394" y="672"/>
                  </a:cubicBezTo>
                  <a:cubicBezTo>
                    <a:pt x="394" y="487"/>
                    <a:pt x="487" y="394"/>
                    <a:pt x="580" y="394"/>
                  </a:cubicBezTo>
                  <a:close/>
                  <a:moveTo>
                    <a:pt x="580" y="0"/>
                  </a:moveTo>
                  <a:cubicBezTo>
                    <a:pt x="302" y="0"/>
                    <a:pt x="0" y="301"/>
                    <a:pt x="0" y="672"/>
                  </a:cubicBezTo>
                  <a:cubicBezTo>
                    <a:pt x="0" y="973"/>
                    <a:pt x="302" y="1252"/>
                    <a:pt x="580" y="1252"/>
                  </a:cubicBezTo>
                  <a:cubicBezTo>
                    <a:pt x="974" y="1252"/>
                    <a:pt x="1252" y="973"/>
                    <a:pt x="1252" y="672"/>
                  </a:cubicBezTo>
                  <a:cubicBezTo>
                    <a:pt x="1252" y="301"/>
                    <a:pt x="974" y="0"/>
                    <a:pt x="5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7058;p123">
              <a:extLst>
                <a:ext uri="{FF2B5EF4-FFF2-40B4-BE49-F238E27FC236}">
                  <a16:creationId xmlns:a16="http://schemas.microsoft.com/office/drawing/2014/main" id="{F3EB1172-04C6-CEB8-D9E9-B71884772C84}"/>
                </a:ext>
              </a:extLst>
            </p:cNvPr>
            <p:cNvSpPr/>
            <p:nvPr/>
          </p:nvSpPr>
          <p:spPr>
            <a:xfrm>
              <a:off x="4873529" y="3965048"/>
              <a:ext cx="40124" cy="40092"/>
            </a:xfrm>
            <a:custGeom>
              <a:avLst/>
              <a:gdLst/>
              <a:ahLst/>
              <a:cxnLst/>
              <a:rect l="l" t="t" r="r" b="b"/>
              <a:pathLst>
                <a:path w="1253" h="1252" extrusionOk="0">
                  <a:moveTo>
                    <a:pt x="673" y="394"/>
                  </a:moveTo>
                  <a:cubicBezTo>
                    <a:pt x="766" y="394"/>
                    <a:pt x="858" y="487"/>
                    <a:pt x="858" y="672"/>
                  </a:cubicBezTo>
                  <a:cubicBezTo>
                    <a:pt x="858" y="765"/>
                    <a:pt x="766" y="881"/>
                    <a:pt x="673" y="881"/>
                  </a:cubicBezTo>
                  <a:cubicBezTo>
                    <a:pt x="464" y="881"/>
                    <a:pt x="372" y="765"/>
                    <a:pt x="372" y="672"/>
                  </a:cubicBezTo>
                  <a:cubicBezTo>
                    <a:pt x="372" y="487"/>
                    <a:pt x="464" y="394"/>
                    <a:pt x="673" y="394"/>
                  </a:cubicBezTo>
                  <a:close/>
                  <a:moveTo>
                    <a:pt x="673" y="0"/>
                  </a:moveTo>
                  <a:cubicBezTo>
                    <a:pt x="279" y="0"/>
                    <a:pt x="1" y="301"/>
                    <a:pt x="1" y="672"/>
                  </a:cubicBezTo>
                  <a:cubicBezTo>
                    <a:pt x="1" y="973"/>
                    <a:pt x="279" y="1252"/>
                    <a:pt x="673" y="1252"/>
                  </a:cubicBezTo>
                  <a:cubicBezTo>
                    <a:pt x="951" y="1252"/>
                    <a:pt x="1252" y="973"/>
                    <a:pt x="1252" y="672"/>
                  </a:cubicBezTo>
                  <a:cubicBezTo>
                    <a:pt x="1252" y="301"/>
                    <a:pt x="951" y="0"/>
                    <a:pt x="6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55464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0">
          <a:extLst>
            <a:ext uri="{FF2B5EF4-FFF2-40B4-BE49-F238E27FC236}">
              <a16:creationId xmlns:a16="http://schemas.microsoft.com/office/drawing/2014/main" id="{E8606716-E1D4-765B-3AE6-0A262BB39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1" name="Google Shape;3201;p69">
            <a:extLst>
              <a:ext uri="{FF2B5EF4-FFF2-40B4-BE49-F238E27FC236}">
                <a16:creationId xmlns:a16="http://schemas.microsoft.com/office/drawing/2014/main" id="{76C80EFE-17CB-83F3-B24B-2563C131E2C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7450" y="1198425"/>
            <a:ext cx="2143799" cy="2146949"/>
          </a:xfrm>
          <a:prstGeom prst="rect">
            <a:avLst/>
          </a:prstGeom>
          <a:noFill/>
          <a:ln>
            <a:noFill/>
          </a:ln>
        </p:spPr>
      </p:pic>
      <p:sp>
        <p:nvSpPr>
          <p:cNvPr id="3202" name="Google Shape;3202;p69">
            <a:extLst>
              <a:ext uri="{FF2B5EF4-FFF2-40B4-BE49-F238E27FC236}">
                <a16:creationId xmlns:a16="http://schemas.microsoft.com/office/drawing/2014/main" id="{9A9A5BF6-0D33-A7C4-384B-555DD81A52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0" y="1439700"/>
            <a:ext cx="3810000" cy="16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 dirty="0">
                <a:solidFill>
                  <a:schemeClr val="lt2"/>
                </a:solidFill>
              </a:rPr>
              <a:t>TRASPARENZA, ARCHITETTURA E REPORTING</a:t>
            </a:r>
            <a:endParaRPr lang="it-IT" sz="3200" dirty="0">
              <a:solidFill>
                <a:schemeClr val="lt1"/>
              </a:solidFill>
            </a:endParaRPr>
          </a:p>
        </p:txBody>
      </p:sp>
      <p:sp>
        <p:nvSpPr>
          <p:cNvPr id="3204" name="Google Shape;3204;p69">
            <a:extLst>
              <a:ext uri="{FF2B5EF4-FFF2-40B4-BE49-F238E27FC236}">
                <a16:creationId xmlns:a16="http://schemas.microsoft.com/office/drawing/2014/main" id="{DF0524DC-177D-0428-F63B-A8380AF8BCE5}"/>
              </a:ext>
            </a:extLst>
          </p:cNvPr>
          <p:cNvSpPr/>
          <p:nvPr/>
        </p:nvSpPr>
        <p:spPr>
          <a:xfrm>
            <a:off x="2932900" y="1605450"/>
            <a:ext cx="1332900" cy="13329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5" name="Google Shape;3205;p69">
            <a:extLst>
              <a:ext uri="{FF2B5EF4-FFF2-40B4-BE49-F238E27FC236}">
                <a16:creationId xmlns:a16="http://schemas.microsoft.com/office/drawing/2014/main" id="{95F2D4F7-5D3D-933D-5DB5-165C0168471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867525" y="1851000"/>
            <a:ext cx="1464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D4351188-5DEA-15BB-C6FE-E214090DF7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249" y="868060"/>
            <a:ext cx="2146949" cy="214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491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7">
          <a:extLst>
            <a:ext uri="{FF2B5EF4-FFF2-40B4-BE49-F238E27FC236}">
              <a16:creationId xmlns:a16="http://schemas.microsoft.com/office/drawing/2014/main" id="{DD4E2703-0D36-334C-9FC8-193E45872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9" name="Google Shape;3329;p73">
            <a:extLst>
              <a:ext uri="{FF2B5EF4-FFF2-40B4-BE49-F238E27FC236}">
                <a16:creationId xmlns:a16="http://schemas.microsoft.com/office/drawing/2014/main" id="{6D1B6CF9-A3F9-37C1-6F11-65640F6D2B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70180" y="28957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 err="1"/>
              <a:t>Interfaccia</a:t>
            </a:r>
            <a:r>
              <a:rPr lang="en" sz="2000" dirty="0"/>
              <a:t> </a:t>
            </a:r>
            <a:r>
              <a:rPr lang="en" sz="2000" dirty="0" err="1"/>
              <a:t>dinamica</a:t>
            </a:r>
            <a:endParaRPr sz="2000" dirty="0"/>
          </a:p>
        </p:txBody>
      </p:sp>
      <p:sp>
        <p:nvSpPr>
          <p:cNvPr id="3333" name="Google Shape;3333;p73">
            <a:extLst>
              <a:ext uri="{FF2B5EF4-FFF2-40B4-BE49-F238E27FC236}">
                <a16:creationId xmlns:a16="http://schemas.microsoft.com/office/drawing/2014/main" id="{A55C8517-29DB-E633-90B9-20D095C76FAF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4825190" y="289441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sz="2000" dirty="0"/>
              <a:t>Trasparenza operativa</a:t>
            </a:r>
            <a:endParaRPr sz="2000" dirty="0"/>
          </a:p>
        </p:txBody>
      </p:sp>
      <p:sp>
        <p:nvSpPr>
          <p:cNvPr id="3334" name="Google Shape;3334;p73">
            <a:extLst>
              <a:ext uri="{FF2B5EF4-FFF2-40B4-BE49-F238E27FC236}">
                <a16:creationId xmlns:a16="http://schemas.microsoft.com/office/drawing/2014/main" id="{FC6EBAFF-9424-5295-82D5-82311660E8FF}"/>
              </a:ext>
            </a:extLst>
          </p:cNvPr>
          <p:cNvSpPr/>
          <p:nvPr/>
        </p:nvSpPr>
        <p:spPr>
          <a:xfrm>
            <a:off x="2759411" y="1940818"/>
            <a:ext cx="782400" cy="7824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6" name="Google Shape;3336;p73">
            <a:extLst>
              <a:ext uri="{FF2B5EF4-FFF2-40B4-BE49-F238E27FC236}">
                <a16:creationId xmlns:a16="http://schemas.microsoft.com/office/drawing/2014/main" id="{FDE7952A-0143-9493-498C-7E2C34F0A819}"/>
              </a:ext>
            </a:extLst>
          </p:cNvPr>
          <p:cNvSpPr/>
          <p:nvPr/>
        </p:nvSpPr>
        <p:spPr>
          <a:xfrm>
            <a:off x="9052400" y="1927918"/>
            <a:ext cx="21600" cy="216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7" name="Google Shape;3337;p73">
            <a:extLst>
              <a:ext uri="{FF2B5EF4-FFF2-40B4-BE49-F238E27FC236}">
                <a16:creationId xmlns:a16="http://schemas.microsoft.com/office/drawing/2014/main" id="{43F11CA6-01F8-DC4A-A3D5-20BB65897BAA}"/>
              </a:ext>
            </a:extLst>
          </p:cNvPr>
          <p:cNvSpPr/>
          <p:nvPr/>
        </p:nvSpPr>
        <p:spPr>
          <a:xfrm>
            <a:off x="5602190" y="1939542"/>
            <a:ext cx="782400" cy="7824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39" name="Google Shape;3339;p73">
            <a:extLst>
              <a:ext uri="{FF2B5EF4-FFF2-40B4-BE49-F238E27FC236}">
                <a16:creationId xmlns:a16="http://schemas.microsoft.com/office/drawing/2014/main" id="{8AF40E7E-6FF2-4A7A-BD0E-C52D54A5317F}"/>
              </a:ext>
            </a:extLst>
          </p:cNvPr>
          <p:cNvGrpSpPr/>
          <p:nvPr/>
        </p:nvGrpSpPr>
        <p:grpSpPr>
          <a:xfrm>
            <a:off x="5764429" y="2123663"/>
            <a:ext cx="457922" cy="431087"/>
            <a:chOff x="964766" y="1190363"/>
            <a:chExt cx="457922" cy="431087"/>
          </a:xfrm>
        </p:grpSpPr>
        <p:sp>
          <p:nvSpPr>
            <p:cNvPr id="3340" name="Google Shape;3340;p73">
              <a:extLst>
                <a:ext uri="{FF2B5EF4-FFF2-40B4-BE49-F238E27FC236}">
                  <a16:creationId xmlns:a16="http://schemas.microsoft.com/office/drawing/2014/main" id="{F447894E-5B7E-9771-83B9-372C7C5F7FA6}"/>
                </a:ext>
              </a:extLst>
            </p:cNvPr>
            <p:cNvSpPr/>
            <p:nvPr/>
          </p:nvSpPr>
          <p:spPr>
            <a:xfrm>
              <a:off x="1134710" y="1191740"/>
              <a:ext cx="228609" cy="222652"/>
            </a:xfrm>
            <a:custGeom>
              <a:avLst/>
              <a:gdLst/>
              <a:ahLst/>
              <a:cxnLst/>
              <a:rect l="l" t="t" r="r" b="b"/>
              <a:pathLst>
                <a:path w="7139" h="6953" extrusionOk="0">
                  <a:moveTo>
                    <a:pt x="3778" y="0"/>
                  </a:moveTo>
                  <a:cubicBezTo>
                    <a:pt x="3476" y="93"/>
                    <a:pt x="3291" y="186"/>
                    <a:pt x="3082" y="371"/>
                  </a:cubicBezTo>
                  <a:cubicBezTo>
                    <a:pt x="2503" y="950"/>
                    <a:pt x="2503" y="1924"/>
                    <a:pt x="3082" y="2503"/>
                  </a:cubicBezTo>
                  <a:cubicBezTo>
                    <a:pt x="3198" y="2503"/>
                    <a:pt x="3198" y="2596"/>
                    <a:pt x="3198" y="2596"/>
                  </a:cubicBezTo>
                  <a:cubicBezTo>
                    <a:pt x="3291" y="2689"/>
                    <a:pt x="3291" y="2897"/>
                    <a:pt x="3198" y="2990"/>
                  </a:cubicBezTo>
                  <a:lnTo>
                    <a:pt x="394" y="5887"/>
                  </a:lnTo>
                  <a:lnTo>
                    <a:pt x="0" y="6953"/>
                  </a:lnTo>
                  <a:lnTo>
                    <a:pt x="974" y="6837"/>
                  </a:lnTo>
                  <a:lnTo>
                    <a:pt x="4450" y="4241"/>
                  </a:lnTo>
                  <a:cubicBezTo>
                    <a:pt x="4489" y="4163"/>
                    <a:pt x="4545" y="4134"/>
                    <a:pt x="4603" y="4134"/>
                  </a:cubicBezTo>
                  <a:cubicBezTo>
                    <a:pt x="4683" y="4134"/>
                    <a:pt x="4767" y="4188"/>
                    <a:pt x="4821" y="4241"/>
                  </a:cubicBezTo>
                  <a:cubicBezTo>
                    <a:pt x="4936" y="4241"/>
                    <a:pt x="4936" y="4241"/>
                    <a:pt x="4936" y="4334"/>
                  </a:cubicBezTo>
                  <a:cubicBezTo>
                    <a:pt x="5122" y="4519"/>
                    <a:pt x="5307" y="4635"/>
                    <a:pt x="5609" y="4728"/>
                  </a:cubicBezTo>
                  <a:cubicBezTo>
                    <a:pt x="5979" y="4635"/>
                    <a:pt x="6373" y="4635"/>
                    <a:pt x="6860" y="4241"/>
                  </a:cubicBezTo>
                  <a:cubicBezTo>
                    <a:pt x="7138" y="3569"/>
                    <a:pt x="7045" y="2897"/>
                    <a:pt x="6675" y="2410"/>
                  </a:cubicBezTo>
                  <a:cubicBezTo>
                    <a:pt x="6373" y="2109"/>
                    <a:pt x="6281" y="1831"/>
                    <a:pt x="5887" y="1831"/>
                  </a:cubicBezTo>
                  <a:cubicBezTo>
                    <a:pt x="5701" y="1831"/>
                    <a:pt x="5400" y="1623"/>
                    <a:pt x="5400" y="1437"/>
                  </a:cubicBezTo>
                  <a:cubicBezTo>
                    <a:pt x="5400" y="1043"/>
                    <a:pt x="5215" y="858"/>
                    <a:pt x="4936" y="464"/>
                  </a:cubicBezTo>
                  <a:cubicBezTo>
                    <a:pt x="4542" y="93"/>
                    <a:pt x="4241" y="93"/>
                    <a:pt x="37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73">
              <a:extLst>
                <a:ext uri="{FF2B5EF4-FFF2-40B4-BE49-F238E27FC236}">
                  <a16:creationId xmlns:a16="http://schemas.microsoft.com/office/drawing/2014/main" id="{239FC7A2-984A-B7A2-E129-20E069D1ABFE}"/>
                </a:ext>
              </a:extLst>
            </p:cNvPr>
            <p:cNvSpPr/>
            <p:nvPr/>
          </p:nvSpPr>
          <p:spPr>
            <a:xfrm>
              <a:off x="1165868" y="1312689"/>
              <a:ext cx="123223" cy="110606"/>
            </a:xfrm>
            <a:custGeom>
              <a:avLst/>
              <a:gdLst/>
              <a:ahLst/>
              <a:cxnLst/>
              <a:rect l="l" t="t" r="r" b="b"/>
              <a:pathLst>
                <a:path w="3848" h="3454" extrusionOk="0">
                  <a:moveTo>
                    <a:pt x="3178" y="1"/>
                  </a:moveTo>
                  <a:cubicBezTo>
                    <a:pt x="3106" y="1"/>
                    <a:pt x="3036" y="24"/>
                    <a:pt x="2990" y="70"/>
                  </a:cubicBezTo>
                  <a:lnTo>
                    <a:pt x="1" y="3060"/>
                  </a:lnTo>
                  <a:lnTo>
                    <a:pt x="93" y="3454"/>
                  </a:lnTo>
                  <a:lnTo>
                    <a:pt x="580" y="3361"/>
                  </a:lnTo>
                  <a:lnTo>
                    <a:pt x="580" y="3268"/>
                  </a:lnTo>
                  <a:lnTo>
                    <a:pt x="3477" y="464"/>
                  </a:lnTo>
                  <a:cubicBezTo>
                    <a:pt x="3569" y="372"/>
                    <a:pt x="3662" y="372"/>
                    <a:pt x="3848" y="372"/>
                  </a:cubicBezTo>
                  <a:cubicBezTo>
                    <a:pt x="3662" y="279"/>
                    <a:pt x="3569" y="163"/>
                    <a:pt x="3384" y="70"/>
                  </a:cubicBezTo>
                  <a:cubicBezTo>
                    <a:pt x="3326" y="24"/>
                    <a:pt x="3251" y="1"/>
                    <a:pt x="31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73">
              <a:extLst>
                <a:ext uri="{FF2B5EF4-FFF2-40B4-BE49-F238E27FC236}">
                  <a16:creationId xmlns:a16="http://schemas.microsoft.com/office/drawing/2014/main" id="{F0BCCCF8-920A-CCF6-9152-6B8EA9874EEA}"/>
                </a:ext>
              </a:extLst>
            </p:cNvPr>
            <p:cNvSpPr/>
            <p:nvPr/>
          </p:nvSpPr>
          <p:spPr>
            <a:xfrm>
              <a:off x="1255659" y="1190363"/>
              <a:ext cx="117298" cy="153868"/>
            </a:xfrm>
            <a:custGeom>
              <a:avLst/>
              <a:gdLst/>
              <a:ahLst/>
              <a:cxnLst/>
              <a:rect l="l" t="t" r="r" b="b"/>
              <a:pathLst>
                <a:path w="3663" h="4805" extrusionOk="0">
                  <a:moveTo>
                    <a:pt x="361" y="0"/>
                  </a:moveTo>
                  <a:cubicBezTo>
                    <a:pt x="237" y="0"/>
                    <a:pt x="115" y="15"/>
                    <a:pt x="1" y="43"/>
                  </a:cubicBezTo>
                  <a:cubicBezTo>
                    <a:pt x="186" y="136"/>
                    <a:pt x="372" y="229"/>
                    <a:pt x="580" y="414"/>
                  </a:cubicBezTo>
                  <a:cubicBezTo>
                    <a:pt x="858" y="715"/>
                    <a:pt x="1044" y="1086"/>
                    <a:pt x="1044" y="1480"/>
                  </a:cubicBezTo>
                  <a:cubicBezTo>
                    <a:pt x="1044" y="1666"/>
                    <a:pt x="1159" y="1781"/>
                    <a:pt x="1345" y="1781"/>
                  </a:cubicBezTo>
                  <a:cubicBezTo>
                    <a:pt x="1739" y="1781"/>
                    <a:pt x="2110" y="1967"/>
                    <a:pt x="2411" y="2245"/>
                  </a:cubicBezTo>
                  <a:cubicBezTo>
                    <a:pt x="2689" y="2546"/>
                    <a:pt x="2782" y="2940"/>
                    <a:pt x="2782" y="3311"/>
                  </a:cubicBezTo>
                  <a:cubicBezTo>
                    <a:pt x="2782" y="3705"/>
                    <a:pt x="2689" y="4099"/>
                    <a:pt x="2411" y="4377"/>
                  </a:cubicBezTo>
                  <a:cubicBezTo>
                    <a:pt x="2202" y="4562"/>
                    <a:pt x="2017" y="4678"/>
                    <a:pt x="1832" y="4771"/>
                  </a:cubicBezTo>
                  <a:cubicBezTo>
                    <a:pt x="1945" y="4793"/>
                    <a:pt x="2063" y="4804"/>
                    <a:pt x="2183" y="4804"/>
                  </a:cubicBezTo>
                  <a:cubicBezTo>
                    <a:pt x="2577" y="4804"/>
                    <a:pt x="2984" y="4679"/>
                    <a:pt x="3268" y="4377"/>
                  </a:cubicBezTo>
                  <a:cubicBezTo>
                    <a:pt x="3570" y="4099"/>
                    <a:pt x="3662" y="3705"/>
                    <a:pt x="3662" y="3311"/>
                  </a:cubicBezTo>
                  <a:cubicBezTo>
                    <a:pt x="3662" y="2940"/>
                    <a:pt x="3570" y="2546"/>
                    <a:pt x="3268" y="2245"/>
                  </a:cubicBezTo>
                  <a:cubicBezTo>
                    <a:pt x="2990" y="1967"/>
                    <a:pt x="2596" y="1781"/>
                    <a:pt x="2202" y="1781"/>
                  </a:cubicBezTo>
                  <a:cubicBezTo>
                    <a:pt x="2017" y="1781"/>
                    <a:pt x="1924" y="1666"/>
                    <a:pt x="1924" y="1480"/>
                  </a:cubicBezTo>
                  <a:cubicBezTo>
                    <a:pt x="1924" y="1086"/>
                    <a:pt x="1739" y="715"/>
                    <a:pt x="1438" y="414"/>
                  </a:cubicBezTo>
                  <a:cubicBezTo>
                    <a:pt x="1141" y="135"/>
                    <a:pt x="739" y="0"/>
                    <a:pt x="3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73">
              <a:extLst>
                <a:ext uri="{FF2B5EF4-FFF2-40B4-BE49-F238E27FC236}">
                  <a16:creationId xmlns:a16="http://schemas.microsoft.com/office/drawing/2014/main" id="{50C18121-D545-8CB6-B5B2-7659E7559699}"/>
                </a:ext>
              </a:extLst>
            </p:cNvPr>
            <p:cNvSpPr/>
            <p:nvPr/>
          </p:nvSpPr>
          <p:spPr>
            <a:xfrm>
              <a:off x="1128753" y="1447760"/>
              <a:ext cx="284264" cy="173690"/>
            </a:xfrm>
            <a:custGeom>
              <a:avLst/>
              <a:gdLst/>
              <a:ahLst/>
              <a:cxnLst/>
              <a:rect l="l" t="t" r="r" b="b"/>
              <a:pathLst>
                <a:path w="8877" h="5424" extrusionOk="0">
                  <a:moveTo>
                    <a:pt x="7231" y="1"/>
                  </a:moveTo>
                  <a:cubicBezTo>
                    <a:pt x="6652" y="209"/>
                    <a:pt x="6165" y="789"/>
                    <a:pt x="6165" y="1461"/>
                  </a:cubicBezTo>
                  <a:lnTo>
                    <a:pt x="6165" y="1553"/>
                  </a:lnTo>
                  <a:cubicBezTo>
                    <a:pt x="6165" y="1646"/>
                    <a:pt x="6073" y="1855"/>
                    <a:pt x="5887" y="1855"/>
                  </a:cubicBezTo>
                  <a:lnTo>
                    <a:pt x="1832" y="1855"/>
                  </a:lnTo>
                  <a:lnTo>
                    <a:pt x="1" y="2527"/>
                  </a:lnTo>
                  <a:lnTo>
                    <a:pt x="1832" y="3593"/>
                  </a:lnTo>
                  <a:lnTo>
                    <a:pt x="5887" y="3593"/>
                  </a:lnTo>
                  <a:cubicBezTo>
                    <a:pt x="6073" y="3593"/>
                    <a:pt x="6165" y="3685"/>
                    <a:pt x="6165" y="3871"/>
                  </a:cubicBezTo>
                  <a:lnTo>
                    <a:pt x="6165" y="3964"/>
                  </a:lnTo>
                  <a:cubicBezTo>
                    <a:pt x="6165" y="4636"/>
                    <a:pt x="6652" y="5215"/>
                    <a:pt x="7231" y="5424"/>
                  </a:cubicBezTo>
                  <a:cubicBezTo>
                    <a:pt x="7903" y="5424"/>
                    <a:pt x="8784" y="5030"/>
                    <a:pt x="8877" y="3964"/>
                  </a:cubicBezTo>
                  <a:cubicBezTo>
                    <a:pt x="8877" y="3593"/>
                    <a:pt x="8691" y="3199"/>
                    <a:pt x="8390" y="2898"/>
                  </a:cubicBezTo>
                  <a:cubicBezTo>
                    <a:pt x="8297" y="2805"/>
                    <a:pt x="8297" y="2619"/>
                    <a:pt x="8390" y="2527"/>
                  </a:cubicBezTo>
                  <a:cubicBezTo>
                    <a:pt x="8691" y="2225"/>
                    <a:pt x="8877" y="1855"/>
                    <a:pt x="8877" y="1461"/>
                  </a:cubicBezTo>
                  <a:cubicBezTo>
                    <a:pt x="8877" y="580"/>
                    <a:pt x="8205" y="1"/>
                    <a:pt x="77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73">
              <a:extLst>
                <a:ext uri="{FF2B5EF4-FFF2-40B4-BE49-F238E27FC236}">
                  <a16:creationId xmlns:a16="http://schemas.microsoft.com/office/drawing/2014/main" id="{38CCBCFC-2939-D657-F005-F7F9C05A0F86}"/>
                </a:ext>
              </a:extLst>
            </p:cNvPr>
            <p:cNvSpPr/>
            <p:nvPr/>
          </p:nvSpPr>
          <p:spPr>
            <a:xfrm>
              <a:off x="1360308" y="1444781"/>
              <a:ext cx="62380" cy="176668"/>
            </a:xfrm>
            <a:custGeom>
              <a:avLst/>
              <a:gdLst/>
              <a:ahLst/>
              <a:cxnLst/>
              <a:rect l="l" t="t" r="r" b="b"/>
              <a:pathLst>
                <a:path w="1948" h="5517" extrusionOk="0">
                  <a:moveTo>
                    <a:pt x="394" y="1"/>
                  </a:moveTo>
                  <a:cubicBezTo>
                    <a:pt x="302" y="1"/>
                    <a:pt x="93" y="1"/>
                    <a:pt x="0" y="94"/>
                  </a:cubicBezTo>
                  <a:cubicBezTo>
                    <a:pt x="580" y="302"/>
                    <a:pt x="1066" y="882"/>
                    <a:pt x="1066" y="1554"/>
                  </a:cubicBezTo>
                  <a:cubicBezTo>
                    <a:pt x="1066" y="1948"/>
                    <a:pt x="881" y="2318"/>
                    <a:pt x="580" y="2620"/>
                  </a:cubicBezTo>
                  <a:cubicBezTo>
                    <a:pt x="487" y="2712"/>
                    <a:pt x="487" y="2898"/>
                    <a:pt x="580" y="2991"/>
                  </a:cubicBezTo>
                  <a:cubicBezTo>
                    <a:pt x="881" y="3292"/>
                    <a:pt x="1066" y="3686"/>
                    <a:pt x="1066" y="4057"/>
                  </a:cubicBezTo>
                  <a:cubicBezTo>
                    <a:pt x="1066" y="4451"/>
                    <a:pt x="881" y="4845"/>
                    <a:pt x="580" y="5123"/>
                  </a:cubicBezTo>
                  <a:cubicBezTo>
                    <a:pt x="487" y="5308"/>
                    <a:pt x="209" y="5424"/>
                    <a:pt x="0" y="5517"/>
                  </a:cubicBezTo>
                  <a:lnTo>
                    <a:pt x="394" y="5517"/>
                  </a:lnTo>
                  <a:cubicBezTo>
                    <a:pt x="881" y="5517"/>
                    <a:pt x="1252" y="5424"/>
                    <a:pt x="1460" y="5123"/>
                  </a:cubicBezTo>
                  <a:cubicBezTo>
                    <a:pt x="1739" y="4845"/>
                    <a:pt x="1947" y="4451"/>
                    <a:pt x="1947" y="4057"/>
                  </a:cubicBezTo>
                  <a:cubicBezTo>
                    <a:pt x="1947" y="3686"/>
                    <a:pt x="1739" y="3292"/>
                    <a:pt x="1460" y="2991"/>
                  </a:cubicBezTo>
                  <a:cubicBezTo>
                    <a:pt x="1368" y="2898"/>
                    <a:pt x="1368" y="2712"/>
                    <a:pt x="1460" y="2620"/>
                  </a:cubicBezTo>
                  <a:cubicBezTo>
                    <a:pt x="1739" y="2318"/>
                    <a:pt x="1947" y="1948"/>
                    <a:pt x="1947" y="1554"/>
                  </a:cubicBezTo>
                  <a:cubicBezTo>
                    <a:pt x="1947" y="673"/>
                    <a:pt x="1252" y="1"/>
                    <a:pt x="3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73">
              <a:extLst>
                <a:ext uri="{FF2B5EF4-FFF2-40B4-BE49-F238E27FC236}">
                  <a16:creationId xmlns:a16="http://schemas.microsoft.com/office/drawing/2014/main" id="{59A6639A-A521-CD8F-EF06-3EBB16361C74}"/>
                </a:ext>
              </a:extLst>
            </p:cNvPr>
            <p:cNvSpPr/>
            <p:nvPr/>
          </p:nvSpPr>
          <p:spPr>
            <a:xfrm>
              <a:off x="1038962" y="1380224"/>
              <a:ext cx="126937" cy="145510"/>
            </a:xfrm>
            <a:custGeom>
              <a:avLst/>
              <a:gdLst/>
              <a:ahLst/>
              <a:cxnLst/>
              <a:rect l="l" t="t" r="r" b="b"/>
              <a:pathLst>
                <a:path w="3964" h="4544" extrusionOk="0">
                  <a:moveTo>
                    <a:pt x="3384" y="1"/>
                  </a:moveTo>
                  <a:lnTo>
                    <a:pt x="765" y="2504"/>
                  </a:lnTo>
                  <a:cubicBezTo>
                    <a:pt x="719" y="2596"/>
                    <a:pt x="649" y="2643"/>
                    <a:pt x="580" y="2643"/>
                  </a:cubicBezTo>
                  <a:cubicBezTo>
                    <a:pt x="510" y="2643"/>
                    <a:pt x="441" y="2596"/>
                    <a:pt x="395" y="2504"/>
                  </a:cubicBezTo>
                  <a:lnTo>
                    <a:pt x="395" y="2504"/>
                  </a:lnTo>
                  <a:lnTo>
                    <a:pt x="580" y="3384"/>
                  </a:lnTo>
                  <a:cubicBezTo>
                    <a:pt x="580" y="3384"/>
                    <a:pt x="1" y="4543"/>
                    <a:pt x="93" y="4543"/>
                  </a:cubicBezTo>
                  <a:lnTo>
                    <a:pt x="1646" y="3964"/>
                  </a:lnTo>
                  <a:cubicBezTo>
                    <a:pt x="1646" y="3848"/>
                    <a:pt x="1646" y="3755"/>
                    <a:pt x="1739" y="3755"/>
                  </a:cubicBezTo>
                  <a:lnTo>
                    <a:pt x="3964" y="1438"/>
                  </a:lnTo>
                  <a:lnTo>
                    <a:pt x="3964" y="951"/>
                  </a:lnTo>
                  <a:lnTo>
                    <a:pt x="3871" y="858"/>
                  </a:lnTo>
                  <a:cubicBezTo>
                    <a:pt x="3755" y="858"/>
                    <a:pt x="3662" y="765"/>
                    <a:pt x="3662" y="673"/>
                  </a:cubicBezTo>
                  <a:lnTo>
                    <a:pt x="33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73">
              <a:extLst>
                <a:ext uri="{FF2B5EF4-FFF2-40B4-BE49-F238E27FC236}">
                  <a16:creationId xmlns:a16="http://schemas.microsoft.com/office/drawing/2014/main" id="{28A7DA47-F4B8-67D1-4A9B-A97505CB0E59}"/>
                </a:ext>
              </a:extLst>
            </p:cNvPr>
            <p:cNvSpPr/>
            <p:nvPr/>
          </p:nvSpPr>
          <p:spPr>
            <a:xfrm>
              <a:off x="1038962" y="1410646"/>
              <a:ext cx="145478" cy="115089"/>
            </a:xfrm>
            <a:custGeom>
              <a:avLst/>
              <a:gdLst/>
              <a:ahLst/>
              <a:cxnLst/>
              <a:rect l="l" t="t" r="r" b="b"/>
              <a:pathLst>
                <a:path w="4543" h="3594" extrusionOk="0">
                  <a:moveTo>
                    <a:pt x="3964" y="1"/>
                  </a:moveTo>
                  <a:lnTo>
                    <a:pt x="1159" y="2805"/>
                  </a:lnTo>
                  <a:cubicBezTo>
                    <a:pt x="1067" y="2898"/>
                    <a:pt x="1067" y="3014"/>
                    <a:pt x="1067" y="3106"/>
                  </a:cubicBezTo>
                  <a:cubicBezTo>
                    <a:pt x="1067" y="3106"/>
                    <a:pt x="487" y="3199"/>
                    <a:pt x="1" y="3384"/>
                  </a:cubicBezTo>
                  <a:cubicBezTo>
                    <a:pt x="93" y="3477"/>
                    <a:pt x="93" y="3593"/>
                    <a:pt x="93" y="3593"/>
                  </a:cubicBezTo>
                  <a:lnTo>
                    <a:pt x="1924" y="3106"/>
                  </a:lnTo>
                  <a:cubicBezTo>
                    <a:pt x="1924" y="3014"/>
                    <a:pt x="1924" y="2898"/>
                    <a:pt x="2017" y="2805"/>
                  </a:cubicBezTo>
                  <a:lnTo>
                    <a:pt x="4543" y="302"/>
                  </a:lnTo>
                  <a:lnTo>
                    <a:pt x="39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73">
              <a:extLst>
                <a:ext uri="{FF2B5EF4-FFF2-40B4-BE49-F238E27FC236}">
                  <a16:creationId xmlns:a16="http://schemas.microsoft.com/office/drawing/2014/main" id="{69A4BD5F-C145-7700-1C10-FDBB81C73FC5}"/>
                </a:ext>
              </a:extLst>
            </p:cNvPr>
            <p:cNvSpPr/>
            <p:nvPr/>
          </p:nvSpPr>
          <p:spPr>
            <a:xfrm>
              <a:off x="964766" y="1444781"/>
              <a:ext cx="222652" cy="176668"/>
            </a:xfrm>
            <a:custGeom>
              <a:avLst/>
              <a:gdLst/>
              <a:ahLst/>
              <a:cxnLst/>
              <a:rect l="l" t="t" r="r" b="b"/>
              <a:pathLst>
                <a:path w="6953" h="5517" extrusionOk="0">
                  <a:moveTo>
                    <a:pt x="1553" y="1"/>
                  </a:moveTo>
                  <a:cubicBezTo>
                    <a:pt x="1159" y="1"/>
                    <a:pt x="765" y="210"/>
                    <a:pt x="487" y="488"/>
                  </a:cubicBezTo>
                  <a:cubicBezTo>
                    <a:pt x="185" y="673"/>
                    <a:pt x="0" y="1067"/>
                    <a:pt x="0" y="1554"/>
                  </a:cubicBezTo>
                  <a:cubicBezTo>
                    <a:pt x="0" y="1948"/>
                    <a:pt x="185" y="2318"/>
                    <a:pt x="487" y="2620"/>
                  </a:cubicBezTo>
                  <a:cubicBezTo>
                    <a:pt x="579" y="2712"/>
                    <a:pt x="579" y="2898"/>
                    <a:pt x="487" y="2991"/>
                  </a:cubicBezTo>
                  <a:cubicBezTo>
                    <a:pt x="185" y="3292"/>
                    <a:pt x="0" y="3686"/>
                    <a:pt x="0" y="4057"/>
                  </a:cubicBezTo>
                  <a:cubicBezTo>
                    <a:pt x="0" y="4845"/>
                    <a:pt x="672" y="5517"/>
                    <a:pt x="1553" y="5517"/>
                  </a:cubicBezTo>
                  <a:cubicBezTo>
                    <a:pt x="1924" y="5517"/>
                    <a:pt x="2318" y="5424"/>
                    <a:pt x="2596" y="5123"/>
                  </a:cubicBezTo>
                  <a:cubicBezTo>
                    <a:pt x="2897" y="4845"/>
                    <a:pt x="2990" y="4451"/>
                    <a:pt x="2990" y="4057"/>
                  </a:cubicBezTo>
                  <a:lnTo>
                    <a:pt x="2990" y="3964"/>
                  </a:lnTo>
                  <a:cubicBezTo>
                    <a:pt x="2990" y="3778"/>
                    <a:pt x="3175" y="3686"/>
                    <a:pt x="3291" y="3686"/>
                  </a:cubicBezTo>
                  <a:lnTo>
                    <a:pt x="6953" y="3686"/>
                  </a:lnTo>
                  <a:lnTo>
                    <a:pt x="6651" y="2898"/>
                  </a:lnTo>
                  <a:lnTo>
                    <a:pt x="6651" y="2620"/>
                  </a:lnTo>
                  <a:lnTo>
                    <a:pt x="6953" y="1948"/>
                  </a:lnTo>
                  <a:lnTo>
                    <a:pt x="3291" y="1948"/>
                  </a:lnTo>
                  <a:cubicBezTo>
                    <a:pt x="3175" y="1948"/>
                    <a:pt x="2990" y="1739"/>
                    <a:pt x="2990" y="1646"/>
                  </a:cubicBezTo>
                  <a:lnTo>
                    <a:pt x="2990" y="1554"/>
                  </a:lnTo>
                  <a:cubicBezTo>
                    <a:pt x="2990" y="673"/>
                    <a:pt x="2318" y="1"/>
                    <a:pt x="15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73">
              <a:extLst>
                <a:ext uri="{FF2B5EF4-FFF2-40B4-BE49-F238E27FC236}">
                  <a16:creationId xmlns:a16="http://schemas.microsoft.com/office/drawing/2014/main" id="{212EE8C7-37C2-B969-B7E0-9BC4DAB05B8A}"/>
                </a:ext>
              </a:extLst>
            </p:cNvPr>
            <p:cNvSpPr/>
            <p:nvPr/>
          </p:nvSpPr>
          <p:spPr>
            <a:xfrm>
              <a:off x="964766" y="1191740"/>
              <a:ext cx="151402" cy="166997"/>
            </a:xfrm>
            <a:custGeom>
              <a:avLst/>
              <a:gdLst/>
              <a:ahLst/>
              <a:cxnLst/>
              <a:rect l="l" t="t" r="r" b="b"/>
              <a:pathLst>
                <a:path w="4728" h="5215" extrusionOk="0">
                  <a:moveTo>
                    <a:pt x="2225" y="0"/>
                  </a:moveTo>
                  <a:cubicBezTo>
                    <a:pt x="973" y="186"/>
                    <a:pt x="0" y="1252"/>
                    <a:pt x="0" y="2596"/>
                  </a:cubicBezTo>
                  <a:cubicBezTo>
                    <a:pt x="0" y="3847"/>
                    <a:pt x="973" y="4913"/>
                    <a:pt x="2225" y="5215"/>
                  </a:cubicBezTo>
                  <a:cubicBezTo>
                    <a:pt x="2804" y="5099"/>
                    <a:pt x="3291" y="4913"/>
                    <a:pt x="3291" y="4913"/>
                  </a:cubicBezTo>
                  <a:cubicBezTo>
                    <a:pt x="3963" y="4519"/>
                    <a:pt x="4728" y="4056"/>
                    <a:pt x="4728" y="2596"/>
                  </a:cubicBezTo>
                  <a:cubicBezTo>
                    <a:pt x="4728" y="1159"/>
                    <a:pt x="4241" y="672"/>
                    <a:pt x="2804" y="93"/>
                  </a:cubicBezTo>
                  <a:cubicBezTo>
                    <a:pt x="2804" y="93"/>
                    <a:pt x="2503" y="0"/>
                    <a:pt x="22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73">
              <a:extLst>
                <a:ext uri="{FF2B5EF4-FFF2-40B4-BE49-F238E27FC236}">
                  <a16:creationId xmlns:a16="http://schemas.microsoft.com/office/drawing/2014/main" id="{173D8211-70E4-FADE-9609-A0E91D0629FD}"/>
                </a:ext>
              </a:extLst>
            </p:cNvPr>
            <p:cNvSpPr/>
            <p:nvPr/>
          </p:nvSpPr>
          <p:spPr>
            <a:xfrm>
              <a:off x="1035984" y="1191740"/>
              <a:ext cx="98757" cy="166997"/>
            </a:xfrm>
            <a:custGeom>
              <a:avLst/>
              <a:gdLst/>
              <a:ahLst/>
              <a:cxnLst/>
              <a:rect l="l" t="t" r="r" b="b"/>
              <a:pathLst>
                <a:path w="3084" h="5215" extrusionOk="0">
                  <a:moveTo>
                    <a:pt x="1" y="0"/>
                  </a:moveTo>
                  <a:cubicBezTo>
                    <a:pt x="580" y="93"/>
                    <a:pt x="1067" y="371"/>
                    <a:pt x="1438" y="765"/>
                  </a:cubicBezTo>
                  <a:cubicBezTo>
                    <a:pt x="1924" y="1252"/>
                    <a:pt x="2226" y="1831"/>
                    <a:pt x="2226" y="2596"/>
                  </a:cubicBezTo>
                  <a:cubicBezTo>
                    <a:pt x="2226" y="3268"/>
                    <a:pt x="1924" y="3940"/>
                    <a:pt x="1438" y="4427"/>
                  </a:cubicBezTo>
                  <a:cubicBezTo>
                    <a:pt x="1067" y="4821"/>
                    <a:pt x="580" y="5099"/>
                    <a:pt x="1" y="5215"/>
                  </a:cubicBezTo>
                  <a:lnTo>
                    <a:pt x="488" y="5215"/>
                  </a:lnTo>
                  <a:cubicBezTo>
                    <a:pt x="1160" y="5215"/>
                    <a:pt x="1832" y="4913"/>
                    <a:pt x="2318" y="4427"/>
                  </a:cubicBezTo>
                  <a:cubicBezTo>
                    <a:pt x="2805" y="3940"/>
                    <a:pt x="3083" y="3268"/>
                    <a:pt x="3083" y="2596"/>
                  </a:cubicBezTo>
                  <a:cubicBezTo>
                    <a:pt x="3083" y="1831"/>
                    <a:pt x="2805" y="1252"/>
                    <a:pt x="2318" y="765"/>
                  </a:cubicBezTo>
                  <a:cubicBezTo>
                    <a:pt x="1832" y="278"/>
                    <a:pt x="1160" y="0"/>
                    <a:pt x="4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73">
              <a:extLst>
                <a:ext uri="{FF2B5EF4-FFF2-40B4-BE49-F238E27FC236}">
                  <a16:creationId xmlns:a16="http://schemas.microsoft.com/office/drawing/2014/main" id="{E3DB1B78-1E67-0496-6C68-0D112903AE26}"/>
                </a:ext>
              </a:extLst>
            </p:cNvPr>
            <p:cNvSpPr/>
            <p:nvPr/>
          </p:nvSpPr>
          <p:spPr>
            <a:xfrm>
              <a:off x="1063460" y="1228854"/>
              <a:ext cx="34168" cy="30453"/>
            </a:xfrm>
            <a:custGeom>
              <a:avLst/>
              <a:gdLst/>
              <a:ahLst/>
              <a:cxnLst/>
              <a:rect l="l" t="t" r="r" b="b"/>
              <a:pathLst>
                <a:path w="1067" h="951" extrusionOk="0">
                  <a:moveTo>
                    <a:pt x="672" y="0"/>
                  </a:moveTo>
                  <a:lnTo>
                    <a:pt x="93" y="672"/>
                  </a:lnTo>
                  <a:cubicBezTo>
                    <a:pt x="0" y="765"/>
                    <a:pt x="0" y="765"/>
                    <a:pt x="93" y="858"/>
                  </a:cubicBezTo>
                  <a:cubicBezTo>
                    <a:pt x="209" y="950"/>
                    <a:pt x="209" y="950"/>
                    <a:pt x="302" y="950"/>
                  </a:cubicBezTo>
                  <a:lnTo>
                    <a:pt x="394" y="950"/>
                  </a:lnTo>
                  <a:lnTo>
                    <a:pt x="974" y="371"/>
                  </a:lnTo>
                  <a:cubicBezTo>
                    <a:pt x="1066" y="278"/>
                    <a:pt x="1066" y="93"/>
                    <a:pt x="9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3351;p73">
              <a:extLst>
                <a:ext uri="{FF2B5EF4-FFF2-40B4-BE49-F238E27FC236}">
                  <a16:creationId xmlns:a16="http://schemas.microsoft.com/office/drawing/2014/main" id="{85B3CE8F-33FD-085E-9872-1E559544B13D}"/>
                </a:ext>
              </a:extLst>
            </p:cNvPr>
            <p:cNvSpPr/>
            <p:nvPr/>
          </p:nvSpPr>
          <p:spPr>
            <a:xfrm>
              <a:off x="1063460" y="1289120"/>
              <a:ext cx="34168" cy="32503"/>
            </a:xfrm>
            <a:custGeom>
              <a:avLst/>
              <a:gdLst/>
              <a:ahLst/>
              <a:cxnLst/>
              <a:rect l="l" t="t" r="r" b="b"/>
              <a:pathLst>
                <a:path w="1067" h="1015" extrusionOk="0">
                  <a:moveTo>
                    <a:pt x="301" y="0"/>
                  </a:moveTo>
                  <a:cubicBezTo>
                    <a:pt x="237" y="0"/>
                    <a:pt x="170" y="42"/>
                    <a:pt x="93" y="42"/>
                  </a:cubicBezTo>
                  <a:cubicBezTo>
                    <a:pt x="0" y="134"/>
                    <a:pt x="0" y="227"/>
                    <a:pt x="0" y="320"/>
                  </a:cubicBezTo>
                  <a:lnTo>
                    <a:pt x="672" y="899"/>
                  </a:lnTo>
                  <a:cubicBezTo>
                    <a:pt x="672" y="1015"/>
                    <a:pt x="788" y="1015"/>
                    <a:pt x="788" y="1015"/>
                  </a:cubicBezTo>
                  <a:cubicBezTo>
                    <a:pt x="881" y="1015"/>
                    <a:pt x="974" y="1015"/>
                    <a:pt x="974" y="899"/>
                  </a:cubicBezTo>
                  <a:cubicBezTo>
                    <a:pt x="1066" y="806"/>
                    <a:pt x="1066" y="714"/>
                    <a:pt x="974" y="621"/>
                  </a:cubicBezTo>
                  <a:lnTo>
                    <a:pt x="394" y="42"/>
                  </a:lnTo>
                  <a:cubicBezTo>
                    <a:pt x="363" y="11"/>
                    <a:pt x="333" y="0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3352;p73">
              <a:extLst>
                <a:ext uri="{FF2B5EF4-FFF2-40B4-BE49-F238E27FC236}">
                  <a16:creationId xmlns:a16="http://schemas.microsoft.com/office/drawing/2014/main" id="{49B75816-DD0F-AB3C-DEC6-AA3297FCD3A8}"/>
                </a:ext>
              </a:extLst>
            </p:cNvPr>
            <p:cNvSpPr/>
            <p:nvPr/>
          </p:nvSpPr>
          <p:spPr>
            <a:xfrm>
              <a:off x="1001848" y="1228854"/>
              <a:ext cx="34168" cy="30453"/>
            </a:xfrm>
            <a:custGeom>
              <a:avLst/>
              <a:gdLst/>
              <a:ahLst/>
              <a:cxnLst/>
              <a:rect l="l" t="t" r="r" b="b"/>
              <a:pathLst>
                <a:path w="1067" h="951" extrusionOk="0">
                  <a:moveTo>
                    <a:pt x="93" y="0"/>
                  </a:moveTo>
                  <a:cubicBezTo>
                    <a:pt x="1" y="93"/>
                    <a:pt x="1" y="278"/>
                    <a:pt x="93" y="371"/>
                  </a:cubicBezTo>
                  <a:lnTo>
                    <a:pt x="673" y="950"/>
                  </a:lnTo>
                  <a:lnTo>
                    <a:pt x="766" y="950"/>
                  </a:lnTo>
                  <a:cubicBezTo>
                    <a:pt x="858" y="950"/>
                    <a:pt x="974" y="950"/>
                    <a:pt x="974" y="858"/>
                  </a:cubicBezTo>
                  <a:cubicBezTo>
                    <a:pt x="1067" y="765"/>
                    <a:pt x="1067" y="672"/>
                    <a:pt x="974" y="672"/>
                  </a:cubicBezTo>
                  <a:lnTo>
                    <a:pt x="3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73">
              <a:extLst>
                <a:ext uri="{FF2B5EF4-FFF2-40B4-BE49-F238E27FC236}">
                  <a16:creationId xmlns:a16="http://schemas.microsoft.com/office/drawing/2014/main" id="{C45367B6-B815-21B8-9231-1B710FAE5138}"/>
                </a:ext>
              </a:extLst>
            </p:cNvPr>
            <p:cNvSpPr/>
            <p:nvPr/>
          </p:nvSpPr>
          <p:spPr>
            <a:xfrm>
              <a:off x="1073098" y="1268914"/>
              <a:ext cx="30453" cy="11912"/>
            </a:xfrm>
            <a:custGeom>
              <a:avLst/>
              <a:gdLst/>
              <a:ahLst/>
              <a:cxnLst/>
              <a:rect l="l" t="t" r="r" b="b"/>
              <a:pathLst>
                <a:path w="951" h="372" extrusionOk="0">
                  <a:moveTo>
                    <a:pt x="186" y="0"/>
                  </a:moveTo>
                  <a:cubicBezTo>
                    <a:pt x="1" y="0"/>
                    <a:pt x="1" y="93"/>
                    <a:pt x="1" y="186"/>
                  </a:cubicBezTo>
                  <a:cubicBezTo>
                    <a:pt x="1" y="279"/>
                    <a:pt x="1" y="371"/>
                    <a:pt x="186" y="371"/>
                  </a:cubicBezTo>
                  <a:lnTo>
                    <a:pt x="765" y="371"/>
                  </a:lnTo>
                  <a:cubicBezTo>
                    <a:pt x="858" y="371"/>
                    <a:pt x="951" y="279"/>
                    <a:pt x="951" y="186"/>
                  </a:cubicBezTo>
                  <a:cubicBezTo>
                    <a:pt x="951" y="93"/>
                    <a:pt x="858" y="0"/>
                    <a:pt x="7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73">
              <a:extLst>
                <a:ext uri="{FF2B5EF4-FFF2-40B4-BE49-F238E27FC236}">
                  <a16:creationId xmlns:a16="http://schemas.microsoft.com/office/drawing/2014/main" id="{73CD5E91-57DE-E039-5457-F02FF9C33273}"/>
                </a:ext>
              </a:extLst>
            </p:cNvPr>
            <p:cNvSpPr/>
            <p:nvPr/>
          </p:nvSpPr>
          <p:spPr>
            <a:xfrm>
              <a:off x="995924" y="1268914"/>
              <a:ext cx="30453" cy="11912"/>
            </a:xfrm>
            <a:custGeom>
              <a:avLst/>
              <a:gdLst/>
              <a:ahLst/>
              <a:cxnLst/>
              <a:rect l="l" t="t" r="r" b="b"/>
              <a:pathLst>
                <a:path w="951" h="372" extrusionOk="0">
                  <a:moveTo>
                    <a:pt x="186" y="0"/>
                  </a:moveTo>
                  <a:cubicBezTo>
                    <a:pt x="93" y="0"/>
                    <a:pt x="0" y="93"/>
                    <a:pt x="0" y="186"/>
                  </a:cubicBezTo>
                  <a:cubicBezTo>
                    <a:pt x="0" y="279"/>
                    <a:pt x="93" y="371"/>
                    <a:pt x="186" y="371"/>
                  </a:cubicBezTo>
                  <a:lnTo>
                    <a:pt x="765" y="371"/>
                  </a:lnTo>
                  <a:cubicBezTo>
                    <a:pt x="858" y="371"/>
                    <a:pt x="951" y="279"/>
                    <a:pt x="951" y="186"/>
                  </a:cubicBezTo>
                  <a:cubicBezTo>
                    <a:pt x="951" y="93"/>
                    <a:pt x="858" y="0"/>
                    <a:pt x="7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73">
              <a:extLst>
                <a:ext uri="{FF2B5EF4-FFF2-40B4-BE49-F238E27FC236}">
                  <a16:creationId xmlns:a16="http://schemas.microsoft.com/office/drawing/2014/main" id="{AA816AA5-E561-1D6C-14C0-D7E534A1439B}"/>
                </a:ext>
              </a:extLst>
            </p:cNvPr>
            <p:cNvSpPr/>
            <p:nvPr/>
          </p:nvSpPr>
          <p:spPr>
            <a:xfrm>
              <a:off x="1041940" y="1296357"/>
              <a:ext cx="15595" cy="31222"/>
            </a:xfrm>
            <a:custGeom>
              <a:avLst/>
              <a:gdLst/>
              <a:ahLst/>
              <a:cxnLst/>
              <a:rect l="l" t="t" r="r" b="b"/>
              <a:pathLst>
                <a:path w="487" h="975" extrusionOk="0">
                  <a:moveTo>
                    <a:pt x="302" y="1"/>
                  </a:moveTo>
                  <a:cubicBezTo>
                    <a:pt x="93" y="1"/>
                    <a:pt x="0" y="94"/>
                    <a:pt x="0" y="210"/>
                  </a:cubicBezTo>
                  <a:lnTo>
                    <a:pt x="0" y="789"/>
                  </a:lnTo>
                  <a:cubicBezTo>
                    <a:pt x="0" y="882"/>
                    <a:pt x="93" y="974"/>
                    <a:pt x="302" y="974"/>
                  </a:cubicBezTo>
                  <a:cubicBezTo>
                    <a:pt x="394" y="974"/>
                    <a:pt x="487" y="882"/>
                    <a:pt x="487" y="789"/>
                  </a:cubicBezTo>
                  <a:lnTo>
                    <a:pt x="487" y="210"/>
                  </a:lnTo>
                  <a:cubicBezTo>
                    <a:pt x="487" y="94"/>
                    <a:pt x="394" y="1"/>
                    <a:pt x="3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73">
              <a:extLst>
                <a:ext uri="{FF2B5EF4-FFF2-40B4-BE49-F238E27FC236}">
                  <a16:creationId xmlns:a16="http://schemas.microsoft.com/office/drawing/2014/main" id="{1D5A30B4-9F78-A7C6-73B2-BBDA0FC1A5C8}"/>
                </a:ext>
              </a:extLst>
            </p:cNvPr>
            <p:cNvSpPr/>
            <p:nvPr/>
          </p:nvSpPr>
          <p:spPr>
            <a:xfrm>
              <a:off x="1041940" y="1219183"/>
              <a:ext cx="15595" cy="31222"/>
            </a:xfrm>
            <a:custGeom>
              <a:avLst/>
              <a:gdLst/>
              <a:ahLst/>
              <a:cxnLst/>
              <a:rect l="l" t="t" r="r" b="b"/>
              <a:pathLst>
                <a:path w="487" h="975" extrusionOk="0">
                  <a:moveTo>
                    <a:pt x="302" y="1"/>
                  </a:moveTo>
                  <a:cubicBezTo>
                    <a:pt x="93" y="1"/>
                    <a:pt x="0" y="93"/>
                    <a:pt x="0" y="302"/>
                  </a:cubicBezTo>
                  <a:lnTo>
                    <a:pt x="0" y="881"/>
                  </a:lnTo>
                  <a:cubicBezTo>
                    <a:pt x="0" y="974"/>
                    <a:pt x="93" y="974"/>
                    <a:pt x="302" y="974"/>
                  </a:cubicBezTo>
                  <a:cubicBezTo>
                    <a:pt x="394" y="974"/>
                    <a:pt x="487" y="974"/>
                    <a:pt x="487" y="881"/>
                  </a:cubicBezTo>
                  <a:lnTo>
                    <a:pt x="487" y="302"/>
                  </a:lnTo>
                  <a:cubicBezTo>
                    <a:pt x="487" y="93"/>
                    <a:pt x="394" y="1"/>
                    <a:pt x="3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73">
              <a:extLst>
                <a:ext uri="{FF2B5EF4-FFF2-40B4-BE49-F238E27FC236}">
                  <a16:creationId xmlns:a16="http://schemas.microsoft.com/office/drawing/2014/main" id="{2C9FD1D9-141E-4AAA-108B-8A85B4B3B353}"/>
                </a:ext>
              </a:extLst>
            </p:cNvPr>
            <p:cNvSpPr/>
            <p:nvPr/>
          </p:nvSpPr>
          <p:spPr>
            <a:xfrm>
              <a:off x="1001848" y="1289120"/>
              <a:ext cx="37146" cy="32503"/>
            </a:xfrm>
            <a:custGeom>
              <a:avLst/>
              <a:gdLst/>
              <a:ahLst/>
              <a:cxnLst/>
              <a:rect l="l" t="t" r="r" b="b"/>
              <a:pathLst>
                <a:path w="1160" h="1015" extrusionOk="0">
                  <a:moveTo>
                    <a:pt x="766" y="0"/>
                  </a:moveTo>
                  <a:cubicBezTo>
                    <a:pt x="735" y="0"/>
                    <a:pt x="704" y="11"/>
                    <a:pt x="673" y="42"/>
                  </a:cubicBezTo>
                  <a:lnTo>
                    <a:pt x="93" y="621"/>
                  </a:lnTo>
                  <a:cubicBezTo>
                    <a:pt x="1" y="714"/>
                    <a:pt x="1" y="806"/>
                    <a:pt x="93" y="899"/>
                  </a:cubicBezTo>
                  <a:cubicBezTo>
                    <a:pt x="186" y="1015"/>
                    <a:pt x="186" y="1015"/>
                    <a:pt x="279" y="1015"/>
                  </a:cubicBezTo>
                  <a:cubicBezTo>
                    <a:pt x="279" y="1015"/>
                    <a:pt x="395" y="1015"/>
                    <a:pt x="395" y="899"/>
                  </a:cubicBezTo>
                  <a:lnTo>
                    <a:pt x="1067" y="320"/>
                  </a:lnTo>
                  <a:cubicBezTo>
                    <a:pt x="1160" y="227"/>
                    <a:pt x="1067" y="134"/>
                    <a:pt x="974" y="42"/>
                  </a:cubicBezTo>
                  <a:cubicBezTo>
                    <a:pt x="897" y="42"/>
                    <a:pt x="830" y="0"/>
                    <a:pt x="7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73">
              <a:extLst>
                <a:ext uri="{FF2B5EF4-FFF2-40B4-BE49-F238E27FC236}">
                  <a16:creationId xmlns:a16="http://schemas.microsoft.com/office/drawing/2014/main" id="{BAC5B1A7-A01A-87BE-83C5-AC387EAF8996}"/>
                </a:ext>
              </a:extLst>
            </p:cNvPr>
            <p:cNvSpPr/>
            <p:nvPr/>
          </p:nvSpPr>
          <p:spPr>
            <a:xfrm>
              <a:off x="1020421" y="1243680"/>
              <a:ext cx="58665" cy="59402"/>
            </a:xfrm>
            <a:custGeom>
              <a:avLst/>
              <a:gdLst/>
              <a:ahLst/>
              <a:cxnLst/>
              <a:rect l="l" t="t" r="r" b="b"/>
              <a:pathLst>
                <a:path w="1832" h="1855" extrusionOk="0">
                  <a:moveTo>
                    <a:pt x="974" y="1"/>
                  </a:moveTo>
                  <a:cubicBezTo>
                    <a:pt x="278" y="1"/>
                    <a:pt x="0" y="487"/>
                    <a:pt x="0" y="974"/>
                  </a:cubicBezTo>
                  <a:cubicBezTo>
                    <a:pt x="0" y="1461"/>
                    <a:pt x="278" y="1855"/>
                    <a:pt x="974" y="1855"/>
                  </a:cubicBezTo>
                  <a:cubicBezTo>
                    <a:pt x="1646" y="1855"/>
                    <a:pt x="1831" y="1461"/>
                    <a:pt x="1831" y="974"/>
                  </a:cubicBezTo>
                  <a:cubicBezTo>
                    <a:pt x="1831" y="487"/>
                    <a:pt x="1646" y="1"/>
                    <a:pt x="9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73">
              <a:extLst>
                <a:ext uri="{FF2B5EF4-FFF2-40B4-BE49-F238E27FC236}">
                  <a16:creationId xmlns:a16="http://schemas.microsoft.com/office/drawing/2014/main" id="{1D637553-ED24-7198-9FD1-F311A6330EE8}"/>
                </a:ext>
              </a:extLst>
            </p:cNvPr>
            <p:cNvSpPr/>
            <p:nvPr/>
          </p:nvSpPr>
          <p:spPr>
            <a:xfrm>
              <a:off x="1041940" y="1265936"/>
              <a:ext cx="18573" cy="18605"/>
            </a:xfrm>
            <a:custGeom>
              <a:avLst/>
              <a:gdLst/>
              <a:ahLst/>
              <a:cxnLst/>
              <a:rect l="l" t="t" r="r" b="b"/>
              <a:pathLst>
                <a:path w="580" h="581" extrusionOk="0">
                  <a:moveTo>
                    <a:pt x="302" y="1"/>
                  </a:moveTo>
                  <a:cubicBezTo>
                    <a:pt x="93" y="1"/>
                    <a:pt x="0" y="93"/>
                    <a:pt x="0" y="279"/>
                  </a:cubicBezTo>
                  <a:cubicBezTo>
                    <a:pt x="0" y="372"/>
                    <a:pt x="93" y="580"/>
                    <a:pt x="302" y="580"/>
                  </a:cubicBezTo>
                  <a:cubicBezTo>
                    <a:pt x="394" y="580"/>
                    <a:pt x="580" y="372"/>
                    <a:pt x="580" y="279"/>
                  </a:cubicBezTo>
                  <a:cubicBezTo>
                    <a:pt x="580" y="93"/>
                    <a:pt x="394" y="1"/>
                    <a:pt x="3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AF01DEC-57D6-8990-7F9B-05F2C2F93B91}"/>
              </a:ext>
            </a:extLst>
          </p:cNvPr>
          <p:cNvSpPr txBox="1"/>
          <p:nvPr/>
        </p:nvSpPr>
        <p:spPr>
          <a:xfrm>
            <a:off x="482400" y="414185"/>
            <a:ext cx="8204400" cy="996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dk1"/>
              </a:buClr>
              <a:buSzPts val="3500"/>
              <a:buFont typeface="Open Sans ExtraBold"/>
              <a:buNone/>
              <a:defRPr sz="3500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>
              <a:buClr>
                <a:schemeClr val="lt1"/>
              </a:buClr>
              <a:buSzPts val="3500"/>
              <a:buFont typeface="Open Sans ExtraBold"/>
              <a:buNone/>
              <a:defRPr sz="35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>
              <a:buClr>
                <a:schemeClr val="lt1"/>
              </a:buClr>
              <a:buSzPts val="3500"/>
              <a:buFont typeface="Open Sans ExtraBold"/>
              <a:buNone/>
              <a:defRPr sz="35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>
              <a:buClr>
                <a:schemeClr val="lt1"/>
              </a:buClr>
              <a:buSzPts val="3500"/>
              <a:buFont typeface="Open Sans ExtraBold"/>
              <a:buNone/>
              <a:defRPr sz="35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>
              <a:buClr>
                <a:schemeClr val="lt1"/>
              </a:buClr>
              <a:buSzPts val="3500"/>
              <a:buFont typeface="Open Sans ExtraBold"/>
              <a:buNone/>
              <a:defRPr sz="35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>
              <a:buClr>
                <a:schemeClr val="lt1"/>
              </a:buClr>
              <a:buSzPts val="3500"/>
              <a:buFont typeface="Open Sans ExtraBold"/>
              <a:buNone/>
              <a:defRPr sz="35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>
              <a:buClr>
                <a:schemeClr val="lt1"/>
              </a:buClr>
              <a:buSzPts val="3500"/>
              <a:buFont typeface="Open Sans ExtraBold"/>
              <a:buNone/>
              <a:defRPr sz="35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>
              <a:buClr>
                <a:schemeClr val="lt1"/>
              </a:buClr>
              <a:buSzPts val="3500"/>
              <a:buFont typeface="Open Sans ExtraBold"/>
              <a:buNone/>
              <a:defRPr sz="35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>
              <a:buClr>
                <a:schemeClr val="lt1"/>
              </a:buClr>
              <a:buSzPts val="3500"/>
              <a:buFont typeface="Open Sans ExtraBold"/>
              <a:buNone/>
              <a:defRPr sz="35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algn="ctr"/>
            <a:r>
              <a:rPr lang="it-IT" sz="3200" dirty="0"/>
              <a:t>L'Interfaccia </a:t>
            </a:r>
            <a:r>
              <a:rPr lang="it-IT" sz="3200" dirty="0" err="1"/>
              <a:t>Streamlit</a:t>
            </a:r>
            <a:r>
              <a:rPr lang="it-IT" sz="3200" dirty="0"/>
              <a:t> e lo "Streaming del Pensiero"</a:t>
            </a:r>
          </a:p>
        </p:txBody>
      </p:sp>
      <p:grpSp>
        <p:nvGrpSpPr>
          <p:cNvPr id="11" name="Google Shape;5332;p104">
            <a:extLst>
              <a:ext uri="{FF2B5EF4-FFF2-40B4-BE49-F238E27FC236}">
                <a16:creationId xmlns:a16="http://schemas.microsoft.com/office/drawing/2014/main" id="{BEC5FF42-5151-AEAD-D7A9-4EF9195B776E}"/>
              </a:ext>
            </a:extLst>
          </p:cNvPr>
          <p:cNvGrpSpPr/>
          <p:nvPr/>
        </p:nvGrpSpPr>
        <p:grpSpPr>
          <a:xfrm>
            <a:off x="2947339" y="2152483"/>
            <a:ext cx="457922" cy="342897"/>
            <a:chOff x="2894282" y="3962070"/>
            <a:chExt cx="457922" cy="342897"/>
          </a:xfrm>
        </p:grpSpPr>
        <p:sp>
          <p:nvSpPr>
            <p:cNvPr id="12" name="Google Shape;5333;p104">
              <a:extLst>
                <a:ext uri="{FF2B5EF4-FFF2-40B4-BE49-F238E27FC236}">
                  <a16:creationId xmlns:a16="http://schemas.microsoft.com/office/drawing/2014/main" id="{698448B0-EAED-165A-E3C0-8B35B3E7466E}"/>
                </a:ext>
              </a:extLst>
            </p:cNvPr>
            <p:cNvSpPr/>
            <p:nvPr/>
          </p:nvSpPr>
          <p:spPr>
            <a:xfrm>
              <a:off x="2934342" y="4252995"/>
              <a:ext cx="281318" cy="51973"/>
            </a:xfrm>
            <a:custGeom>
              <a:avLst/>
              <a:gdLst/>
              <a:ahLst/>
              <a:cxnLst/>
              <a:rect l="l" t="t" r="r" b="b"/>
              <a:pathLst>
                <a:path w="8785" h="1623" extrusionOk="0">
                  <a:moveTo>
                    <a:pt x="4729" y="0"/>
                  </a:moveTo>
                  <a:lnTo>
                    <a:pt x="673" y="371"/>
                  </a:lnTo>
                  <a:cubicBezTo>
                    <a:pt x="580" y="371"/>
                    <a:pt x="488" y="464"/>
                    <a:pt x="395" y="579"/>
                  </a:cubicBezTo>
                  <a:lnTo>
                    <a:pt x="94" y="1437"/>
                  </a:lnTo>
                  <a:cubicBezTo>
                    <a:pt x="1" y="1530"/>
                    <a:pt x="94" y="1622"/>
                    <a:pt x="186" y="1622"/>
                  </a:cubicBezTo>
                  <a:lnTo>
                    <a:pt x="8692" y="1622"/>
                  </a:lnTo>
                  <a:cubicBezTo>
                    <a:pt x="8784" y="1622"/>
                    <a:pt x="8784" y="1530"/>
                    <a:pt x="8784" y="1437"/>
                  </a:cubicBezTo>
                  <a:lnTo>
                    <a:pt x="8506" y="579"/>
                  </a:lnTo>
                  <a:cubicBezTo>
                    <a:pt x="8414" y="464"/>
                    <a:pt x="8298" y="371"/>
                    <a:pt x="8205" y="371"/>
                  </a:cubicBezTo>
                  <a:lnTo>
                    <a:pt x="47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334;p104">
              <a:extLst>
                <a:ext uri="{FF2B5EF4-FFF2-40B4-BE49-F238E27FC236}">
                  <a16:creationId xmlns:a16="http://schemas.microsoft.com/office/drawing/2014/main" id="{4D65963D-BC1B-24DF-92B0-135EE5C9D541}"/>
                </a:ext>
              </a:extLst>
            </p:cNvPr>
            <p:cNvSpPr/>
            <p:nvPr/>
          </p:nvSpPr>
          <p:spPr>
            <a:xfrm>
              <a:off x="3194109" y="4258919"/>
              <a:ext cx="46785" cy="46048"/>
            </a:xfrm>
            <a:custGeom>
              <a:avLst/>
              <a:gdLst/>
              <a:ahLst/>
              <a:cxnLst/>
              <a:rect l="l" t="t" r="r" b="b"/>
              <a:pathLst>
                <a:path w="1461" h="1438" extrusionOk="0">
                  <a:moveTo>
                    <a:pt x="302" y="0"/>
                  </a:moveTo>
                  <a:lnTo>
                    <a:pt x="0" y="186"/>
                  </a:lnTo>
                  <a:cubicBezTo>
                    <a:pt x="93" y="186"/>
                    <a:pt x="186" y="279"/>
                    <a:pt x="302" y="394"/>
                  </a:cubicBezTo>
                  <a:lnTo>
                    <a:pt x="580" y="1252"/>
                  </a:lnTo>
                  <a:cubicBezTo>
                    <a:pt x="580" y="1345"/>
                    <a:pt x="580" y="1437"/>
                    <a:pt x="487" y="1437"/>
                  </a:cubicBezTo>
                  <a:lnTo>
                    <a:pt x="1344" y="1437"/>
                  </a:lnTo>
                  <a:cubicBezTo>
                    <a:pt x="1460" y="1437"/>
                    <a:pt x="1460" y="1345"/>
                    <a:pt x="1460" y="1252"/>
                  </a:cubicBezTo>
                  <a:lnTo>
                    <a:pt x="1159" y="394"/>
                  </a:lnTo>
                  <a:cubicBezTo>
                    <a:pt x="1066" y="279"/>
                    <a:pt x="974" y="186"/>
                    <a:pt x="881" y="186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335;p104">
              <a:extLst>
                <a:ext uri="{FF2B5EF4-FFF2-40B4-BE49-F238E27FC236}">
                  <a16:creationId xmlns:a16="http://schemas.microsoft.com/office/drawing/2014/main" id="{C6936321-4C3B-88B2-5BED-ADAC7BF0BE64}"/>
                </a:ext>
              </a:extLst>
            </p:cNvPr>
            <p:cNvSpPr/>
            <p:nvPr/>
          </p:nvSpPr>
          <p:spPr>
            <a:xfrm>
              <a:off x="3280922" y="4107516"/>
              <a:ext cx="55687" cy="95779"/>
            </a:xfrm>
            <a:custGeom>
              <a:avLst/>
              <a:gdLst/>
              <a:ahLst/>
              <a:cxnLst/>
              <a:rect l="l" t="t" r="r" b="b"/>
              <a:pathLst>
                <a:path w="1739" h="2991" extrusionOk="0">
                  <a:moveTo>
                    <a:pt x="1530" y="1"/>
                  </a:moveTo>
                  <a:cubicBezTo>
                    <a:pt x="1438" y="1"/>
                    <a:pt x="1345" y="93"/>
                    <a:pt x="1345" y="186"/>
                  </a:cubicBezTo>
                  <a:lnTo>
                    <a:pt x="1345" y="2504"/>
                  </a:lnTo>
                  <a:cubicBezTo>
                    <a:pt x="1345" y="2504"/>
                    <a:pt x="1345" y="2596"/>
                    <a:pt x="1252" y="2596"/>
                  </a:cubicBezTo>
                  <a:lnTo>
                    <a:pt x="186" y="2596"/>
                  </a:lnTo>
                  <a:cubicBezTo>
                    <a:pt x="93" y="2596"/>
                    <a:pt x="1" y="2689"/>
                    <a:pt x="1" y="2805"/>
                  </a:cubicBezTo>
                  <a:cubicBezTo>
                    <a:pt x="1" y="2898"/>
                    <a:pt x="93" y="2990"/>
                    <a:pt x="186" y="2990"/>
                  </a:cubicBezTo>
                  <a:lnTo>
                    <a:pt x="1252" y="2990"/>
                  </a:lnTo>
                  <a:cubicBezTo>
                    <a:pt x="1530" y="2990"/>
                    <a:pt x="1739" y="2805"/>
                    <a:pt x="1739" y="2504"/>
                  </a:cubicBezTo>
                  <a:lnTo>
                    <a:pt x="1739" y="186"/>
                  </a:lnTo>
                  <a:cubicBezTo>
                    <a:pt x="1739" y="93"/>
                    <a:pt x="1646" y="1"/>
                    <a:pt x="15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336;p104">
              <a:extLst>
                <a:ext uri="{FF2B5EF4-FFF2-40B4-BE49-F238E27FC236}">
                  <a16:creationId xmlns:a16="http://schemas.microsoft.com/office/drawing/2014/main" id="{7DBA5468-9EA8-B7F2-184B-29BE8583A685}"/>
                </a:ext>
              </a:extLst>
            </p:cNvPr>
            <p:cNvSpPr/>
            <p:nvPr/>
          </p:nvSpPr>
          <p:spPr>
            <a:xfrm>
              <a:off x="2894282" y="3962070"/>
              <a:ext cx="361438" cy="302805"/>
            </a:xfrm>
            <a:custGeom>
              <a:avLst/>
              <a:gdLst/>
              <a:ahLst/>
              <a:cxnLst/>
              <a:rect l="l" t="t" r="r" b="b"/>
              <a:pathLst>
                <a:path w="11287" h="9456" extrusionOk="0">
                  <a:moveTo>
                    <a:pt x="765" y="0"/>
                  </a:moveTo>
                  <a:cubicBezTo>
                    <a:pt x="394" y="0"/>
                    <a:pt x="1" y="279"/>
                    <a:pt x="1" y="673"/>
                  </a:cubicBezTo>
                  <a:lnTo>
                    <a:pt x="1" y="8784"/>
                  </a:lnTo>
                  <a:cubicBezTo>
                    <a:pt x="1" y="9178"/>
                    <a:pt x="394" y="9456"/>
                    <a:pt x="765" y="9456"/>
                  </a:cubicBezTo>
                  <a:lnTo>
                    <a:pt x="10615" y="9456"/>
                  </a:lnTo>
                  <a:cubicBezTo>
                    <a:pt x="11009" y="9456"/>
                    <a:pt x="11287" y="9178"/>
                    <a:pt x="11287" y="8784"/>
                  </a:cubicBezTo>
                  <a:lnTo>
                    <a:pt x="11287" y="673"/>
                  </a:lnTo>
                  <a:cubicBezTo>
                    <a:pt x="11287" y="279"/>
                    <a:pt x="11009" y="0"/>
                    <a:pt x="106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337;p104">
              <a:extLst>
                <a:ext uri="{FF2B5EF4-FFF2-40B4-BE49-F238E27FC236}">
                  <a16:creationId xmlns:a16="http://schemas.microsoft.com/office/drawing/2014/main" id="{66089AA6-F096-676E-D19E-71C8E9E93848}"/>
                </a:ext>
              </a:extLst>
            </p:cNvPr>
            <p:cNvSpPr/>
            <p:nvPr/>
          </p:nvSpPr>
          <p:spPr>
            <a:xfrm>
              <a:off x="3274261" y="4181745"/>
              <a:ext cx="22288" cy="27475"/>
            </a:xfrm>
            <a:custGeom>
              <a:avLst/>
              <a:gdLst/>
              <a:ahLst/>
              <a:cxnLst/>
              <a:rect l="l" t="t" r="r" b="b"/>
              <a:pathLst>
                <a:path w="696" h="858" extrusionOk="0">
                  <a:moveTo>
                    <a:pt x="209" y="0"/>
                  </a:moveTo>
                  <a:lnTo>
                    <a:pt x="0" y="487"/>
                  </a:lnTo>
                  <a:lnTo>
                    <a:pt x="209" y="858"/>
                  </a:lnTo>
                  <a:lnTo>
                    <a:pt x="580" y="858"/>
                  </a:lnTo>
                  <a:cubicBezTo>
                    <a:pt x="580" y="858"/>
                    <a:pt x="695" y="858"/>
                    <a:pt x="695" y="765"/>
                  </a:cubicBezTo>
                  <a:lnTo>
                    <a:pt x="695" y="93"/>
                  </a:lnTo>
                  <a:lnTo>
                    <a:pt x="58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5338;p104">
              <a:extLst>
                <a:ext uri="{FF2B5EF4-FFF2-40B4-BE49-F238E27FC236}">
                  <a16:creationId xmlns:a16="http://schemas.microsoft.com/office/drawing/2014/main" id="{A3B7B4E6-B31F-84C4-C4EC-383FA8FB307D}"/>
                </a:ext>
              </a:extLst>
            </p:cNvPr>
            <p:cNvSpPr/>
            <p:nvPr/>
          </p:nvSpPr>
          <p:spPr>
            <a:xfrm>
              <a:off x="3225267" y="3962070"/>
              <a:ext cx="55687" cy="302805"/>
            </a:xfrm>
            <a:custGeom>
              <a:avLst/>
              <a:gdLst/>
              <a:ahLst/>
              <a:cxnLst/>
              <a:rect l="l" t="t" r="r" b="b"/>
              <a:pathLst>
                <a:path w="1739" h="9456" extrusionOk="0">
                  <a:moveTo>
                    <a:pt x="186" y="0"/>
                  </a:moveTo>
                  <a:cubicBezTo>
                    <a:pt x="580" y="0"/>
                    <a:pt x="951" y="279"/>
                    <a:pt x="951" y="673"/>
                  </a:cubicBezTo>
                  <a:lnTo>
                    <a:pt x="951" y="974"/>
                  </a:lnTo>
                  <a:lnTo>
                    <a:pt x="1" y="4543"/>
                  </a:lnTo>
                  <a:lnTo>
                    <a:pt x="951" y="7532"/>
                  </a:lnTo>
                  <a:lnTo>
                    <a:pt x="951" y="8784"/>
                  </a:lnTo>
                  <a:cubicBezTo>
                    <a:pt x="951" y="9178"/>
                    <a:pt x="580" y="9456"/>
                    <a:pt x="186" y="9456"/>
                  </a:cubicBezTo>
                  <a:lnTo>
                    <a:pt x="1067" y="9456"/>
                  </a:lnTo>
                  <a:cubicBezTo>
                    <a:pt x="1438" y="9456"/>
                    <a:pt x="1739" y="9178"/>
                    <a:pt x="1739" y="8784"/>
                  </a:cubicBezTo>
                  <a:lnTo>
                    <a:pt x="1739" y="673"/>
                  </a:lnTo>
                  <a:cubicBezTo>
                    <a:pt x="1739" y="279"/>
                    <a:pt x="1438" y="0"/>
                    <a:pt x="10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5339;p104">
              <a:extLst>
                <a:ext uri="{FF2B5EF4-FFF2-40B4-BE49-F238E27FC236}">
                  <a16:creationId xmlns:a16="http://schemas.microsoft.com/office/drawing/2014/main" id="{63A21B84-1B31-25BF-8A63-D47806CD1EF8}"/>
                </a:ext>
              </a:extLst>
            </p:cNvPr>
            <p:cNvSpPr/>
            <p:nvPr/>
          </p:nvSpPr>
          <p:spPr>
            <a:xfrm>
              <a:off x="2921725" y="4005108"/>
              <a:ext cx="333995" cy="192231"/>
            </a:xfrm>
            <a:custGeom>
              <a:avLst/>
              <a:gdLst/>
              <a:ahLst/>
              <a:cxnLst/>
              <a:rect l="l" t="t" r="r" b="b"/>
              <a:pathLst>
                <a:path w="10430" h="6003" extrusionOk="0">
                  <a:moveTo>
                    <a:pt x="9086" y="1"/>
                  </a:moveTo>
                  <a:lnTo>
                    <a:pt x="1" y="302"/>
                  </a:lnTo>
                  <a:lnTo>
                    <a:pt x="1" y="5516"/>
                  </a:lnTo>
                  <a:lnTo>
                    <a:pt x="5424" y="6003"/>
                  </a:lnTo>
                  <a:lnTo>
                    <a:pt x="10430" y="5516"/>
                  </a:lnTo>
                  <a:lnTo>
                    <a:pt x="10430" y="302"/>
                  </a:lnTo>
                  <a:lnTo>
                    <a:pt x="90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5340;p104">
              <a:extLst>
                <a:ext uri="{FF2B5EF4-FFF2-40B4-BE49-F238E27FC236}">
                  <a16:creationId xmlns:a16="http://schemas.microsoft.com/office/drawing/2014/main" id="{8138150B-5A50-DCF3-F18F-9C6B2015AF6C}"/>
                </a:ext>
              </a:extLst>
            </p:cNvPr>
            <p:cNvSpPr/>
            <p:nvPr/>
          </p:nvSpPr>
          <p:spPr>
            <a:xfrm>
              <a:off x="3095383" y="4230707"/>
              <a:ext cx="52741" cy="12649"/>
            </a:xfrm>
            <a:custGeom>
              <a:avLst/>
              <a:gdLst/>
              <a:ahLst/>
              <a:cxnLst/>
              <a:rect l="l" t="t" r="r" b="b"/>
              <a:pathLst>
                <a:path w="1647" h="395" extrusionOk="0">
                  <a:moveTo>
                    <a:pt x="186" y="1"/>
                  </a:moveTo>
                  <a:cubicBezTo>
                    <a:pt x="94" y="1"/>
                    <a:pt x="1" y="117"/>
                    <a:pt x="1" y="209"/>
                  </a:cubicBezTo>
                  <a:cubicBezTo>
                    <a:pt x="1" y="302"/>
                    <a:pt x="94" y="395"/>
                    <a:pt x="186" y="395"/>
                  </a:cubicBezTo>
                  <a:lnTo>
                    <a:pt x="1438" y="395"/>
                  </a:lnTo>
                  <a:cubicBezTo>
                    <a:pt x="1531" y="395"/>
                    <a:pt x="1646" y="302"/>
                    <a:pt x="1646" y="209"/>
                  </a:cubicBezTo>
                  <a:cubicBezTo>
                    <a:pt x="1646" y="117"/>
                    <a:pt x="1531" y="1"/>
                    <a:pt x="14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5341;p104">
              <a:extLst>
                <a:ext uri="{FF2B5EF4-FFF2-40B4-BE49-F238E27FC236}">
                  <a16:creationId xmlns:a16="http://schemas.microsoft.com/office/drawing/2014/main" id="{E9264C0B-A8A4-3F9B-7308-7B35FDA63F69}"/>
                </a:ext>
              </a:extLst>
            </p:cNvPr>
            <p:cNvSpPr/>
            <p:nvPr/>
          </p:nvSpPr>
          <p:spPr>
            <a:xfrm>
              <a:off x="3030089" y="4230707"/>
              <a:ext cx="52741" cy="12649"/>
            </a:xfrm>
            <a:custGeom>
              <a:avLst/>
              <a:gdLst/>
              <a:ahLst/>
              <a:cxnLst/>
              <a:rect l="l" t="t" r="r" b="b"/>
              <a:pathLst>
                <a:path w="1647" h="395" extrusionOk="0">
                  <a:moveTo>
                    <a:pt x="209" y="1"/>
                  </a:moveTo>
                  <a:cubicBezTo>
                    <a:pt x="93" y="1"/>
                    <a:pt x="1" y="117"/>
                    <a:pt x="1" y="209"/>
                  </a:cubicBezTo>
                  <a:cubicBezTo>
                    <a:pt x="1" y="302"/>
                    <a:pt x="93" y="395"/>
                    <a:pt x="209" y="395"/>
                  </a:cubicBezTo>
                  <a:lnTo>
                    <a:pt x="1368" y="395"/>
                  </a:lnTo>
                  <a:cubicBezTo>
                    <a:pt x="1553" y="395"/>
                    <a:pt x="1646" y="302"/>
                    <a:pt x="1646" y="209"/>
                  </a:cubicBezTo>
                  <a:cubicBezTo>
                    <a:pt x="1646" y="117"/>
                    <a:pt x="1553" y="1"/>
                    <a:pt x="13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342;p104">
              <a:extLst>
                <a:ext uri="{FF2B5EF4-FFF2-40B4-BE49-F238E27FC236}">
                  <a16:creationId xmlns:a16="http://schemas.microsoft.com/office/drawing/2014/main" id="{5C08C104-428D-D3B1-86D2-63AE0448091B}"/>
                </a:ext>
              </a:extLst>
            </p:cNvPr>
            <p:cNvSpPr/>
            <p:nvPr/>
          </p:nvSpPr>
          <p:spPr>
            <a:xfrm>
              <a:off x="2921725" y="3989513"/>
              <a:ext cx="333995" cy="25266"/>
            </a:xfrm>
            <a:custGeom>
              <a:avLst/>
              <a:gdLst/>
              <a:ahLst/>
              <a:cxnLst/>
              <a:rect l="l" t="t" r="r" b="b"/>
              <a:pathLst>
                <a:path w="10430" h="789" extrusionOk="0">
                  <a:moveTo>
                    <a:pt x="210" y="1"/>
                  </a:moveTo>
                  <a:cubicBezTo>
                    <a:pt x="117" y="1"/>
                    <a:pt x="1" y="1"/>
                    <a:pt x="1" y="117"/>
                  </a:cubicBezTo>
                  <a:lnTo>
                    <a:pt x="1" y="789"/>
                  </a:lnTo>
                  <a:lnTo>
                    <a:pt x="10430" y="789"/>
                  </a:lnTo>
                  <a:lnTo>
                    <a:pt x="10430" y="117"/>
                  </a:lnTo>
                  <a:cubicBezTo>
                    <a:pt x="10430" y="1"/>
                    <a:pt x="10337" y="1"/>
                    <a:pt x="102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343;p104">
              <a:extLst>
                <a:ext uri="{FF2B5EF4-FFF2-40B4-BE49-F238E27FC236}">
                  <a16:creationId xmlns:a16="http://schemas.microsoft.com/office/drawing/2014/main" id="{8DE04DB9-4C02-67D8-9A69-558171BCF919}"/>
                </a:ext>
              </a:extLst>
            </p:cNvPr>
            <p:cNvSpPr/>
            <p:nvPr/>
          </p:nvSpPr>
          <p:spPr>
            <a:xfrm>
              <a:off x="2962554" y="4045201"/>
              <a:ext cx="241225" cy="99462"/>
            </a:xfrm>
            <a:custGeom>
              <a:avLst/>
              <a:gdLst/>
              <a:ahLst/>
              <a:cxnLst/>
              <a:rect l="l" t="t" r="r" b="b"/>
              <a:pathLst>
                <a:path w="7533" h="3106" extrusionOk="0">
                  <a:moveTo>
                    <a:pt x="2202" y="0"/>
                  </a:moveTo>
                  <a:cubicBezTo>
                    <a:pt x="2110" y="0"/>
                    <a:pt x="2110" y="116"/>
                    <a:pt x="2017" y="116"/>
                  </a:cubicBezTo>
                  <a:lnTo>
                    <a:pt x="1345" y="2039"/>
                  </a:lnTo>
                  <a:lnTo>
                    <a:pt x="1044" y="1367"/>
                  </a:lnTo>
                  <a:cubicBezTo>
                    <a:pt x="1044" y="1275"/>
                    <a:pt x="951" y="1275"/>
                    <a:pt x="858" y="1275"/>
                  </a:cubicBezTo>
                  <a:lnTo>
                    <a:pt x="186" y="1275"/>
                  </a:lnTo>
                  <a:cubicBezTo>
                    <a:pt x="93" y="1275"/>
                    <a:pt x="1" y="1367"/>
                    <a:pt x="1" y="1460"/>
                  </a:cubicBezTo>
                  <a:cubicBezTo>
                    <a:pt x="1" y="1553"/>
                    <a:pt x="93" y="1645"/>
                    <a:pt x="186" y="1645"/>
                  </a:cubicBezTo>
                  <a:lnTo>
                    <a:pt x="765" y="1645"/>
                  </a:lnTo>
                  <a:lnTo>
                    <a:pt x="1159" y="2711"/>
                  </a:lnTo>
                  <a:cubicBezTo>
                    <a:pt x="1159" y="2804"/>
                    <a:pt x="1252" y="2804"/>
                    <a:pt x="1345" y="2804"/>
                  </a:cubicBezTo>
                  <a:cubicBezTo>
                    <a:pt x="1437" y="2804"/>
                    <a:pt x="1530" y="2804"/>
                    <a:pt x="1530" y="2711"/>
                  </a:cubicBezTo>
                  <a:lnTo>
                    <a:pt x="2202" y="788"/>
                  </a:lnTo>
                  <a:lnTo>
                    <a:pt x="3083" y="3013"/>
                  </a:lnTo>
                  <a:cubicBezTo>
                    <a:pt x="3176" y="3013"/>
                    <a:pt x="3176" y="3105"/>
                    <a:pt x="3268" y="3105"/>
                  </a:cubicBezTo>
                  <a:cubicBezTo>
                    <a:pt x="3361" y="3105"/>
                    <a:pt x="3477" y="3013"/>
                    <a:pt x="3477" y="3013"/>
                  </a:cubicBezTo>
                  <a:lnTo>
                    <a:pt x="4149" y="1645"/>
                  </a:lnTo>
                  <a:lnTo>
                    <a:pt x="4636" y="2433"/>
                  </a:lnTo>
                  <a:cubicBezTo>
                    <a:pt x="4636" y="2433"/>
                    <a:pt x="4728" y="2526"/>
                    <a:pt x="4821" y="2526"/>
                  </a:cubicBezTo>
                  <a:cubicBezTo>
                    <a:pt x="4914" y="2526"/>
                    <a:pt x="5006" y="2433"/>
                    <a:pt x="5006" y="2433"/>
                  </a:cubicBezTo>
                  <a:lnTo>
                    <a:pt x="5887" y="695"/>
                  </a:lnTo>
                  <a:lnTo>
                    <a:pt x="6374" y="1553"/>
                  </a:lnTo>
                  <a:cubicBezTo>
                    <a:pt x="6467" y="1645"/>
                    <a:pt x="6467" y="1645"/>
                    <a:pt x="6559" y="1645"/>
                  </a:cubicBezTo>
                  <a:lnTo>
                    <a:pt x="7324" y="1645"/>
                  </a:lnTo>
                  <a:cubicBezTo>
                    <a:pt x="7417" y="1645"/>
                    <a:pt x="7533" y="1553"/>
                    <a:pt x="7533" y="1460"/>
                  </a:cubicBezTo>
                  <a:cubicBezTo>
                    <a:pt x="7533" y="1367"/>
                    <a:pt x="7417" y="1275"/>
                    <a:pt x="7324" y="1275"/>
                  </a:cubicBezTo>
                  <a:lnTo>
                    <a:pt x="6745" y="1275"/>
                  </a:lnTo>
                  <a:lnTo>
                    <a:pt x="6073" y="116"/>
                  </a:lnTo>
                  <a:cubicBezTo>
                    <a:pt x="6073" y="116"/>
                    <a:pt x="5980" y="0"/>
                    <a:pt x="5887" y="0"/>
                  </a:cubicBezTo>
                  <a:cubicBezTo>
                    <a:pt x="5887" y="0"/>
                    <a:pt x="5794" y="116"/>
                    <a:pt x="5679" y="116"/>
                  </a:cubicBezTo>
                  <a:lnTo>
                    <a:pt x="4821" y="1854"/>
                  </a:lnTo>
                  <a:lnTo>
                    <a:pt x="4520" y="1367"/>
                  </a:lnTo>
                  <a:cubicBezTo>
                    <a:pt x="4427" y="1275"/>
                    <a:pt x="4334" y="1275"/>
                    <a:pt x="4334" y="1275"/>
                  </a:cubicBezTo>
                  <a:lnTo>
                    <a:pt x="4056" y="1275"/>
                  </a:lnTo>
                  <a:cubicBezTo>
                    <a:pt x="3940" y="1275"/>
                    <a:pt x="3848" y="1275"/>
                    <a:pt x="3848" y="1367"/>
                  </a:cubicBezTo>
                  <a:lnTo>
                    <a:pt x="3361" y="2318"/>
                  </a:lnTo>
                  <a:lnTo>
                    <a:pt x="2411" y="116"/>
                  </a:lnTo>
                  <a:cubicBezTo>
                    <a:pt x="2411" y="116"/>
                    <a:pt x="2318" y="0"/>
                    <a:pt x="22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5344;p104">
              <a:extLst>
                <a:ext uri="{FF2B5EF4-FFF2-40B4-BE49-F238E27FC236}">
                  <a16:creationId xmlns:a16="http://schemas.microsoft.com/office/drawing/2014/main" id="{E0529744-225A-4EDE-F937-7B95D744124D}"/>
                </a:ext>
              </a:extLst>
            </p:cNvPr>
            <p:cNvSpPr/>
            <p:nvPr/>
          </p:nvSpPr>
          <p:spPr>
            <a:xfrm>
              <a:off x="3323960" y="4008087"/>
              <a:ext cx="12649" cy="55687"/>
            </a:xfrm>
            <a:custGeom>
              <a:avLst/>
              <a:gdLst/>
              <a:ahLst/>
              <a:cxnLst/>
              <a:rect l="l" t="t" r="r" b="b"/>
              <a:pathLst>
                <a:path w="395" h="1739" extrusionOk="0">
                  <a:moveTo>
                    <a:pt x="186" y="0"/>
                  </a:moveTo>
                  <a:cubicBezTo>
                    <a:pt x="94" y="0"/>
                    <a:pt x="1" y="116"/>
                    <a:pt x="1" y="209"/>
                  </a:cubicBezTo>
                  <a:lnTo>
                    <a:pt x="1" y="1553"/>
                  </a:lnTo>
                  <a:cubicBezTo>
                    <a:pt x="1" y="1646"/>
                    <a:pt x="94" y="1738"/>
                    <a:pt x="186" y="1738"/>
                  </a:cubicBezTo>
                  <a:cubicBezTo>
                    <a:pt x="302" y="1738"/>
                    <a:pt x="395" y="1646"/>
                    <a:pt x="395" y="1553"/>
                  </a:cubicBezTo>
                  <a:lnTo>
                    <a:pt x="395" y="209"/>
                  </a:lnTo>
                  <a:cubicBezTo>
                    <a:pt x="395" y="116"/>
                    <a:pt x="302" y="0"/>
                    <a:pt x="1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345;p104">
              <a:extLst>
                <a:ext uri="{FF2B5EF4-FFF2-40B4-BE49-F238E27FC236}">
                  <a16:creationId xmlns:a16="http://schemas.microsoft.com/office/drawing/2014/main" id="{A0269C91-0012-2A9F-7EA8-8A2BF212E862}"/>
                </a:ext>
              </a:extLst>
            </p:cNvPr>
            <p:cNvSpPr/>
            <p:nvPr/>
          </p:nvSpPr>
          <p:spPr>
            <a:xfrm>
              <a:off x="3308397" y="4057785"/>
              <a:ext cx="34168" cy="54054"/>
            </a:xfrm>
            <a:custGeom>
              <a:avLst/>
              <a:gdLst/>
              <a:ahLst/>
              <a:cxnLst/>
              <a:rect l="l" t="t" r="r" b="b"/>
              <a:pathLst>
                <a:path w="1067" h="1688" extrusionOk="0">
                  <a:moveTo>
                    <a:pt x="302" y="1"/>
                  </a:moveTo>
                  <a:cubicBezTo>
                    <a:pt x="93" y="1"/>
                    <a:pt x="0" y="94"/>
                    <a:pt x="0" y="302"/>
                  </a:cubicBezTo>
                  <a:lnTo>
                    <a:pt x="0" y="1461"/>
                  </a:lnTo>
                  <a:cubicBezTo>
                    <a:pt x="0" y="1554"/>
                    <a:pt x="93" y="1646"/>
                    <a:pt x="302" y="1646"/>
                  </a:cubicBezTo>
                  <a:cubicBezTo>
                    <a:pt x="302" y="1677"/>
                    <a:pt x="312" y="1688"/>
                    <a:pt x="326" y="1688"/>
                  </a:cubicBezTo>
                  <a:cubicBezTo>
                    <a:pt x="353" y="1688"/>
                    <a:pt x="394" y="1646"/>
                    <a:pt x="394" y="1646"/>
                  </a:cubicBezTo>
                  <a:lnTo>
                    <a:pt x="1066" y="1461"/>
                  </a:lnTo>
                  <a:lnTo>
                    <a:pt x="1066" y="186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346;p104">
              <a:extLst>
                <a:ext uri="{FF2B5EF4-FFF2-40B4-BE49-F238E27FC236}">
                  <a16:creationId xmlns:a16="http://schemas.microsoft.com/office/drawing/2014/main" id="{126BAEDE-6295-6768-67B5-B466C6EF1A59}"/>
                </a:ext>
              </a:extLst>
            </p:cNvPr>
            <p:cNvSpPr/>
            <p:nvPr/>
          </p:nvSpPr>
          <p:spPr>
            <a:xfrm>
              <a:off x="3318036" y="4057785"/>
              <a:ext cx="34168" cy="55719"/>
            </a:xfrm>
            <a:custGeom>
              <a:avLst/>
              <a:gdLst/>
              <a:ahLst/>
              <a:cxnLst/>
              <a:rect l="l" t="t" r="r" b="b"/>
              <a:pathLst>
                <a:path w="1067" h="1740" extrusionOk="0">
                  <a:moveTo>
                    <a:pt x="1" y="1"/>
                  </a:moveTo>
                  <a:cubicBezTo>
                    <a:pt x="93" y="1"/>
                    <a:pt x="186" y="94"/>
                    <a:pt x="186" y="302"/>
                  </a:cubicBezTo>
                  <a:lnTo>
                    <a:pt x="186" y="1461"/>
                  </a:lnTo>
                  <a:cubicBezTo>
                    <a:pt x="186" y="1554"/>
                    <a:pt x="93" y="1646"/>
                    <a:pt x="1" y="1646"/>
                  </a:cubicBezTo>
                  <a:lnTo>
                    <a:pt x="1" y="1739"/>
                  </a:lnTo>
                  <a:lnTo>
                    <a:pt x="765" y="1739"/>
                  </a:lnTo>
                  <a:cubicBezTo>
                    <a:pt x="858" y="1739"/>
                    <a:pt x="1067" y="1554"/>
                    <a:pt x="1067" y="1461"/>
                  </a:cubicBezTo>
                  <a:lnTo>
                    <a:pt x="1067" y="302"/>
                  </a:lnTo>
                  <a:cubicBezTo>
                    <a:pt x="1067" y="94"/>
                    <a:pt x="858" y="1"/>
                    <a:pt x="7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347;p104">
              <a:extLst>
                <a:ext uri="{FF2B5EF4-FFF2-40B4-BE49-F238E27FC236}">
                  <a16:creationId xmlns:a16="http://schemas.microsoft.com/office/drawing/2014/main" id="{B37AEB91-4A2F-0E02-90C5-2E9C17758153}"/>
                </a:ext>
              </a:extLst>
            </p:cNvPr>
            <p:cNvSpPr/>
            <p:nvPr/>
          </p:nvSpPr>
          <p:spPr>
            <a:xfrm>
              <a:off x="3308397" y="3962070"/>
              <a:ext cx="34168" cy="52709"/>
            </a:xfrm>
            <a:custGeom>
              <a:avLst/>
              <a:gdLst/>
              <a:ahLst/>
              <a:cxnLst/>
              <a:rect l="l" t="t" r="r" b="b"/>
              <a:pathLst>
                <a:path w="1067" h="1646" extrusionOk="0">
                  <a:moveTo>
                    <a:pt x="302" y="0"/>
                  </a:moveTo>
                  <a:cubicBezTo>
                    <a:pt x="93" y="0"/>
                    <a:pt x="0" y="93"/>
                    <a:pt x="0" y="279"/>
                  </a:cubicBezTo>
                  <a:lnTo>
                    <a:pt x="0" y="1345"/>
                  </a:lnTo>
                  <a:cubicBezTo>
                    <a:pt x="0" y="1553"/>
                    <a:pt x="93" y="1646"/>
                    <a:pt x="302" y="1646"/>
                  </a:cubicBezTo>
                  <a:lnTo>
                    <a:pt x="394" y="1646"/>
                  </a:lnTo>
                  <a:cubicBezTo>
                    <a:pt x="394" y="1646"/>
                    <a:pt x="974" y="1553"/>
                    <a:pt x="974" y="1345"/>
                  </a:cubicBezTo>
                  <a:lnTo>
                    <a:pt x="1066" y="394"/>
                  </a:lnTo>
                  <a:lnTo>
                    <a:pt x="3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348;p104">
              <a:extLst>
                <a:ext uri="{FF2B5EF4-FFF2-40B4-BE49-F238E27FC236}">
                  <a16:creationId xmlns:a16="http://schemas.microsoft.com/office/drawing/2014/main" id="{AFA44657-8B2C-E17F-70BA-2C2740482750}"/>
                </a:ext>
              </a:extLst>
            </p:cNvPr>
            <p:cNvSpPr/>
            <p:nvPr/>
          </p:nvSpPr>
          <p:spPr>
            <a:xfrm>
              <a:off x="3318036" y="3962070"/>
              <a:ext cx="34168" cy="52709"/>
            </a:xfrm>
            <a:custGeom>
              <a:avLst/>
              <a:gdLst/>
              <a:ahLst/>
              <a:cxnLst/>
              <a:rect l="l" t="t" r="r" b="b"/>
              <a:pathLst>
                <a:path w="1067" h="1646" extrusionOk="0">
                  <a:moveTo>
                    <a:pt x="1" y="0"/>
                  </a:moveTo>
                  <a:cubicBezTo>
                    <a:pt x="93" y="0"/>
                    <a:pt x="186" y="93"/>
                    <a:pt x="186" y="279"/>
                  </a:cubicBezTo>
                  <a:lnTo>
                    <a:pt x="186" y="1345"/>
                  </a:lnTo>
                  <a:cubicBezTo>
                    <a:pt x="186" y="1553"/>
                    <a:pt x="93" y="1646"/>
                    <a:pt x="1" y="1646"/>
                  </a:cubicBezTo>
                  <a:lnTo>
                    <a:pt x="765" y="1646"/>
                  </a:lnTo>
                  <a:cubicBezTo>
                    <a:pt x="858" y="1646"/>
                    <a:pt x="1067" y="1553"/>
                    <a:pt x="1067" y="1345"/>
                  </a:cubicBezTo>
                  <a:lnTo>
                    <a:pt x="1067" y="279"/>
                  </a:lnTo>
                  <a:cubicBezTo>
                    <a:pt x="1067" y="93"/>
                    <a:pt x="858" y="0"/>
                    <a:pt x="7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5349;p104">
              <a:extLst>
                <a:ext uri="{FF2B5EF4-FFF2-40B4-BE49-F238E27FC236}">
                  <a16:creationId xmlns:a16="http://schemas.microsoft.com/office/drawing/2014/main" id="{3152D454-39A9-71C8-C0B3-044E1B49B4A6}"/>
                </a:ext>
              </a:extLst>
            </p:cNvPr>
            <p:cNvSpPr/>
            <p:nvPr/>
          </p:nvSpPr>
          <p:spPr>
            <a:xfrm>
              <a:off x="2921725" y="4181745"/>
              <a:ext cx="333995" cy="27475"/>
            </a:xfrm>
            <a:custGeom>
              <a:avLst/>
              <a:gdLst/>
              <a:ahLst/>
              <a:cxnLst/>
              <a:rect l="l" t="t" r="r" b="b"/>
              <a:pathLst>
                <a:path w="10430" h="858" extrusionOk="0">
                  <a:moveTo>
                    <a:pt x="1" y="0"/>
                  </a:moveTo>
                  <a:lnTo>
                    <a:pt x="1" y="765"/>
                  </a:lnTo>
                  <a:cubicBezTo>
                    <a:pt x="1" y="858"/>
                    <a:pt x="117" y="858"/>
                    <a:pt x="210" y="858"/>
                  </a:cubicBezTo>
                  <a:lnTo>
                    <a:pt x="10244" y="858"/>
                  </a:lnTo>
                  <a:cubicBezTo>
                    <a:pt x="10337" y="858"/>
                    <a:pt x="10430" y="858"/>
                    <a:pt x="10430" y="765"/>
                  </a:cubicBezTo>
                  <a:lnTo>
                    <a:pt x="1043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5350;p104">
              <a:extLst>
                <a:ext uri="{FF2B5EF4-FFF2-40B4-BE49-F238E27FC236}">
                  <a16:creationId xmlns:a16="http://schemas.microsoft.com/office/drawing/2014/main" id="{520F6C59-97FF-B53C-1FAD-65C036E89790}"/>
                </a:ext>
              </a:extLst>
            </p:cNvPr>
            <p:cNvSpPr/>
            <p:nvPr/>
          </p:nvSpPr>
          <p:spPr>
            <a:xfrm>
              <a:off x="3206726" y="4160225"/>
              <a:ext cx="11912" cy="30453"/>
            </a:xfrm>
            <a:custGeom>
              <a:avLst/>
              <a:gdLst/>
              <a:ahLst/>
              <a:cxnLst/>
              <a:rect l="l" t="t" r="r" b="b"/>
              <a:pathLst>
                <a:path w="372" h="951" extrusionOk="0">
                  <a:moveTo>
                    <a:pt x="186" y="0"/>
                  </a:moveTo>
                  <a:cubicBezTo>
                    <a:pt x="93" y="0"/>
                    <a:pt x="0" y="93"/>
                    <a:pt x="0" y="186"/>
                  </a:cubicBezTo>
                  <a:lnTo>
                    <a:pt x="0" y="672"/>
                  </a:lnTo>
                  <a:cubicBezTo>
                    <a:pt x="0" y="858"/>
                    <a:pt x="93" y="950"/>
                    <a:pt x="186" y="950"/>
                  </a:cubicBezTo>
                  <a:cubicBezTo>
                    <a:pt x="278" y="950"/>
                    <a:pt x="371" y="858"/>
                    <a:pt x="371" y="672"/>
                  </a:cubicBezTo>
                  <a:lnTo>
                    <a:pt x="371" y="186"/>
                  </a:lnTo>
                  <a:cubicBezTo>
                    <a:pt x="371" y="93"/>
                    <a:pt x="278" y="0"/>
                    <a:pt x="1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5351;p104">
              <a:extLst>
                <a:ext uri="{FF2B5EF4-FFF2-40B4-BE49-F238E27FC236}">
                  <a16:creationId xmlns:a16="http://schemas.microsoft.com/office/drawing/2014/main" id="{A15E2285-340B-4A08-9AC3-34531863A3C8}"/>
                </a:ext>
              </a:extLst>
            </p:cNvPr>
            <p:cNvSpPr/>
            <p:nvPr/>
          </p:nvSpPr>
          <p:spPr>
            <a:xfrm>
              <a:off x="3162919" y="4160225"/>
              <a:ext cx="15627" cy="30453"/>
            </a:xfrm>
            <a:custGeom>
              <a:avLst/>
              <a:gdLst/>
              <a:ahLst/>
              <a:cxnLst/>
              <a:rect l="l" t="t" r="r" b="b"/>
              <a:pathLst>
                <a:path w="488" h="951" extrusionOk="0">
                  <a:moveTo>
                    <a:pt x="302" y="0"/>
                  </a:moveTo>
                  <a:cubicBezTo>
                    <a:pt x="117" y="0"/>
                    <a:pt x="1" y="93"/>
                    <a:pt x="1" y="186"/>
                  </a:cubicBezTo>
                  <a:lnTo>
                    <a:pt x="1" y="672"/>
                  </a:lnTo>
                  <a:cubicBezTo>
                    <a:pt x="1" y="858"/>
                    <a:pt x="117" y="950"/>
                    <a:pt x="302" y="950"/>
                  </a:cubicBezTo>
                  <a:cubicBezTo>
                    <a:pt x="395" y="950"/>
                    <a:pt x="488" y="858"/>
                    <a:pt x="488" y="672"/>
                  </a:cubicBezTo>
                  <a:lnTo>
                    <a:pt x="488" y="186"/>
                  </a:lnTo>
                  <a:cubicBezTo>
                    <a:pt x="488" y="93"/>
                    <a:pt x="395" y="0"/>
                    <a:pt x="3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5352;p104">
              <a:extLst>
                <a:ext uri="{FF2B5EF4-FFF2-40B4-BE49-F238E27FC236}">
                  <a16:creationId xmlns:a16="http://schemas.microsoft.com/office/drawing/2014/main" id="{05129476-EBBB-2E24-5F57-35C5FDF00F64}"/>
                </a:ext>
              </a:extLst>
            </p:cNvPr>
            <p:cNvSpPr/>
            <p:nvPr/>
          </p:nvSpPr>
          <p:spPr>
            <a:xfrm>
              <a:off x="3122859" y="4160225"/>
              <a:ext cx="12649" cy="30453"/>
            </a:xfrm>
            <a:custGeom>
              <a:avLst/>
              <a:gdLst/>
              <a:ahLst/>
              <a:cxnLst/>
              <a:rect l="l" t="t" r="r" b="b"/>
              <a:pathLst>
                <a:path w="395" h="951" extrusionOk="0">
                  <a:moveTo>
                    <a:pt x="209" y="0"/>
                  </a:moveTo>
                  <a:cubicBezTo>
                    <a:pt x="93" y="0"/>
                    <a:pt x="0" y="93"/>
                    <a:pt x="0" y="186"/>
                  </a:cubicBezTo>
                  <a:lnTo>
                    <a:pt x="0" y="672"/>
                  </a:lnTo>
                  <a:cubicBezTo>
                    <a:pt x="0" y="858"/>
                    <a:pt x="93" y="950"/>
                    <a:pt x="209" y="950"/>
                  </a:cubicBezTo>
                  <a:cubicBezTo>
                    <a:pt x="302" y="950"/>
                    <a:pt x="394" y="858"/>
                    <a:pt x="394" y="672"/>
                  </a:cubicBezTo>
                  <a:lnTo>
                    <a:pt x="394" y="186"/>
                  </a:lnTo>
                  <a:cubicBezTo>
                    <a:pt x="394" y="93"/>
                    <a:pt x="302" y="0"/>
                    <a:pt x="2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5353;p104">
              <a:extLst>
                <a:ext uri="{FF2B5EF4-FFF2-40B4-BE49-F238E27FC236}">
                  <a16:creationId xmlns:a16="http://schemas.microsoft.com/office/drawing/2014/main" id="{3B3D8A0E-25EF-636E-86EB-E9A9133D8C22}"/>
                </a:ext>
              </a:extLst>
            </p:cNvPr>
            <p:cNvSpPr/>
            <p:nvPr/>
          </p:nvSpPr>
          <p:spPr>
            <a:xfrm>
              <a:off x="3082798" y="4160225"/>
              <a:ext cx="12617" cy="30453"/>
            </a:xfrm>
            <a:custGeom>
              <a:avLst/>
              <a:gdLst/>
              <a:ahLst/>
              <a:cxnLst/>
              <a:rect l="l" t="t" r="r" b="b"/>
              <a:pathLst>
                <a:path w="394" h="951" extrusionOk="0">
                  <a:moveTo>
                    <a:pt x="185" y="0"/>
                  </a:moveTo>
                  <a:cubicBezTo>
                    <a:pt x="93" y="0"/>
                    <a:pt x="0" y="93"/>
                    <a:pt x="0" y="186"/>
                  </a:cubicBezTo>
                  <a:lnTo>
                    <a:pt x="0" y="672"/>
                  </a:lnTo>
                  <a:cubicBezTo>
                    <a:pt x="0" y="858"/>
                    <a:pt x="93" y="950"/>
                    <a:pt x="185" y="950"/>
                  </a:cubicBezTo>
                  <a:cubicBezTo>
                    <a:pt x="301" y="950"/>
                    <a:pt x="394" y="858"/>
                    <a:pt x="394" y="672"/>
                  </a:cubicBezTo>
                  <a:lnTo>
                    <a:pt x="394" y="186"/>
                  </a:lnTo>
                  <a:cubicBezTo>
                    <a:pt x="394" y="93"/>
                    <a:pt x="301" y="0"/>
                    <a:pt x="1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5354;p104">
              <a:extLst>
                <a:ext uri="{FF2B5EF4-FFF2-40B4-BE49-F238E27FC236}">
                  <a16:creationId xmlns:a16="http://schemas.microsoft.com/office/drawing/2014/main" id="{E02C8856-9805-8D68-5717-7B7333B34A78}"/>
                </a:ext>
              </a:extLst>
            </p:cNvPr>
            <p:cNvSpPr/>
            <p:nvPr/>
          </p:nvSpPr>
          <p:spPr>
            <a:xfrm>
              <a:off x="3039728" y="4160225"/>
              <a:ext cx="15627" cy="30453"/>
            </a:xfrm>
            <a:custGeom>
              <a:avLst/>
              <a:gdLst/>
              <a:ahLst/>
              <a:cxnLst/>
              <a:rect l="l" t="t" r="r" b="b"/>
              <a:pathLst>
                <a:path w="488" h="951" extrusionOk="0">
                  <a:moveTo>
                    <a:pt x="279" y="0"/>
                  </a:moveTo>
                  <a:cubicBezTo>
                    <a:pt x="94" y="0"/>
                    <a:pt x="1" y="93"/>
                    <a:pt x="1" y="186"/>
                  </a:cubicBezTo>
                  <a:lnTo>
                    <a:pt x="1" y="672"/>
                  </a:lnTo>
                  <a:cubicBezTo>
                    <a:pt x="1" y="858"/>
                    <a:pt x="94" y="950"/>
                    <a:pt x="279" y="950"/>
                  </a:cubicBezTo>
                  <a:cubicBezTo>
                    <a:pt x="372" y="950"/>
                    <a:pt x="488" y="858"/>
                    <a:pt x="488" y="672"/>
                  </a:cubicBezTo>
                  <a:lnTo>
                    <a:pt x="488" y="186"/>
                  </a:lnTo>
                  <a:cubicBezTo>
                    <a:pt x="488" y="93"/>
                    <a:pt x="372" y="0"/>
                    <a:pt x="2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5355;p104">
              <a:extLst>
                <a:ext uri="{FF2B5EF4-FFF2-40B4-BE49-F238E27FC236}">
                  <a16:creationId xmlns:a16="http://schemas.microsoft.com/office/drawing/2014/main" id="{E9FAA647-10F9-30E4-641F-208B673345DF}"/>
                </a:ext>
              </a:extLst>
            </p:cNvPr>
            <p:cNvSpPr/>
            <p:nvPr/>
          </p:nvSpPr>
          <p:spPr>
            <a:xfrm>
              <a:off x="2999668" y="4160225"/>
              <a:ext cx="11912" cy="30453"/>
            </a:xfrm>
            <a:custGeom>
              <a:avLst/>
              <a:gdLst/>
              <a:ahLst/>
              <a:cxnLst/>
              <a:rect l="l" t="t" r="r" b="b"/>
              <a:pathLst>
                <a:path w="372" h="951" extrusionOk="0">
                  <a:moveTo>
                    <a:pt x="186" y="0"/>
                  </a:moveTo>
                  <a:cubicBezTo>
                    <a:pt x="93" y="0"/>
                    <a:pt x="0" y="93"/>
                    <a:pt x="0" y="186"/>
                  </a:cubicBezTo>
                  <a:lnTo>
                    <a:pt x="0" y="672"/>
                  </a:lnTo>
                  <a:cubicBezTo>
                    <a:pt x="0" y="858"/>
                    <a:pt x="93" y="950"/>
                    <a:pt x="186" y="950"/>
                  </a:cubicBezTo>
                  <a:cubicBezTo>
                    <a:pt x="278" y="950"/>
                    <a:pt x="371" y="858"/>
                    <a:pt x="371" y="672"/>
                  </a:cubicBezTo>
                  <a:lnTo>
                    <a:pt x="371" y="186"/>
                  </a:lnTo>
                  <a:cubicBezTo>
                    <a:pt x="371" y="93"/>
                    <a:pt x="278" y="0"/>
                    <a:pt x="1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5356;p104">
              <a:extLst>
                <a:ext uri="{FF2B5EF4-FFF2-40B4-BE49-F238E27FC236}">
                  <a16:creationId xmlns:a16="http://schemas.microsoft.com/office/drawing/2014/main" id="{6AF51A32-59B5-2CDE-A403-FD7C9CFED740}"/>
                </a:ext>
              </a:extLst>
            </p:cNvPr>
            <p:cNvSpPr/>
            <p:nvPr/>
          </p:nvSpPr>
          <p:spPr>
            <a:xfrm>
              <a:off x="2958839" y="4160225"/>
              <a:ext cx="12649" cy="30453"/>
            </a:xfrm>
            <a:custGeom>
              <a:avLst/>
              <a:gdLst/>
              <a:ahLst/>
              <a:cxnLst/>
              <a:rect l="l" t="t" r="r" b="b"/>
              <a:pathLst>
                <a:path w="395" h="951" extrusionOk="0">
                  <a:moveTo>
                    <a:pt x="209" y="0"/>
                  </a:moveTo>
                  <a:cubicBezTo>
                    <a:pt x="117" y="0"/>
                    <a:pt x="1" y="93"/>
                    <a:pt x="1" y="186"/>
                  </a:cubicBezTo>
                  <a:lnTo>
                    <a:pt x="1" y="672"/>
                  </a:lnTo>
                  <a:cubicBezTo>
                    <a:pt x="1" y="858"/>
                    <a:pt x="117" y="950"/>
                    <a:pt x="209" y="950"/>
                  </a:cubicBezTo>
                  <a:cubicBezTo>
                    <a:pt x="302" y="950"/>
                    <a:pt x="395" y="858"/>
                    <a:pt x="395" y="672"/>
                  </a:cubicBezTo>
                  <a:lnTo>
                    <a:pt x="395" y="186"/>
                  </a:lnTo>
                  <a:cubicBezTo>
                    <a:pt x="395" y="93"/>
                    <a:pt x="302" y="0"/>
                    <a:pt x="2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19944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8">
          <a:extLst>
            <a:ext uri="{FF2B5EF4-FFF2-40B4-BE49-F238E27FC236}">
              <a16:creationId xmlns:a16="http://schemas.microsoft.com/office/drawing/2014/main" id="{0D870A1A-A4B2-95E5-B6FF-DF92443A5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9" name="Google Shape;3149;p67">
            <a:extLst>
              <a:ext uri="{FF2B5EF4-FFF2-40B4-BE49-F238E27FC236}">
                <a16:creationId xmlns:a16="http://schemas.microsoft.com/office/drawing/2014/main" id="{3EDB5370-F557-D37A-A93E-4C8EEDEE525B}"/>
              </a:ext>
            </a:extLst>
          </p:cNvPr>
          <p:cNvSpPr/>
          <p:nvPr/>
        </p:nvSpPr>
        <p:spPr>
          <a:xfrm>
            <a:off x="4914338" y="1267075"/>
            <a:ext cx="782400" cy="7824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0" name="Google Shape;3150;p67">
            <a:extLst>
              <a:ext uri="{FF2B5EF4-FFF2-40B4-BE49-F238E27FC236}">
                <a16:creationId xmlns:a16="http://schemas.microsoft.com/office/drawing/2014/main" id="{5E3462FF-A223-2652-48D7-67A4BB2E898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50838" y="161845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it-IT" dirty="0"/>
              <a:t>Python 3.12, </a:t>
            </a:r>
            <a:r>
              <a:rPr lang="it-IT" dirty="0" err="1"/>
              <a:t>Streamlit</a:t>
            </a:r>
            <a:endParaRPr dirty="0"/>
          </a:p>
        </p:txBody>
      </p:sp>
      <p:sp>
        <p:nvSpPr>
          <p:cNvPr id="3151" name="Google Shape;3151;p67">
            <a:extLst>
              <a:ext uri="{FF2B5EF4-FFF2-40B4-BE49-F238E27FC236}">
                <a16:creationId xmlns:a16="http://schemas.microsoft.com/office/drawing/2014/main" id="{F686F235-CF00-95EE-2646-2ECF79B8E5F2}"/>
              </a:ext>
            </a:extLst>
          </p:cNvPr>
          <p:cNvSpPr/>
          <p:nvPr/>
        </p:nvSpPr>
        <p:spPr>
          <a:xfrm>
            <a:off x="1110838" y="1267075"/>
            <a:ext cx="782400" cy="7824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2" name="Google Shape;3152;p67">
            <a:extLst>
              <a:ext uri="{FF2B5EF4-FFF2-40B4-BE49-F238E27FC236}">
                <a16:creationId xmlns:a16="http://schemas.microsoft.com/office/drawing/2014/main" id="{814B19EC-3913-0DC2-BEDF-75E4AFCFAD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50838" y="1213275"/>
            <a:ext cx="2336400" cy="4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dirty="0" err="1"/>
              <a:t>Backend</a:t>
            </a:r>
            <a:r>
              <a:rPr lang="it-IT" dirty="0"/>
              <a:t>/UI</a:t>
            </a:r>
            <a:endParaRPr dirty="0"/>
          </a:p>
        </p:txBody>
      </p:sp>
      <p:sp>
        <p:nvSpPr>
          <p:cNvPr id="3153" name="Google Shape;3153;p67">
            <a:extLst>
              <a:ext uri="{FF2B5EF4-FFF2-40B4-BE49-F238E27FC236}">
                <a16:creationId xmlns:a16="http://schemas.microsoft.com/office/drawing/2014/main" id="{513E63FC-D055-F4A9-A904-EF074A8E51F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53238" y="1361575"/>
            <a:ext cx="897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154" name="Google Shape;3154;p67">
            <a:extLst>
              <a:ext uri="{FF2B5EF4-FFF2-40B4-BE49-F238E27FC236}">
                <a16:creationId xmlns:a16="http://schemas.microsoft.com/office/drawing/2014/main" id="{BA4F2C82-9DCD-B388-C7C0-72DA21243C44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5754350" y="1197525"/>
            <a:ext cx="2336400" cy="4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dirty="0"/>
              <a:t>Visione</a:t>
            </a:r>
            <a:endParaRPr dirty="0"/>
          </a:p>
        </p:txBody>
      </p:sp>
      <p:sp>
        <p:nvSpPr>
          <p:cNvPr id="3155" name="Google Shape;3155;p67">
            <a:extLst>
              <a:ext uri="{FF2B5EF4-FFF2-40B4-BE49-F238E27FC236}">
                <a16:creationId xmlns:a16="http://schemas.microsoft.com/office/drawing/2014/main" id="{48C8175B-AB0B-0068-257D-56A5A2BF6666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4856738" y="1361575"/>
            <a:ext cx="897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156" name="Google Shape;3156;p67">
            <a:extLst>
              <a:ext uri="{FF2B5EF4-FFF2-40B4-BE49-F238E27FC236}">
                <a16:creationId xmlns:a16="http://schemas.microsoft.com/office/drawing/2014/main" id="{1857EF0D-C645-C8B6-8328-519584A0884B}"/>
              </a:ext>
            </a:extLst>
          </p:cNvPr>
          <p:cNvSpPr/>
          <p:nvPr/>
        </p:nvSpPr>
        <p:spPr>
          <a:xfrm>
            <a:off x="4914338" y="2458475"/>
            <a:ext cx="782400" cy="7824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7" name="Google Shape;3157;p67">
            <a:extLst>
              <a:ext uri="{FF2B5EF4-FFF2-40B4-BE49-F238E27FC236}">
                <a16:creationId xmlns:a16="http://schemas.microsoft.com/office/drawing/2014/main" id="{B87ED163-E910-F9F8-4EAE-CC73A9F17383}"/>
              </a:ext>
            </a:extLst>
          </p:cNvPr>
          <p:cNvSpPr/>
          <p:nvPr/>
        </p:nvSpPr>
        <p:spPr>
          <a:xfrm>
            <a:off x="1110838" y="2458475"/>
            <a:ext cx="782400" cy="7824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8" name="Google Shape;3158;p67">
            <a:extLst>
              <a:ext uri="{FF2B5EF4-FFF2-40B4-BE49-F238E27FC236}">
                <a16:creationId xmlns:a16="http://schemas.microsoft.com/office/drawing/2014/main" id="{01CB1513-7C20-8D9A-68ED-6EC6A0DDC03B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5754350" y="162822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it-IT" dirty="0"/>
              <a:t>YOLO v10, YOLO v11, </a:t>
            </a:r>
            <a:r>
              <a:rPr lang="it-IT" dirty="0" err="1"/>
              <a:t>Swin</a:t>
            </a:r>
            <a:r>
              <a:rPr lang="it-IT" dirty="0"/>
              <a:t> Transformer-B</a:t>
            </a:r>
            <a:endParaRPr dirty="0"/>
          </a:p>
        </p:txBody>
      </p:sp>
      <p:sp>
        <p:nvSpPr>
          <p:cNvPr id="3159" name="Google Shape;3159;p67">
            <a:extLst>
              <a:ext uri="{FF2B5EF4-FFF2-40B4-BE49-F238E27FC236}">
                <a16:creationId xmlns:a16="http://schemas.microsoft.com/office/drawing/2014/main" id="{E5C12442-1786-D75B-5D8D-C87A09198B08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1950838" y="2398288"/>
            <a:ext cx="2848288" cy="4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dirty="0" err="1"/>
              <a:t>Multimodal</a:t>
            </a:r>
            <a:r>
              <a:rPr lang="it-IT" dirty="0"/>
              <a:t> LLM</a:t>
            </a:r>
            <a:endParaRPr dirty="0"/>
          </a:p>
        </p:txBody>
      </p:sp>
      <p:sp>
        <p:nvSpPr>
          <p:cNvPr id="3160" name="Google Shape;3160;p67">
            <a:extLst>
              <a:ext uri="{FF2B5EF4-FFF2-40B4-BE49-F238E27FC236}">
                <a16:creationId xmlns:a16="http://schemas.microsoft.com/office/drawing/2014/main" id="{A36B1B25-9ABE-828E-FD19-C9658D6486E8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1053238" y="2552975"/>
            <a:ext cx="897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161" name="Google Shape;3161;p67">
            <a:extLst>
              <a:ext uri="{FF2B5EF4-FFF2-40B4-BE49-F238E27FC236}">
                <a16:creationId xmlns:a16="http://schemas.microsoft.com/office/drawing/2014/main" id="{8AC47E85-6603-46B0-E79C-846FF6C6042E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1950838" y="2806588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it-IT" dirty="0"/>
              <a:t>Qwen-VL-72B (via HPC Endpoint) </a:t>
            </a:r>
            <a:endParaRPr dirty="0"/>
          </a:p>
        </p:txBody>
      </p:sp>
      <p:sp>
        <p:nvSpPr>
          <p:cNvPr id="3162" name="Google Shape;3162;p67">
            <a:extLst>
              <a:ext uri="{FF2B5EF4-FFF2-40B4-BE49-F238E27FC236}">
                <a16:creationId xmlns:a16="http://schemas.microsoft.com/office/drawing/2014/main" id="{76AC4513-28FB-0FCA-F635-BC4FAAC8F7E0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5754349" y="2398288"/>
            <a:ext cx="2593783" cy="4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dirty="0" err="1"/>
              <a:t>Vector</a:t>
            </a:r>
            <a:r>
              <a:rPr lang="it-IT" dirty="0"/>
              <a:t> DB/RAG</a:t>
            </a:r>
            <a:endParaRPr dirty="0"/>
          </a:p>
        </p:txBody>
      </p:sp>
      <p:sp>
        <p:nvSpPr>
          <p:cNvPr id="3163" name="Google Shape;3163;p67">
            <a:extLst>
              <a:ext uri="{FF2B5EF4-FFF2-40B4-BE49-F238E27FC236}">
                <a16:creationId xmlns:a16="http://schemas.microsoft.com/office/drawing/2014/main" id="{EB21FE94-E876-E7F4-9246-47180EC61A55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>
            <a:off x="4856738" y="2552975"/>
            <a:ext cx="897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164" name="Google Shape;3164;p67">
            <a:extLst>
              <a:ext uri="{FF2B5EF4-FFF2-40B4-BE49-F238E27FC236}">
                <a16:creationId xmlns:a16="http://schemas.microsoft.com/office/drawing/2014/main" id="{75DD83DA-A448-F9BE-FE7A-A931BB0081AA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5754350" y="2806588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it-IT" dirty="0" err="1"/>
              <a:t>ChromaDB</a:t>
            </a:r>
            <a:r>
              <a:rPr lang="it-IT" dirty="0"/>
              <a:t>, </a:t>
            </a:r>
            <a:r>
              <a:rPr lang="it-IT" dirty="0" err="1"/>
              <a:t>FastEmbed</a:t>
            </a:r>
            <a:r>
              <a:rPr lang="it-IT" dirty="0"/>
              <a:t> (Multilingual-E5-Large)</a:t>
            </a:r>
            <a:endParaRPr dirty="0"/>
          </a:p>
        </p:txBody>
      </p:sp>
      <p:sp>
        <p:nvSpPr>
          <p:cNvPr id="3165" name="Google Shape;3165;p67">
            <a:extLst>
              <a:ext uri="{FF2B5EF4-FFF2-40B4-BE49-F238E27FC236}">
                <a16:creationId xmlns:a16="http://schemas.microsoft.com/office/drawing/2014/main" id="{4D1EBBD4-BD61-E95C-4879-D398BB2CC2C8}"/>
              </a:ext>
            </a:extLst>
          </p:cNvPr>
          <p:cNvSpPr/>
          <p:nvPr/>
        </p:nvSpPr>
        <p:spPr>
          <a:xfrm>
            <a:off x="4914338" y="3649875"/>
            <a:ext cx="782400" cy="7824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6" name="Google Shape;3166;p67">
            <a:extLst>
              <a:ext uri="{FF2B5EF4-FFF2-40B4-BE49-F238E27FC236}">
                <a16:creationId xmlns:a16="http://schemas.microsoft.com/office/drawing/2014/main" id="{42D7440F-0E91-4A86-72BE-1093882C5B96}"/>
              </a:ext>
            </a:extLst>
          </p:cNvPr>
          <p:cNvSpPr/>
          <p:nvPr/>
        </p:nvSpPr>
        <p:spPr>
          <a:xfrm>
            <a:off x="1110838" y="3649875"/>
            <a:ext cx="782400" cy="7824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7" name="Google Shape;3167;p67">
            <a:extLst>
              <a:ext uri="{FF2B5EF4-FFF2-40B4-BE49-F238E27FC236}">
                <a16:creationId xmlns:a16="http://schemas.microsoft.com/office/drawing/2014/main" id="{C6077FFD-0B7A-A625-094C-FF1F54C74B41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720000" y="540000"/>
            <a:ext cx="50343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TOOLSTACK</a:t>
            </a:r>
          </a:p>
        </p:txBody>
      </p:sp>
      <p:sp>
        <p:nvSpPr>
          <p:cNvPr id="3168" name="Google Shape;3168;p67">
            <a:extLst>
              <a:ext uri="{FF2B5EF4-FFF2-40B4-BE49-F238E27FC236}">
                <a16:creationId xmlns:a16="http://schemas.microsoft.com/office/drawing/2014/main" id="{F92FD91C-1181-38B1-39A0-5E68D453183D}"/>
              </a:ext>
            </a:extLst>
          </p:cNvPr>
          <p:cNvSpPr txBox="1">
            <a:spLocks noGrp="1"/>
          </p:cNvSpPr>
          <p:nvPr>
            <p:ph type="title" idx="16"/>
          </p:nvPr>
        </p:nvSpPr>
        <p:spPr>
          <a:xfrm>
            <a:off x="5754350" y="3608800"/>
            <a:ext cx="2336400" cy="4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dirty="0"/>
              <a:t>Utilities</a:t>
            </a:r>
            <a:endParaRPr dirty="0"/>
          </a:p>
        </p:txBody>
      </p:sp>
      <p:sp>
        <p:nvSpPr>
          <p:cNvPr id="3169" name="Google Shape;3169;p67">
            <a:extLst>
              <a:ext uri="{FF2B5EF4-FFF2-40B4-BE49-F238E27FC236}">
                <a16:creationId xmlns:a16="http://schemas.microsoft.com/office/drawing/2014/main" id="{2298171A-031D-F7BB-4624-F04FFE1293E5}"/>
              </a:ext>
            </a:extLst>
          </p:cNvPr>
          <p:cNvSpPr txBox="1">
            <a:spLocks noGrp="1"/>
          </p:cNvSpPr>
          <p:nvPr>
            <p:ph type="title" idx="17"/>
          </p:nvPr>
        </p:nvSpPr>
        <p:spPr>
          <a:xfrm>
            <a:off x="4856750" y="3744375"/>
            <a:ext cx="897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3170" name="Google Shape;3170;p67">
            <a:extLst>
              <a:ext uri="{FF2B5EF4-FFF2-40B4-BE49-F238E27FC236}">
                <a16:creationId xmlns:a16="http://schemas.microsoft.com/office/drawing/2014/main" id="{C22D3B08-A91C-3DAD-336B-97DFA856BAD7}"/>
              </a:ext>
            </a:extLst>
          </p:cNvPr>
          <p:cNvSpPr txBox="1">
            <a:spLocks noGrp="1"/>
          </p:cNvSpPr>
          <p:nvPr>
            <p:ph type="subTitle" idx="18"/>
          </p:nvPr>
        </p:nvSpPr>
        <p:spPr>
          <a:xfrm>
            <a:off x="5754350" y="401927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it-IT" dirty="0" err="1"/>
              <a:t>OpenCV</a:t>
            </a:r>
            <a:r>
              <a:rPr lang="it-IT" dirty="0"/>
              <a:t> (CLAHE), FPDF, </a:t>
            </a:r>
            <a:r>
              <a:rPr lang="it-IT" dirty="0" err="1"/>
              <a:t>Pandas</a:t>
            </a:r>
            <a:r>
              <a:rPr lang="it-IT" dirty="0"/>
              <a:t>/Altair</a:t>
            </a:r>
            <a:endParaRPr dirty="0"/>
          </a:p>
        </p:txBody>
      </p:sp>
      <p:sp>
        <p:nvSpPr>
          <p:cNvPr id="3171" name="Google Shape;3171;p67">
            <a:extLst>
              <a:ext uri="{FF2B5EF4-FFF2-40B4-BE49-F238E27FC236}">
                <a16:creationId xmlns:a16="http://schemas.microsoft.com/office/drawing/2014/main" id="{1B092F1B-92D3-274C-3EEA-01A3691975D1}"/>
              </a:ext>
            </a:extLst>
          </p:cNvPr>
          <p:cNvSpPr txBox="1">
            <a:spLocks noGrp="1"/>
          </p:cNvSpPr>
          <p:nvPr>
            <p:ph type="title" idx="19"/>
          </p:nvPr>
        </p:nvSpPr>
        <p:spPr>
          <a:xfrm>
            <a:off x="1950850" y="3596100"/>
            <a:ext cx="2336400" cy="4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dirty="0"/>
              <a:t>Deployment</a:t>
            </a:r>
            <a:endParaRPr dirty="0"/>
          </a:p>
        </p:txBody>
      </p:sp>
      <p:sp>
        <p:nvSpPr>
          <p:cNvPr id="3172" name="Google Shape;3172;p67">
            <a:extLst>
              <a:ext uri="{FF2B5EF4-FFF2-40B4-BE49-F238E27FC236}">
                <a16:creationId xmlns:a16="http://schemas.microsoft.com/office/drawing/2014/main" id="{1C122139-37FF-A41A-28D8-71A9D6733E3B}"/>
              </a:ext>
            </a:extLst>
          </p:cNvPr>
          <p:cNvSpPr txBox="1">
            <a:spLocks noGrp="1"/>
          </p:cNvSpPr>
          <p:nvPr>
            <p:ph type="title" idx="20"/>
          </p:nvPr>
        </p:nvSpPr>
        <p:spPr>
          <a:xfrm>
            <a:off x="1053400" y="3744375"/>
            <a:ext cx="897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173" name="Google Shape;3173;p67">
            <a:extLst>
              <a:ext uri="{FF2B5EF4-FFF2-40B4-BE49-F238E27FC236}">
                <a16:creationId xmlns:a16="http://schemas.microsoft.com/office/drawing/2014/main" id="{FE3E07AE-FF0D-F089-4515-2C76881DC5CE}"/>
              </a:ext>
            </a:extLst>
          </p:cNvPr>
          <p:cNvSpPr txBox="1">
            <a:spLocks noGrp="1"/>
          </p:cNvSpPr>
          <p:nvPr>
            <p:ph type="subTitle" idx="21"/>
          </p:nvPr>
        </p:nvSpPr>
        <p:spPr>
          <a:xfrm>
            <a:off x="1950850" y="400657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it-IT" dirty="0"/>
              <a:t>Docker, NVIDIA Container Toolkit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5409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0">
          <a:extLst>
            <a:ext uri="{FF2B5EF4-FFF2-40B4-BE49-F238E27FC236}">
              <a16:creationId xmlns:a16="http://schemas.microsoft.com/office/drawing/2014/main" id="{02719950-C21F-4A8F-C2A7-4105016DD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1" name="Google Shape;3201;p69">
            <a:extLst>
              <a:ext uri="{FF2B5EF4-FFF2-40B4-BE49-F238E27FC236}">
                <a16:creationId xmlns:a16="http://schemas.microsoft.com/office/drawing/2014/main" id="{44A8312C-AFF8-7E13-D313-3F30E0D54E7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7450" y="1198425"/>
            <a:ext cx="2143799" cy="2146949"/>
          </a:xfrm>
          <a:prstGeom prst="rect">
            <a:avLst/>
          </a:prstGeom>
          <a:noFill/>
          <a:ln>
            <a:noFill/>
          </a:ln>
        </p:spPr>
      </p:pic>
      <p:sp>
        <p:nvSpPr>
          <p:cNvPr id="3202" name="Google Shape;3202;p69">
            <a:extLst>
              <a:ext uri="{FF2B5EF4-FFF2-40B4-BE49-F238E27FC236}">
                <a16:creationId xmlns:a16="http://schemas.microsoft.com/office/drawing/2014/main" id="{D662910F-7F2A-95F8-EC99-EBB6899449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0" y="1439700"/>
            <a:ext cx="3810000" cy="16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 dirty="0">
                <a:solidFill>
                  <a:schemeClr val="lt2"/>
                </a:solidFill>
              </a:rPr>
              <a:t>RISULTATI E VISIONE FUTURA</a:t>
            </a:r>
            <a:endParaRPr lang="it-IT" sz="3200" dirty="0">
              <a:solidFill>
                <a:schemeClr val="lt1"/>
              </a:solidFill>
            </a:endParaRPr>
          </a:p>
        </p:txBody>
      </p:sp>
      <p:sp>
        <p:nvSpPr>
          <p:cNvPr id="3204" name="Google Shape;3204;p69">
            <a:extLst>
              <a:ext uri="{FF2B5EF4-FFF2-40B4-BE49-F238E27FC236}">
                <a16:creationId xmlns:a16="http://schemas.microsoft.com/office/drawing/2014/main" id="{083987FF-8D2B-9FDC-C97E-5E4C2148FA93}"/>
              </a:ext>
            </a:extLst>
          </p:cNvPr>
          <p:cNvSpPr/>
          <p:nvPr/>
        </p:nvSpPr>
        <p:spPr>
          <a:xfrm>
            <a:off x="2932900" y="1605450"/>
            <a:ext cx="1332900" cy="13329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5" name="Google Shape;3205;p69">
            <a:extLst>
              <a:ext uri="{FF2B5EF4-FFF2-40B4-BE49-F238E27FC236}">
                <a16:creationId xmlns:a16="http://schemas.microsoft.com/office/drawing/2014/main" id="{61709116-B852-29F3-6C6A-B6A2B9683CD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867525" y="1851000"/>
            <a:ext cx="1464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pic>
        <p:nvPicPr>
          <p:cNvPr id="6" name="Google Shape;8689;p136">
            <a:extLst>
              <a:ext uri="{FF2B5EF4-FFF2-40B4-BE49-F238E27FC236}">
                <a16:creationId xmlns:a16="http://schemas.microsoft.com/office/drawing/2014/main" id="{41B186DD-ABD6-1E33-4093-96EE93A6177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6540" b="16547"/>
          <a:stretch/>
        </p:blipFill>
        <p:spPr>
          <a:xfrm>
            <a:off x="455936" y="3022600"/>
            <a:ext cx="2071514" cy="14442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46666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8" name="Google Shape;3318;p72"/>
          <p:cNvSpPr/>
          <p:nvPr/>
        </p:nvSpPr>
        <p:spPr>
          <a:xfrm rot="-2700000" flipH="1">
            <a:off x="6350016" y="-1114915"/>
            <a:ext cx="3345240" cy="3309839"/>
          </a:xfrm>
          <a:custGeom>
            <a:avLst/>
            <a:gdLst/>
            <a:ahLst/>
            <a:cxnLst/>
            <a:rect l="l" t="t" r="r" b="b"/>
            <a:pathLst>
              <a:path w="155698" h="154025" extrusionOk="0">
                <a:moveTo>
                  <a:pt x="93462" y="8032"/>
                </a:moveTo>
                <a:cubicBezTo>
                  <a:pt x="101617" y="9636"/>
                  <a:pt x="114584" y="5620"/>
                  <a:pt x="120332" y="9636"/>
                </a:cubicBezTo>
                <a:cubicBezTo>
                  <a:pt x="126080" y="13652"/>
                  <a:pt x="123741" y="26515"/>
                  <a:pt x="127952" y="32130"/>
                </a:cubicBezTo>
                <a:cubicBezTo>
                  <a:pt x="132163" y="37745"/>
                  <a:pt x="142390" y="37024"/>
                  <a:pt x="145598" y="43325"/>
                </a:cubicBezTo>
                <a:cubicBezTo>
                  <a:pt x="148807" y="49626"/>
                  <a:pt x="145545" y="61199"/>
                  <a:pt x="147203" y="69935"/>
                </a:cubicBezTo>
                <a:cubicBezTo>
                  <a:pt x="148861" y="78672"/>
                  <a:pt x="156895" y="88050"/>
                  <a:pt x="155545" y="95744"/>
                </a:cubicBezTo>
                <a:cubicBezTo>
                  <a:pt x="154195" y="103438"/>
                  <a:pt x="143166" y="109063"/>
                  <a:pt x="139102" y="116101"/>
                </a:cubicBezTo>
                <a:cubicBezTo>
                  <a:pt x="135038" y="123139"/>
                  <a:pt x="136763" y="134060"/>
                  <a:pt x="131161" y="137973"/>
                </a:cubicBezTo>
                <a:cubicBezTo>
                  <a:pt x="125560" y="141886"/>
                  <a:pt x="115386" y="136903"/>
                  <a:pt x="105493" y="139577"/>
                </a:cubicBezTo>
                <a:cubicBezTo>
                  <a:pt x="95600" y="142251"/>
                  <a:pt x="82433" y="154416"/>
                  <a:pt x="71805" y="154015"/>
                </a:cubicBezTo>
                <a:cubicBezTo>
                  <a:pt x="61177" y="153614"/>
                  <a:pt x="51886" y="141449"/>
                  <a:pt x="41726" y="137171"/>
                </a:cubicBezTo>
                <a:cubicBezTo>
                  <a:pt x="31566" y="132893"/>
                  <a:pt x="15872" y="135980"/>
                  <a:pt x="10845" y="128348"/>
                </a:cubicBezTo>
                <a:cubicBezTo>
                  <a:pt x="5819" y="120717"/>
                  <a:pt x="13372" y="102344"/>
                  <a:pt x="11567" y="91382"/>
                </a:cubicBezTo>
                <a:cubicBezTo>
                  <a:pt x="9762" y="80420"/>
                  <a:pt x="-465" y="70572"/>
                  <a:pt x="16" y="62575"/>
                </a:cubicBezTo>
                <a:cubicBezTo>
                  <a:pt x="497" y="54578"/>
                  <a:pt x="11380" y="51623"/>
                  <a:pt x="14455" y="43398"/>
                </a:cubicBezTo>
                <a:cubicBezTo>
                  <a:pt x="17530" y="35173"/>
                  <a:pt x="12650" y="18801"/>
                  <a:pt x="18465" y="13227"/>
                </a:cubicBezTo>
                <a:cubicBezTo>
                  <a:pt x="24280" y="7653"/>
                  <a:pt x="40523" y="12159"/>
                  <a:pt x="49346" y="9956"/>
                </a:cubicBezTo>
                <a:cubicBezTo>
                  <a:pt x="58169" y="7753"/>
                  <a:pt x="64051" y="332"/>
                  <a:pt x="71404" y="11"/>
                </a:cubicBezTo>
                <a:cubicBezTo>
                  <a:pt x="78757" y="-310"/>
                  <a:pt x="85307" y="6428"/>
                  <a:pt x="93462" y="8032"/>
                </a:cubicBezTo>
                <a:close/>
              </a:path>
            </a:pathLst>
          </a:custGeom>
          <a:solidFill>
            <a:srgbClr val="5D74FF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pic>
        <p:nvPicPr>
          <p:cNvPr id="3319" name="Google Shape;331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991056" y="-533463"/>
            <a:ext cx="2143799" cy="2146949"/>
          </a:xfrm>
          <a:prstGeom prst="rect">
            <a:avLst/>
          </a:prstGeom>
          <a:noFill/>
          <a:ln>
            <a:noFill/>
          </a:ln>
        </p:spPr>
      </p:pic>
      <p:sp>
        <p:nvSpPr>
          <p:cNvPr id="3320" name="Google Shape;3320;p72"/>
          <p:cNvSpPr txBox="1">
            <a:spLocks noGrp="1"/>
          </p:cNvSpPr>
          <p:nvPr>
            <p:ph type="title"/>
          </p:nvPr>
        </p:nvSpPr>
        <p:spPr>
          <a:xfrm>
            <a:off x="3963950" y="1111200"/>
            <a:ext cx="4423500" cy="12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Dashboard di Performance</a:t>
            </a:r>
          </a:p>
        </p:txBody>
      </p:sp>
      <p:sp>
        <p:nvSpPr>
          <p:cNvPr id="3321" name="Google Shape;3321;p72"/>
          <p:cNvSpPr txBox="1">
            <a:spLocks noGrp="1"/>
          </p:cNvSpPr>
          <p:nvPr>
            <p:ph type="subTitle" idx="1"/>
          </p:nvPr>
        </p:nvSpPr>
        <p:spPr>
          <a:xfrm>
            <a:off x="5160475" y="2365500"/>
            <a:ext cx="3060071" cy="152234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</a:pPr>
            <a:r>
              <a:rPr lang="it-IT" dirty="0"/>
              <a:t>Interroga i dati archiviati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</a:pPr>
            <a:r>
              <a:rPr lang="it-IT" dirty="0"/>
              <a:t>per monitorare metriche chiave. Offre una panoramica epidemiologica chiara e costante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</a:pPr>
            <a:r>
              <a:rPr lang="it-IT" dirty="0"/>
              <a:t>sull'andamento delle analisi</a:t>
            </a:r>
            <a:endParaRPr dirty="0"/>
          </a:p>
        </p:txBody>
      </p:sp>
      <p:pic>
        <p:nvPicPr>
          <p:cNvPr id="3323" name="Google Shape;332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305119" y="2668412"/>
            <a:ext cx="2143799" cy="2146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magine 2" descr="Immagine che contiene testo, schermata, numero, Carattere&#10;&#10;Descrizione generata automaticamente">
            <a:extLst>
              <a:ext uri="{FF2B5EF4-FFF2-40B4-BE49-F238E27FC236}">
                <a16:creationId xmlns:a16="http://schemas.microsoft.com/office/drawing/2014/main" id="{9ED84EBF-4590-3BE8-835B-D2C45DCB5D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550" y="1140600"/>
            <a:ext cx="3747399" cy="26689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7">
          <a:extLst>
            <a:ext uri="{FF2B5EF4-FFF2-40B4-BE49-F238E27FC236}">
              <a16:creationId xmlns:a16="http://schemas.microsoft.com/office/drawing/2014/main" id="{AE55E5D1-6FDE-41BC-0D05-403F99B72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9" name="Google Shape;3329;p73">
            <a:extLst>
              <a:ext uri="{FF2B5EF4-FFF2-40B4-BE49-F238E27FC236}">
                <a16:creationId xmlns:a16="http://schemas.microsoft.com/office/drawing/2014/main" id="{73697958-921F-A68A-1556-F9CE02DBD6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70180" y="28957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 dirty="0"/>
              <a:t>Integrazione DICOM nativa</a:t>
            </a:r>
            <a:endParaRPr sz="2000" dirty="0"/>
          </a:p>
        </p:txBody>
      </p:sp>
      <p:sp>
        <p:nvSpPr>
          <p:cNvPr id="3333" name="Google Shape;3333;p73">
            <a:extLst>
              <a:ext uri="{FF2B5EF4-FFF2-40B4-BE49-F238E27FC236}">
                <a16:creationId xmlns:a16="http://schemas.microsoft.com/office/drawing/2014/main" id="{AC66C253-D200-6C48-31AD-1A7ADDA52181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5110290" y="2906063"/>
            <a:ext cx="1747626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sz="2000" dirty="0"/>
              <a:t>Espansione della KB</a:t>
            </a:r>
            <a:endParaRPr sz="2000" dirty="0"/>
          </a:p>
        </p:txBody>
      </p:sp>
      <p:sp>
        <p:nvSpPr>
          <p:cNvPr id="3334" name="Google Shape;3334;p73">
            <a:extLst>
              <a:ext uri="{FF2B5EF4-FFF2-40B4-BE49-F238E27FC236}">
                <a16:creationId xmlns:a16="http://schemas.microsoft.com/office/drawing/2014/main" id="{F9D28423-01EA-BC64-8F47-BB1C6CCB654B}"/>
              </a:ext>
            </a:extLst>
          </p:cNvPr>
          <p:cNvSpPr/>
          <p:nvPr/>
        </p:nvSpPr>
        <p:spPr>
          <a:xfrm>
            <a:off x="2759411" y="1940818"/>
            <a:ext cx="782400" cy="7824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6" name="Google Shape;3336;p73">
            <a:extLst>
              <a:ext uri="{FF2B5EF4-FFF2-40B4-BE49-F238E27FC236}">
                <a16:creationId xmlns:a16="http://schemas.microsoft.com/office/drawing/2014/main" id="{4485F840-418D-F43F-DAC8-932F0524D374}"/>
              </a:ext>
            </a:extLst>
          </p:cNvPr>
          <p:cNvSpPr/>
          <p:nvPr/>
        </p:nvSpPr>
        <p:spPr>
          <a:xfrm>
            <a:off x="9052400" y="1927918"/>
            <a:ext cx="21600" cy="216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7" name="Google Shape;3337;p73">
            <a:extLst>
              <a:ext uri="{FF2B5EF4-FFF2-40B4-BE49-F238E27FC236}">
                <a16:creationId xmlns:a16="http://schemas.microsoft.com/office/drawing/2014/main" id="{DEC67EEA-E125-CA9A-195B-A4E69A809303}"/>
              </a:ext>
            </a:extLst>
          </p:cNvPr>
          <p:cNvSpPr/>
          <p:nvPr/>
        </p:nvSpPr>
        <p:spPr>
          <a:xfrm>
            <a:off x="5602190" y="1939542"/>
            <a:ext cx="782400" cy="7824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05F55DC-BADB-130A-0B75-935015D29840}"/>
              </a:ext>
            </a:extLst>
          </p:cNvPr>
          <p:cNvSpPr txBox="1"/>
          <p:nvPr/>
        </p:nvSpPr>
        <p:spPr>
          <a:xfrm>
            <a:off x="482400" y="414185"/>
            <a:ext cx="8204400" cy="996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dk1"/>
              </a:buClr>
              <a:buSzPts val="3500"/>
              <a:buFont typeface="Open Sans ExtraBold"/>
              <a:buNone/>
              <a:defRPr sz="3500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>
              <a:buClr>
                <a:schemeClr val="lt1"/>
              </a:buClr>
              <a:buSzPts val="3500"/>
              <a:buFont typeface="Open Sans ExtraBold"/>
              <a:buNone/>
              <a:defRPr sz="35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>
              <a:buClr>
                <a:schemeClr val="lt1"/>
              </a:buClr>
              <a:buSzPts val="3500"/>
              <a:buFont typeface="Open Sans ExtraBold"/>
              <a:buNone/>
              <a:defRPr sz="35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>
              <a:buClr>
                <a:schemeClr val="lt1"/>
              </a:buClr>
              <a:buSzPts val="3500"/>
              <a:buFont typeface="Open Sans ExtraBold"/>
              <a:buNone/>
              <a:defRPr sz="35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>
              <a:buClr>
                <a:schemeClr val="lt1"/>
              </a:buClr>
              <a:buSzPts val="3500"/>
              <a:buFont typeface="Open Sans ExtraBold"/>
              <a:buNone/>
              <a:defRPr sz="35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>
              <a:buClr>
                <a:schemeClr val="lt1"/>
              </a:buClr>
              <a:buSzPts val="3500"/>
              <a:buFont typeface="Open Sans ExtraBold"/>
              <a:buNone/>
              <a:defRPr sz="35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>
              <a:buClr>
                <a:schemeClr val="lt1"/>
              </a:buClr>
              <a:buSzPts val="3500"/>
              <a:buFont typeface="Open Sans ExtraBold"/>
              <a:buNone/>
              <a:defRPr sz="35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>
              <a:buClr>
                <a:schemeClr val="lt1"/>
              </a:buClr>
              <a:buSzPts val="3500"/>
              <a:buFont typeface="Open Sans ExtraBold"/>
              <a:buNone/>
              <a:defRPr sz="35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>
              <a:buClr>
                <a:schemeClr val="lt1"/>
              </a:buClr>
              <a:buSzPts val="3500"/>
              <a:buFont typeface="Open Sans ExtraBold"/>
              <a:buNone/>
              <a:defRPr sz="35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algn="ctr"/>
            <a:r>
              <a:rPr lang="it-IT" sz="3200" dirty="0"/>
              <a:t>Verso il Futuro:</a:t>
            </a:r>
          </a:p>
          <a:p>
            <a:pPr algn="ctr"/>
            <a:r>
              <a:rPr lang="it-IT" sz="3200" dirty="0"/>
              <a:t>DICOM e Diagnosi 360°</a:t>
            </a:r>
          </a:p>
        </p:txBody>
      </p:sp>
      <p:grpSp>
        <p:nvGrpSpPr>
          <p:cNvPr id="2" name="Google Shape;5067;p98">
            <a:extLst>
              <a:ext uri="{FF2B5EF4-FFF2-40B4-BE49-F238E27FC236}">
                <a16:creationId xmlns:a16="http://schemas.microsoft.com/office/drawing/2014/main" id="{46FA1F0C-DE25-BD64-58C7-EC0483208057}"/>
              </a:ext>
            </a:extLst>
          </p:cNvPr>
          <p:cNvGrpSpPr/>
          <p:nvPr/>
        </p:nvGrpSpPr>
        <p:grpSpPr>
          <a:xfrm>
            <a:off x="5789278" y="2072314"/>
            <a:ext cx="408223" cy="451229"/>
            <a:chOff x="1951027" y="1865589"/>
            <a:chExt cx="408223" cy="451229"/>
          </a:xfrm>
        </p:grpSpPr>
        <p:sp>
          <p:nvSpPr>
            <p:cNvPr id="4" name="Google Shape;5068;p98">
              <a:extLst>
                <a:ext uri="{FF2B5EF4-FFF2-40B4-BE49-F238E27FC236}">
                  <a16:creationId xmlns:a16="http://schemas.microsoft.com/office/drawing/2014/main" id="{4C759BB1-2CBA-5B34-7AA2-09000B4C9D99}"/>
                </a:ext>
              </a:extLst>
            </p:cNvPr>
            <p:cNvSpPr/>
            <p:nvPr/>
          </p:nvSpPr>
          <p:spPr>
            <a:xfrm>
              <a:off x="1951027" y="1908627"/>
              <a:ext cx="399321" cy="399289"/>
            </a:xfrm>
            <a:custGeom>
              <a:avLst/>
              <a:gdLst/>
              <a:ahLst/>
              <a:cxnLst/>
              <a:rect l="l" t="t" r="r" b="b"/>
              <a:pathLst>
                <a:path w="12470" h="12469" extrusionOk="0">
                  <a:moveTo>
                    <a:pt x="5795" y="0"/>
                  </a:moveTo>
                  <a:cubicBezTo>
                    <a:pt x="5609" y="93"/>
                    <a:pt x="882" y="3198"/>
                    <a:pt x="766" y="3291"/>
                  </a:cubicBezTo>
                  <a:cubicBezTo>
                    <a:pt x="302" y="4264"/>
                    <a:pt x="1" y="5307"/>
                    <a:pt x="1" y="6373"/>
                  </a:cubicBezTo>
                  <a:cubicBezTo>
                    <a:pt x="1" y="9270"/>
                    <a:pt x="1832" y="11588"/>
                    <a:pt x="4358" y="12468"/>
                  </a:cubicBezTo>
                  <a:cubicBezTo>
                    <a:pt x="4821" y="12376"/>
                    <a:pt x="6861" y="12376"/>
                    <a:pt x="6861" y="12376"/>
                  </a:cubicBezTo>
                  <a:cubicBezTo>
                    <a:pt x="9572" y="12376"/>
                    <a:pt x="12469" y="9942"/>
                    <a:pt x="12469" y="6373"/>
                  </a:cubicBezTo>
                  <a:cubicBezTo>
                    <a:pt x="12469" y="2897"/>
                    <a:pt x="8993" y="93"/>
                    <a:pt x="64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5069;p98">
              <a:extLst>
                <a:ext uri="{FF2B5EF4-FFF2-40B4-BE49-F238E27FC236}">
                  <a16:creationId xmlns:a16="http://schemas.microsoft.com/office/drawing/2014/main" id="{7B604397-4C4F-DB2C-BBD4-AD1F78277312}"/>
                </a:ext>
              </a:extLst>
            </p:cNvPr>
            <p:cNvSpPr/>
            <p:nvPr/>
          </p:nvSpPr>
          <p:spPr>
            <a:xfrm>
              <a:off x="2142522" y="1908627"/>
              <a:ext cx="216728" cy="408191"/>
            </a:xfrm>
            <a:custGeom>
              <a:avLst/>
              <a:gdLst/>
              <a:ahLst/>
              <a:cxnLst/>
              <a:rect l="l" t="t" r="r" b="b"/>
              <a:pathLst>
                <a:path w="6768" h="12747" extrusionOk="0">
                  <a:moveTo>
                    <a:pt x="0" y="0"/>
                  </a:moveTo>
                  <a:cubicBezTo>
                    <a:pt x="1553" y="93"/>
                    <a:pt x="3013" y="788"/>
                    <a:pt x="4056" y="1831"/>
                  </a:cubicBezTo>
                  <a:cubicBezTo>
                    <a:pt x="5214" y="2990"/>
                    <a:pt x="5910" y="4635"/>
                    <a:pt x="5910" y="6373"/>
                  </a:cubicBezTo>
                  <a:cubicBezTo>
                    <a:pt x="5910" y="8204"/>
                    <a:pt x="5214" y="9757"/>
                    <a:pt x="4056" y="10916"/>
                  </a:cubicBezTo>
                  <a:cubicBezTo>
                    <a:pt x="3013" y="11982"/>
                    <a:pt x="1738" y="12654"/>
                    <a:pt x="0" y="12747"/>
                  </a:cubicBezTo>
                  <a:cubicBezTo>
                    <a:pt x="116" y="12747"/>
                    <a:pt x="1066" y="12747"/>
                    <a:pt x="3013" y="12260"/>
                  </a:cubicBezTo>
                  <a:cubicBezTo>
                    <a:pt x="3384" y="12074"/>
                    <a:pt x="3778" y="11889"/>
                    <a:pt x="4172" y="11588"/>
                  </a:cubicBezTo>
                  <a:cubicBezTo>
                    <a:pt x="4264" y="11310"/>
                    <a:pt x="5701" y="9085"/>
                    <a:pt x="6489" y="8320"/>
                  </a:cubicBezTo>
                  <a:cubicBezTo>
                    <a:pt x="6675" y="7741"/>
                    <a:pt x="6767" y="7045"/>
                    <a:pt x="6767" y="6373"/>
                  </a:cubicBezTo>
                  <a:cubicBezTo>
                    <a:pt x="6767" y="4635"/>
                    <a:pt x="6095" y="2990"/>
                    <a:pt x="4936" y="1831"/>
                  </a:cubicBezTo>
                  <a:cubicBezTo>
                    <a:pt x="3778" y="672"/>
                    <a:pt x="2132" y="0"/>
                    <a:pt x="3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070;p98">
              <a:extLst>
                <a:ext uri="{FF2B5EF4-FFF2-40B4-BE49-F238E27FC236}">
                  <a16:creationId xmlns:a16="http://schemas.microsoft.com/office/drawing/2014/main" id="{A294650C-AAB4-F369-7424-60DF587D8A13}"/>
                </a:ext>
              </a:extLst>
            </p:cNvPr>
            <p:cNvSpPr/>
            <p:nvPr/>
          </p:nvSpPr>
          <p:spPr>
            <a:xfrm>
              <a:off x="2216718" y="1865589"/>
              <a:ext cx="89823" cy="43070"/>
            </a:xfrm>
            <a:custGeom>
              <a:avLst/>
              <a:gdLst/>
              <a:ahLst/>
              <a:cxnLst/>
              <a:rect l="l" t="t" r="r" b="b"/>
              <a:pathLst>
                <a:path w="2805" h="1345" extrusionOk="0">
                  <a:moveTo>
                    <a:pt x="1368" y="0"/>
                  </a:moveTo>
                  <a:cubicBezTo>
                    <a:pt x="1067" y="0"/>
                    <a:pt x="789" y="0"/>
                    <a:pt x="580" y="93"/>
                  </a:cubicBezTo>
                  <a:cubicBezTo>
                    <a:pt x="395" y="394"/>
                    <a:pt x="116" y="672"/>
                    <a:pt x="1" y="973"/>
                  </a:cubicBezTo>
                  <a:cubicBezTo>
                    <a:pt x="1" y="1159"/>
                    <a:pt x="209" y="1252"/>
                    <a:pt x="209" y="1344"/>
                  </a:cubicBezTo>
                  <a:cubicBezTo>
                    <a:pt x="487" y="1159"/>
                    <a:pt x="974" y="973"/>
                    <a:pt x="1368" y="973"/>
                  </a:cubicBezTo>
                  <a:cubicBezTo>
                    <a:pt x="1646" y="973"/>
                    <a:pt x="1947" y="1066"/>
                    <a:pt x="2225" y="1159"/>
                  </a:cubicBezTo>
                  <a:cubicBezTo>
                    <a:pt x="2318" y="1252"/>
                    <a:pt x="2527" y="1252"/>
                    <a:pt x="2619" y="1344"/>
                  </a:cubicBezTo>
                  <a:cubicBezTo>
                    <a:pt x="2619" y="1159"/>
                    <a:pt x="2805" y="1066"/>
                    <a:pt x="2805" y="858"/>
                  </a:cubicBezTo>
                  <a:cubicBezTo>
                    <a:pt x="2712" y="672"/>
                    <a:pt x="2318" y="394"/>
                    <a:pt x="2225" y="93"/>
                  </a:cubicBezTo>
                  <a:cubicBezTo>
                    <a:pt x="1947" y="0"/>
                    <a:pt x="1646" y="0"/>
                    <a:pt x="13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071;p98">
              <a:extLst>
                <a:ext uri="{FF2B5EF4-FFF2-40B4-BE49-F238E27FC236}">
                  <a16:creationId xmlns:a16="http://schemas.microsoft.com/office/drawing/2014/main" id="{B7386BB4-13D0-DBA0-7BE6-582B73DCE6A8}"/>
                </a:ext>
              </a:extLst>
            </p:cNvPr>
            <p:cNvSpPr/>
            <p:nvPr/>
          </p:nvSpPr>
          <p:spPr>
            <a:xfrm>
              <a:off x="2195199" y="1868535"/>
              <a:ext cx="132861" cy="276674"/>
            </a:xfrm>
            <a:custGeom>
              <a:avLst/>
              <a:gdLst/>
              <a:ahLst/>
              <a:cxnLst/>
              <a:rect l="l" t="t" r="r" b="b"/>
              <a:pathLst>
                <a:path w="4149" h="8640" extrusionOk="0">
                  <a:moveTo>
                    <a:pt x="1252" y="1"/>
                  </a:moveTo>
                  <a:cubicBezTo>
                    <a:pt x="974" y="94"/>
                    <a:pt x="788" y="302"/>
                    <a:pt x="580" y="488"/>
                  </a:cubicBezTo>
                  <a:cubicBezTo>
                    <a:pt x="209" y="881"/>
                    <a:pt x="0" y="1345"/>
                    <a:pt x="0" y="1924"/>
                  </a:cubicBezTo>
                  <a:lnTo>
                    <a:pt x="0" y="2040"/>
                  </a:lnTo>
                  <a:cubicBezTo>
                    <a:pt x="0" y="4149"/>
                    <a:pt x="2805" y="7718"/>
                    <a:pt x="3477" y="8599"/>
                  </a:cubicBezTo>
                  <a:cubicBezTo>
                    <a:pt x="3477" y="8630"/>
                    <a:pt x="3487" y="8640"/>
                    <a:pt x="3501" y="8640"/>
                  </a:cubicBezTo>
                  <a:cubicBezTo>
                    <a:pt x="3528" y="8640"/>
                    <a:pt x="3569" y="8599"/>
                    <a:pt x="3569" y="8599"/>
                  </a:cubicBezTo>
                  <a:lnTo>
                    <a:pt x="4149" y="7347"/>
                  </a:lnTo>
                  <a:lnTo>
                    <a:pt x="4149" y="7255"/>
                  </a:lnTo>
                  <a:lnTo>
                    <a:pt x="2040" y="4056"/>
                  </a:lnTo>
                  <a:lnTo>
                    <a:pt x="1368" y="2990"/>
                  </a:lnTo>
                  <a:cubicBezTo>
                    <a:pt x="1368" y="2990"/>
                    <a:pt x="394" y="1345"/>
                    <a:pt x="12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072;p98">
              <a:extLst>
                <a:ext uri="{FF2B5EF4-FFF2-40B4-BE49-F238E27FC236}">
                  <a16:creationId xmlns:a16="http://schemas.microsoft.com/office/drawing/2014/main" id="{4833D027-5E68-8B6E-0A11-6672CE25B952}"/>
                </a:ext>
              </a:extLst>
            </p:cNvPr>
            <p:cNvSpPr/>
            <p:nvPr/>
          </p:nvSpPr>
          <p:spPr>
            <a:xfrm>
              <a:off x="2195199" y="1868535"/>
              <a:ext cx="123959" cy="265723"/>
            </a:xfrm>
            <a:custGeom>
              <a:avLst/>
              <a:gdLst/>
              <a:ahLst/>
              <a:cxnLst/>
              <a:rect l="l" t="t" r="r" b="b"/>
              <a:pathLst>
                <a:path w="3871" h="8298" extrusionOk="0">
                  <a:moveTo>
                    <a:pt x="2897" y="1"/>
                  </a:moveTo>
                  <a:lnTo>
                    <a:pt x="2897" y="1"/>
                  </a:lnTo>
                  <a:cubicBezTo>
                    <a:pt x="3199" y="488"/>
                    <a:pt x="3291" y="881"/>
                    <a:pt x="3291" y="1252"/>
                  </a:cubicBezTo>
                  <a:cubicBezTo>
                    <a:pt x="3291" y="2226"/>
                    <a:pt x="2805" y="2990"/>
                    <a:pt x="2805" y="2990"/>
                  </a:cubicBezTo>
                  <a:lnTo>
                    <a:pt x="2040" y="4056"/>
                  </a:lnTo>
                  <a:lnTo>
                    <a:pt x="0" y="7255"/>
                  </a:lnTo>
                  <a:lnTo>
                    <a:pt x="0" y="7347"/>
                  </a:lnTo>
                  <a:lnTo>
                    <a:pt x="302" y="8019"/>
                  </a:lnTo>
                  <a:lnTo>
                    <a:pt x="580" y="8297"/>
                  </a:lnTo>
                  <a:cubicBezTo>
                    <a:pt x="2990" y="5123"/>
                    <a:pt x="3871" y="1832"/>
                    <a:pt x="3871" y="1832"/>
                  </a:cubicBezTo>
                  <a:cubicBezTo>
                    <a:pt x="3871" y="1252"/>
                    <a:pt x="3106" y="94"/>
                    <a:pt x="28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073;p98">
              <a:extLst>
                <a:ext uri="{FF2B5EF4-FFF2-40B4-BE49-F238E27FC236}">
                  <a16:creationId xmlns:a16="http://schemas.microsoft.com/office/drawing/2014/main" id="{2943B771-4943-BAF8-EA0F-25364A5D6FF3}"/>
                </a:ext>
              </a:extLst>
            </p:cNvPr>
            <p:cNvSpPr/>
            <p:nvPr/>
          </p:nvSpPr>
          <p:spPr>
            <a:xfrm>
              <a:off x="2204838" y="1868535"/>
              <a:ext cx="123223" cy="276674"/>
            </a:xfrm>
            <a:custGeom>
              <a:avLst/>
              <a:gdLst/>
              <a:ahLst/>
              <a:cxnLst/>
              <a:rect l="l" t="t" r="r" b="b"/>
              <a:pathLst>
                <a:path w="3848" h="8640" extrusionOk="0">
                  <a:moveTo>
                    <a:pt x="2596" y="1"/>
                  </a:moveTo>
                  <a:lnTo>
                    <a:pt x="2596" y="1"/>
                  </a:lnTo>
                  <a:cubicBezTo>
                    <a:pt x="2898" y="488"/>
                    <a:pt x="2990" y="881"/>
                    <a:pt x="2990" y="1252"/>
                  </a:cubicBezTo>
                  <a:lnTo>
                    <a:pt x="2990" y="1646"/>
                  </a:lnTo>
                  <a:lnTo>
                    <a:pt x="2990" y="2040"/>
                  </a:lnTo>
                  <a:cubicBezTo>
                    <a:pt x="2990" y="3778"/>
                    <a:pt x="1067" y="6559"/>
                    <a:pt x="1" y="8019"/>
                  </a:cubicBezTo>
                  <a:lnTo>
                    <a:pt x="186" y="8599"/>
                  </a:lnTo>
                  <a:cubicBezTo>
                    <a:pt x="248" y="8599"/>
                    <a:pt x="269" y="8640"/>
                    <a:pt x="303" y="8640"/>
                  </a:cubicBezTo>
                  <a:cubicBezTo>
                    <a:pt x="320" y="8640"/>
                    <a:pt x="341" y="8630"/>
                    <a:pt x="372" y="8599"/>
                  </a:cubicBezTo>
                  <a:cubicBezTo>
                    <a:pt x="1067" y="7718"/>
                    <a:pt x="3755" y="4149"/>
                    <a:pt x="3848" y="2040"/>
                  </a:cubicBezTo>
                  <a:lnTo>
                    <a:pt x="3848" y="1924"/>
                  </a:lnTo>
                  <a:cubicBezTo>
                    <a:pt x="3848" y="1345"/>
                    <a:pt x="3570" y="881"/>
                    <a:pt x="3268" y="488"/>
                  </a:cubicBezTo>
                  <a:cubicBezTo>
                    <a:pt x="3083" y="302"/>
                    <a:pt x="2805" y="94"/>
                    <a:pt x="25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5074;p98">
              <a:extLst>
                <a:ext uri="{FF2B5EF4-FFF2-40B4-BE49-F238E27FC236}">
                  <a16:creationId xmlns:a16="http://schemas.microsoft.com/office/drawing/2014/main" id="{7AE32F40-8148-C25F-9145-7FB2FADFC671}"/>
                </a:ext>
              </a:extLst>
            </p:cNvPr>
            <p:cNvSpPr/>
            <p:nvPr/>
          </p:nvSpPr>
          <p:spPr>
            <a:xfrm>
              <a:off x="2257547" y="2178001"/>
              <a:ext cx="70514" cy="83162"/>
            </a:xfrm>
            <a:custGeom>
              <a:avLst/>
              <a:gdLst/>
              <a:ahLst/>
              <a:cxnLst/>
              <a:rect l="l" t="t" r="r" b="b"/>
              <a:pathLst>
                <a:path w="2202" h="2597" extrusionOk="0">
                  <a:moveTo>
                    <a:pt x="1043" y="1"/>
                  </a:moveTo>
                  <a:cubicBezTo>
                    <a:pt x="858" y="1"/>
                    <a:pt x="672" y="94"/>
                    <a:pt x="580" y="279"/>
                  </a:cubicBezTo>
                  <a:lnTo>
                    <a:pt x="0" y="1438"/>
                  </a:lnTo>
                  <a:lnTo>
                    <a:pt x="0" y="1924"/>
                  </a:lnTo>
                  <a:lnTo>
                    <a:pt x="371" y="2596"/>
                  </a:lnTo>
                  <a:cubicBezTo>
                    <a:pt x="371" y="2596"/>
                    <a:pt x="1252" y="2318"/>
                    <a:pt x="1437" y="2017"/>
                  </a:cubicBezTo>
                  <a:cubicBezTo>
                    <a:pt x="2202" y="1345"/>
                    <a:pt x="2016" y="1"/>
                    <a:pt x="20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5075;p98">
              <a:extLst>
                <a:ext uri="{FF2B5EF4-FFF2-40B4-BE49-F238E27FC236}">
                  <a16:creationId xmlns:a16="http://schemas.microsoft.com/office/drawing/2014/main" id="{0B1D2A97-70FA-08B9-A91F-04B733F5F89C}"/>
                </a:ext>
              </a:extLst>
            </p:cNvPr>
            <p:cNvSpPr/>
            <p:nvPr/>
          </p:nvSpPr>
          <p:spPr>
            <a:xfrm>
              <a:off x="2269427" y="2175055"/>
              <a:ext cx="80921" cy="104650"/>
            </a:xfrm>
            <a:custGeom>
              <a:avLst/>
              <a:gdLst/>
              <a:ahLst/>
              <a:cxnLst/>
              <a:rect l="l" t="t" r="r" b="b"/>
              <a:pathLst>
                <a:path w="2527" h="3268" extrusionOk="0">
                  <a:moveTo>
                    <a:pt x="2526" y="0"/>
                  </a:moveTo>
                  <a:lnTo>
                    <a:pt x="1645" y="93"/>
                  </a:lnTo>
                  <a:cubicBezTo>
                    <a:pt x="1367" y="1043"/>
                    <a:pt x="788" y="1924"/>
                    <a:pt x="93" y="2596"/>
                  </a:cubicBezTo>
                  <a:cubicBezTo>
                    <a:pt x="93" y="2688"/>
                    <a:pt x="0" y="2688"/>
                    <a:pt x="0" y="2688"/>
                  </a:cubicBezTo>
                  <a:lnTo>
                    <a:pt x="209" y="3268"/>
                  </a:lnTo>
                  <a:cubicBezTo>
                    <a:pt x="487" y="3082"/>
                    <a:pt x="672" y="2897"/>
                    <a:pt x="973" y="2596"/>
                  </a:cubicBezTo>
                  <a:cubicBezTo>
                    <a:pt x="1645" y="1924"/>
                    <a:pt x="2225" y="1043"/>
                    <a:pt x="25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5076;p98">
              <a:extLst>
                <a:ext uri="{FF2B5EF4-FFF2-40B4-BE49-F238E27FC236}">
                  <a16:creationId xmlns:a16="http://schemas.microsoft.com/office/drawing/2014/main" id="{F865B7E3-8EC9-1535-7620-09B85BB68357}"/>
                </a:ext>
              </a:extLst>
            </p:cNvPr>
            <p:cNvSpPr/>
            <p:nvPr/>
          </p:nvSpPr>
          <p:spPr>
            <a:xfrm>
              <a:off x="2090549" y="2273748"/>
              <a:ext cx="138818" cy="43070"/>
            </a:xfrm>
            <a:custGeom>
              <a:avLst/>
              <a:gdLst/>
              <a:ahLst/>
              <a:cxnLst/>
              <a:rect l="l" t="t" r="r" b="b"/>
              <a:pathLst>
                <a:path w="4335" h="1345" extrusionOk="0">
                  <a:moveTo>
                    <a:pt x="3570" y="0"/>
                  </a:moveTo>
                  <a:lnTo>
                    <a:pt x="858" y="93"/>
                  </a:lnTo>
                  <a:cubicBezTo>
                    <a:pt x="766" y="93"/>
                    <a:pt x="580" y="186"/>
                    <a:pt x="464" y="394"/>
                  </a:cubicBezTo>
                  <a:lnTo>
                    <a:pt x="1" y="1066"/>
                  </a:lnTo>
                  <a:cubicBezTo>
                    <a:pt x="580" y="1252"/>
                    <a:pt x="1044" y="1345"/>
                    <a:pt x="1623" y="1345"/>
                  </a:cubicBezTo>
                  <a:lnTo>
                    <a:pt x="2202" y="1345"/>
                  </a:lnTo>
                  <a:cubicBezTo>
                    <a:pt x="3755" y="1159"/>
                    <a:pt x="4335" y="580"/>
                    <a:pt x="4335" y="580"/>
                  </a:cubicBezTo>
                  <a:lnTo>
                    <a:pt x="3941" y="186"/>
                  </a:lnTo>
                  <a:cubicBezTo>
                    <a:pt x="3848" y="0"/>
                    <a:pt x="3755" y="0"/>
                    <a:pt x="35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5077;p98">
              <a:extLst>
                <a:ext uri="{FF2B5EF4-FFF2-40B4-BE49-F238E27FC236}">
                  <a16:creationId xmlns:a16="http://schemas.microsoft.com/office/drawing/2014/main" id="{F1DD77FA-FBE2-366D-2505-CE1A4663FBB2}"/>
                </a:ext>
              </a:extLst>
            </p:cNvPr>
            <p:cNvSpPr/>
            <p:nvPr/>
          </p:nvSpPr>
          <p:spPr>
            <a:xfrm>
              <a:off x="2142522" y="2292289"/>
              <a:ext cx="96484" cy="24529"/>
            </a:xfrm>
            <a:custGeom>
              <a:avLst/>
              <a:gdLst/>
              <a:ahLst/>
              <a:cxnLst/>
              <a:rect l="l" t="t" r="r" b="b"/>
              <a:pathLst>
                <a:path w="3013" h="766" extrusionOk="0">
                  <a:moveTo>
                    <a:pt x="2712" y="1"/>
                  </a:moveTo>
                  <a:cubicBezTo>
                    <a:pt x="1947" y="487"/>
                    <a:pt x="973" y="766"/>
                    <a:pt x="0" y="766"/>
                  </a:cubicBezTo>
                  <a:lnTo>
                    <a:pt x="394" y="766"/>
                  </a:lnTo>
                  <a:cubicBezTo>
                    <a:pt x="1367" y="766"/>
                    <a:pt x="2225" y="580"/>
                    <a:pt x="3013" y="279"/>
                  </a:cubicBezTo>
                  <a:lnTo>
                    <a:pt x="27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5078;p98">
              <a:extLst>
                <a:ext uri="{FF2B5EF4-FFF2-40B4-BE49-F238E27FC236}">
                  <a16:creationId xmlns:a16="http://schemas.microsoft.com/office/drawing/2014/main" id="{7893503A-4694-1E59-2FFB-0D58D5367E39}"/>
                </a:ext>
              </a:extLst>
            </p:cNvPr>
            <p:cNvSpPr/>
            <p:nvPr/>
          </p:nvSpPr>
          <p:spPr>
            <a:xfrm>
              <a:off x="1975524" y="1914744"/>
              <a:ext cx="158095" cy="319104"/>
            </a:xfrm>
            <a:custGeom>
              <a:avLst/>
              <a:gdLst/>
              <a:ahLst/>
              <a:cxnLst/>
              <a:rect l="l" t="t" r="r" b="b"/>
              <a:pathLst>
                <a:path w="4937" h="9965" extrusionOk="0">
                  <a:moveTo>
                    <a:pt x="4258" y="0"/>
                  </a:moveTo>
                  <a:cubicBezTo>
                    <a:pt x="4230" y="0"/>
                    <a:pt x="4202" y="6"/>
                    <a:pt x="4172" y="18"/>
                  </a:cubicBezTo>
                  <a:cubicBezTo>
                    <a:pt x="3013" y="203"/>
                    <a:pt x="1947" y="875"/>
                    <a:pt x="1067" y="1640"/>
                  </a:cubicBezTo>
                  <a:cubicBezTo>
                    <a:pt x="696" y="2127"/>
                    <a:pt x="302" y="2613"/>
                    <a:pt x="1" y="3100"/>
                  </a:cubicBezTo>
                  <a:lnTo>
                    <a:pt x="1067" y="3007"/>
                  </a:lnTo>
                  <a:cubicBezTo>
                    <a:pt x="1275" y="3007"/>
                    <a:pt x="1461" y="3100"/>
                    <a:pt x="1553" y="3286"/>
                  </a:cubicBezTo>
                  <a:lnTo>
                    <a:pt x="1947" y="4352"/>
                  </a:lnTo>
                  <a:cubicBezTo>
                    <a:pt x="2040" y="4537"/>
                    <a:pt x="1947" y="4653"/>
                    <a:pt x="1855" y="4838"/>
                  </a:cubicBezTo>
                  <a:lnTo>
                    <a:pt x="974" y="5696"/>
                  </a:lnTo>
                  <a:cubicBezTo>
                    <a:pt x="881" y="5812"/>
                    <a:pt x="881" y="5904"/>
                    <a:pt x="881" y="5997"/>
                  </a:cubicBezTo>
                  <a:lnTo>
                    <a:pt x="881" y="7156"/>
                  </a:lnTo>
                  <a:cubicBezTo>
                    <a:pt x="974" y="7341"/>
                    <a:pt x="1067" y="7550"/>
                    <a:pt x="1275" y="7550"/>
                  </a:cubicBezTo>
                  <a:lnTo>
                    <a:pt x="2434" y="7921"/>
                  </a:lnTo>
                  <a:cubicBezTo>
                    <a:pt x="2527" y="7921"/>
                    <a:pt x="2619" y="7921"/>
                    <a:pt x="2619" y="8013"/>
                  </a:cubicBezTo>
                  <a:lnTo>
                    <a:pt x="3964" y="9960"/>
                  </a:lnTo>
                  <a:cubicBezTo>
                    <a:pt x="3964" y="9960"/>
                    <a:pt x="4000" y="9964"/>
                    <a:pt x="4058" y="9964"/>
                  </a:cubicBezTo>
                  <a:cubicBezTo>
                    <a:pt x="4267" y="9964"/>
                    <a:pt x="4752" y="9907"/>
                    <a:pt x="4752" y="9381"/>
                  </a:cubicBezTo>
                  <a:lnTo>
                    <a:pt x="4265" y="7248"/>
                  </a:lnTo>
                  <a:cubicBezTo>
                    <a:pt x="4265" y="7156"/>
                    <a:pt x="4937" y="5603"/>
                    <a:pt x="4844" y="5510"/>
                  </a:cubicBezTo>
                  <a:cubicBezTo>
                    <a:pt x="4844" y="5510"/>
                    <a:pt x="4358" y="4352"/>
                    <a:pt x="4172" y="4352"/>
                  </a:cubicBezTo>
                  <a:lnTo>
                    <a:pt x="3685" y="4166"/>
                  </a:lnTo>
                  <a:lnTo>
                    <a:pt x="3477" y="4166"/>
                  </a:lnTo>
                  <a:cubicBezTo>
                    <a:pt x="3292" y="4166"/>
                    <a:pt x="3106" y="4073"/>
                    <a:pt x="3106" y="3865"/>
                  </a:cubicBezTo>
                  <a:lnTo>
                    <a:pt x="2619" y="2915"/>
                  </a:lnTo>
                  <a:cubicBezTo>
                    <a:pt x="2619" y="2706"/>
                    <a:pt x="2712" y="2428"/>
                    <a:pt x="2898" y="2335"/>
                  </a:cubicBezTo>
                  <a:lnTo>
                    <a:pt x="3106" y="2219"/>
                  </a:lnTo>
                  <a:cubicBezTo>
                    <a:pt x="3155" y="2195"/>
                    <a:pt x="3212" y="2184"/>
                    <a:pt x="3271" y="2184"/>
                  </a:cubicBezTo>
                  <a:cubicBezTo>
                    <a:pt x="3436" y="2184"/>
                    <a:pt x="3617" y="2274"/>
                    <a:pt x="3685" y="2428"/>
                  </a:cubicBezTo>
                  <a:lnTo>
                    <a:pt x="3778" y="2428"/>
                  </a:lnTo>
                  <a:lnTo>
                    <a:pt x="4172" y="2521"/>
                  </a:lnTo>
                  <a:cubicBezTo>
                    <a:pt x="4358" y="2428"/>
                    <a:pt x="4636" y="2219"/>
                    <a:pt x="4543" y="2034"/>
                  </a:cubicBezTo>
                  <a:lnTo>
                    <a:pt x="4358" y="1269"/>
                  </a:lnTo>
                  <a:cubicBezTo>
                    <a:pt x="4265" y="1061"/>
                    <a:pt x="4543" y="481"/>
                    <a:pt x="4636" y="389"/>
                  </a:cubicBezTo>
                  <a:cubicBezTo>
                    <a:pt x="4636" y="389"/>
                    <a:pt x="4488" y="0"/>
                    <a:pt x="42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5079;p98">
              <a:extLst>
                <a:ext uri="{FF2B5EF4-FFF2-40B4-BE49-F238E27FC236}">
                  <a16:creationId xmlns:a16="http://schemas.microsoft.com/office/drawing/2014/main" id="{026DEAC0-AD67-CF0F-2EAA-4A2FEF4F4091}"/>
                </a:ext>
              </a:extLst>
            </p:cNvPr>
            <p:cNvSpPr/>
            <p:nvPr/>
          </p:nvSpPr>
          <p:spPr>
            <a:xfrm>
              <a:off x="2093527" y="2048149"/>
              <a:ext cx="52709" cy="191495"/>
            </a:xfrm>
            <a:custGeom>
              <a:avLst/>
              <a:gdLst/>
              <a:ahLst/>
              <a:cxnLst/>
              <a:rect l="l" t="t" r="r" b="b"/>
              <a:pathLst>
                <a:path w="1646" h="5980" extrusionOk="0">
                  <a:moveTo>
                    <a:pt x="0" y="0"/>
                  </a:moveTo>
                  <a:lnTo>
                    <a:pt x="36" y="4"/>
                  </a:lnTo>
                  <a:lnTo>
                    <a:pt x="36" y="4"/>
                  </a:lnTo>
                  <a:cubicBezTo>
                    <a:pt x="24" y="2"/>
                    <a:pt x="12" y="0"/>
                    <a:pt x="0" y="0"/>
                  </a:cubicBezTo>
                  <a:close/>
                  <a:moveTo>
                    <a:pt x="36" y="4"/>
                  </a:moveTo>
                  <a:cubicBezTo>
                    <a:pt x="117" y="24"/>
                    <a:pt x="198" y="105"/>
                    <a:pt x="279" y="186"/>
                  </a:cubicBezTo>
                  <a:lnTo>
                    <a:pt x="765" y="1159"/>
                  </a:lnTo>
                  <a:cubicBezTo>
                    <a:pt x="765" y="1344"/>
                    <a:pt x="765" y="1530"/>
                    <a:pt x="673" y="1646"/>
                  </a:cubicBezTo>
                  <a:lnTo>
                    <a:pt x="93" y="2503"/>
                  </a:lnTo>
                  <a:cubicBezTo>
                    <a:pt x="0" y="2596"/>
                    <a:pt x="0" y="2804"/>
                    <a:pt x="0" y="2897"/>
                  </a:cubicBezTo>
                  <a:lnTo>
                    <a:pt x="673" y="5122"/>
                  </a:lnTo>
                  <a:cubicBezTo>
                    <a:pt x="673" y="5400"/>
                    <a:pt x="580" y="5585"/>
                    <a:pt x="371" y="5701"/>
                  </a:cubicBezTo>
                  <a:lnTo>
                    <a:pt x="279" y="5794"/>
                  </a:lnTo>
                  <a:cubicBezTo>
                    <a:pt x="371" y="5979"/>
                    <a:pt x="580" y="5979"/>
                    <a:pt x="765" y="5979"/>
                  </a:cubicBezTo>
                  <a:lnTo>
                    <a:pt x="1252" y="5701"/>
                  </a:lnTo>
                  <a:cubicBezTo>
                    <a:pt x="1437" y="5585"/>
                    <a:pt x="1530" y="5400"/>
                    <a:pt x="1530" y="5215"/>
                  </a:cubicBezTo>
                  <a:lnTo>
                    <a:pt x="858" y="2897"/>
                  </a:lnTo>
                  <a:cubicBezTo>
                    <a:pt x="765" y="2804"/>
                    <a:pt x="858" y="2688"/>
                    <a:pt x="858" y="2596"/>
                  </a:cubicBezTo>
                  <a:lnTo>
                    <a:pt x="1530" y="1738"/>
                  </a:lnTo>
                  <a:cubicBezTo>
                    <a:pt x="1646" y="1530"/>
                    <a:pt x="1646" y="1437"/>
                    <a:pt x="1530" y="1252"/>
                  </a:cubicBezTo>
                  <a:lnTo>
                    <a:pt x="1159" y="278"/>
                  </a:lnTo>
                  <a:cubicBezTo>
                    <a:pt x="1067" y="186"/>
                    <a:pt x="858" y="93"/>
                    <a:pt x="765" y="93"/>
                  </a:cubicBezTo>
                  <a:lnTo>
                    <a:pt x="36" y="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5080;p98">
              <a:extLst>
                <a:ext uri="{FF2B5EF4-FFF2-40B4-BE49-F238E27FC236}">
                  <a16:creationId xmlns:a16="http://schemas.microsoft.com/office/drawing/2014/main" id="{D05CE77F-A97B-508C-A64B-78CAF2BF887A}"/>
                </a:ext>
              </a:extLst>
            </p:cNvPr>
            <p:cNvSpPr/>
            <p:nvPr/>
          </p:nvSpPr>
          <p:spPr>
            <a:xfrm>
              <a:off x="2093527" y="1908627"/>
              <a:ext cx="46048" cy="91776"/>
            </a:xfrm>
            <a:custGeom>
              <a:avLst/>
              <a:gdLst/>
              <a:ahLst/>
              <a:cxnLst/>
              <a:rect l="l" t="t" r="r" b="b"/>
              <a:pathLst>
                <a:path w="1438" h="2866" extrusionOk="0">
                  <a:moveTo>
                    <a:pt x="1345" y="0"/>
                  </a:moveTo>
                  <a:cubicBezTo>
                    <a:pt x="1067" y="93"/>
                    <a:pt x="765" y="93"/>
                    <a:pt x="487" y="209"/>
                  </a:cubicBezTo>
                  <a:lnTo>
                    <a:pt x="580" y="209"/>
                  </a:lnTo>
                  <a:cubicBezTo>
                    <a:pt x="580" y="394"/>
                    <a:pt x="580" y="487"/>
                    <a:pt x="487" y="580"/>
                  </a:cubicBezTo>
                  <a:lnTo>
                    <a:pt x="93" y="1066"/>
                  </a:lnTo>
                  <a:cubicBezTo>
                    <a:pt x="93" y="1159"/>
                    <a:pt x="0" y="1252"/>
                    <a:pt x="93" y="1460"/>
                  </a:cubicBezTo>
                  <a:lnTo>
                    <a:pt x="279" y="2132"/>
                  </a:lnTo>
                  <a:cubicBezTo>
                    <a:pt x="371" y="2318"/>
                    <a:pt x="279" y="2526"/>
                    <a:pt x="93" y="2619"/>
                  </a:cubicBezTo>
                  <a:lnTo>
                    <a:pt x="93" y="2712"/>
                  </a:lnTo>
                  <a:cubicBezTo>
                    <a:pt x="147" y="2820"/>
                    <a:pt x="273" y="2865"/>
                    <a:pt x="406" y="2865"/>
                  </a:cubicBezTo>
                  <a:cubicBezTo>
                    <a:pt x="499" y="2865"/>
                    <a:pt x="596" y="2843"/>
                    <a:pt x="673" y="2804"/>
                  </a:cubicBezTo>
                  <a:lnTo>
                    <a:pt x="858" y="2712"/>
                  </a:lnTo>
                  <a:cubicBezTo>
                    <a:pt x="1067" y="2619"/>
                    <a:pt x="1159" y="2410"/>
                    <a:pt x="1159" y="2225"/>
                  </a:cubicBezTo>
                  <a:lnTo>
                    <a:pt x="951" y="1460"/>
                  </a:lnTo>
                  <a:cubicBezTo>
                    <a:pt x="858" y="1368"/>
                    <a:pt x="858" y="1159"/>
                    <a:pt x="951" y="1066"/>
                  </a:cubicBezTo>
                  <a:lnTo>
                    <a:pt x="1345" y="672"/>
                  </a:lnTo>
                  <a:cubicBezTo>
                    <a:pt x="1437" y="580"/>
                    <a:pt x="1437" y="394"/>
                    <a:pt x="1437" y="302"/>
                  </a:cubicBezTo>
                  <a:lnTo>
                    <a:pt x="134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" name="Google Shape;4171;p83">
            <a:extLst>
              <a:ext uri="{FF2B5EF4-FFF2-40B4-BE49-F238E27FC236}">
                <a16:creationId xmlns:a16="http://schemas.microsoft.com/office/drawing/2014/main" id="{84A7548F-4F3F-7990-BC11-90C8D6B5E36E}"/>
              </a:ext>
            </a:extLst>
          </p:cNvPr>
          <p:cNvGrpSpPr/>
          <p:nvPr/>
        </p:nvGrpSpPr>
        <p:grpSpPr>
          <a:xfrm>
            <a:off x="2924998" y="2072314"/>
            <a:ext cx="426764" cy="457922"/>
            <a:chOff x="8698456" y="3225873"/>
            <a:chExt cx="426764" cy="457922"/>
          </a:xfrm>
        </p:grpSpPr>
        <p:sp>
          <p:nvSpPr>
            <p:cNvPr id="43" name="Google Shape;4172;p83">
              <a:extLst>
                <a:ext uri="{FF2B5EF4-FFF2-40B4-BE49-F238E27FC236}">
                  <a16:creationId xmlns:a16="http://schemas.microsoft.com/office/drawing/2014/main" id="{2BA9C33F-AB75-54B0-96E9-352F03CF9DA2}"/>
                </a:ext>
              </a:extLst>
            </p:cNvPr>
            <p:cNvSpPr/>
            <p:nvPr/>
          </p:nvSpPr>
          <p:spPr>
            <a:xfrm>
              <a:off x="8698456" y="3225873"/>
              <a:ext cx="401530" cy="457922"/>
            </a:xfrm>
            <a:custGeom>
              <a:avLst/>
              <a:gdLst/>
              <a:ahLst/>
              <a:cxnLst/>
              <a:rect l="l" t="t" r="r" b="b"/>
              <a:pathLst>
                <a:path w="12539" h="14300" extrusionOk="0">
                  <a:moveTo>
                    <a:pt x="6652" y="2318"/>
                  </a:moveTo>
                  <a:cubicBezTo>
                    <a:pt x="7718" y="2318"/>
                    <a:pt x="8969" y="2898"/>
                    <a:pt x="9642" y="3570"/>
                  </a:cubicBezTo>
                  <a:cubicBezTo>
                    <a:pt x="10429" y="4358"/>
                    <a:pt x="11009" y="5609"/>
                    <a:pt x="11009" y="6768"/>
                  </a:cubicBezTo>
                  <a:cubicBezTo>
                    <a:pt x="11009" y="7834"/>
                    <a:pt x="10429" y="9178"/>
                    <a:pt x="9642" y="9850"/>
                  </a:cubicBezTo>
                  <a:cubicBezTo>
                    <a:pt x="8969" y="10522"/>
                    <a:pt x="7718" y="10916"/>
                    <a:pt x="6559" y="10916"/>
                  </a:cubicBezTo>
                  <a:cubicBezTo>
                    <a:pt x="4427" y="10916"/>
                    <a:pt x="2225" y="8900"/>
                    <a:pt x="2225" y="6768"/>
                  </a:cubicBezTo>
                  <a:cubicBezTo>
                    <a:pt x="2225" y="5609"/>
                    <a:pt x="2805" y="4358"/>
                    <a:pt x="3570" y="3570"/>
                  </a:cubicBezTo>
                  <a:cubicBezTo>
                    <a:pt x="4242" y="2898"/>
                    <a:pt x="5586" y="2318"/>
                    <a:pt x="6652" y="2318"/>
                  </a:cubicBezTo>
                  <a:close/>
                  <a:moveTo>
                    <a:pt x="6281" y="1"/>
                  </a:moveTo>
                  <a:cubicBezTo>
                    <a:pt x="2689" y="302"/>
                    <a:pt x="1" y="3199"/>
                    <a:pt x="1" y="6768"/>
                  </a:cubicBezTo>
                  <a:lnTo>
                    <a:pt x="1" y="13419"/>
                  </a:lnTo>
                  <a:cubicBezTo>
                    <a:pt x="1" y="13906"/>
                    <a:pt x="371" y="14300"/>
                    <a:pt x="858" y="14300"/>
                  </a:cubicBezTo>
                  <a:lnTo>
                    <a:pt x="3176" y="14300"/>
                  </a:lnTo>
                  <a:lnTo>
                    <a:pt x="6652" y="13720"/>
                  </a:lnTo>
                  <a:lnTo>
                    <a:pt x="10128" y="14300"/>
                  </a:lnTo>
                  <a:lnTo>
                    <a:pt x="11681" y="14300"/>
                  </a:lnTo>
                  <a:cubicBezTo>
                    <a:pt x="12168" y="14300"/>
                    <a:pt x="12538" y="13906"/>
                    <a:pt x="12538" y="13419"/>
                  </a:cubicBezTo>
                  <a:lnTo>
                    <a:pt x="12538" y="6768"/>
                  </a:lnTo>
                  <a:cubicBezTo>
                    <a:pt x="12538" y="2990"/>
                    <a:pt x="9757" y="209"/>
                    <a:pt x="66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173;p83">
              <a:extLst>
                <a:ext uri="{FF2B5EF4-FFF2-40B4-BE49-F238E27FC236}">
                  <a16:creationId xmlns:a16="http://schemas.microsoft.com/office/drawing/2014/main" id="{4EFCBA27-67B5-B296-505B-DB5B1D4C1A7F}"/>
                </a:ext>
              </a:extLst>
            </p:cNvPr>
            <p:cNvSpPr/>
            <p:nvPr/>
          </p:nvSpPr>
          <p:spPr>
            <a:xfrm>
              <a:off x="8899589" y="3225873"/>
              <a:ext cx="225631" cy="457922"/>
            </a:xfrm>
            <a:custGeom>
              <a:avLst/>
              <a:gdLst/>
              <a:ahLst/>
              <a:cxnLst/>
              <a:rect l="l" t="t" r="r" b="b"/>
              <a:pathLst>
                <a:path w="7046" h="14300" extrusionOk="0">
                  <a:moveTo>
                    <a:pt x="0" y="1"/>
                  </a:moveTo>
                  <a:cubicBezTo>
                    <a:pt x="3476" y="302"/>
                    <a:pt x="6257" y="3199"/>
                    <a:pt x="6257" y="6768"/>
                  </a:cubicBezTo>
                  <a:lnTo>
                    <a:pt x="6257" y="13419"/>
                  </a:lnTo>
                  <a:cubicBezTo>
                    <a:pt x="6257" y="13906"/>
                    <a:pt x="5887" y="14300"/>
                    <a:pt x="5400" y="14300"/>
                  </a:cubicBezTo>
                  <a:lnTo>
                    <a:pt x="6257" y="14300"/>
                  </a:lnTo>
                  <a:cubicBezTo>
                    <a:pt x="6651" y="14300"/>
                    <a:pt x="7045" y="13906"/>
                    <a:pt x="7045" y="13419"/>
                  </a:cubicBezTo>
                  <a:lnTo>
                    <a:pt x="7045" y="6768"/>
                  </a:lnTo>
                  <a:cubicBezTo>
                    <a:pt x="7045" y="2990"/>
                    <a:pt x="4056" y="1"/>
                    <a:pt x="3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174;p83">
              <a:extLst>
                <a:ext uri="{FF2B5EF4-FFF2-40B4-BE49-F238E27FC236}">
                  <a16:creationId xmlns:a16="http://schemas.microsoft.com/office/drawing/2014/main" id="{371E9BF2-2C43-67AF-A98E-69DC22760616}"/>
                </a:ext>
              </a:extLst>
            </p:cNvPr>
            <p:cNvSpPr/>
            <p:nvPr/>
          </p:nvSpPr>
          <p:spPr>
            <a:xfrm>
              <a:off x="8757089" y="3284506"/>
              <a:ext cx="309497" cy="312476"/>
            </a:xfrm>
            <a:custGeom>
              <a:avLst/>
              <a:gdLst/>
              <a:ahLst/>
              <a:cxnLst/>
              <a:rect l="l" t="t" r="r" b="b"/>
              <a:pathLst>
                <a:path w="9665" h="9758" extrusionOk="0">
                  <a:moveTo>
                    <a:pt x="4821" y="881"/>
                  </a:moveTo>
                  <a:cubicBezTo>
                    <a:pt x="5887" y="881"/>
                    <a:pt x="6953" y="1368"/>
                    <a:pt x="7625" y="2040"/>
                  </a:cubicBezTo>
                  <a:cubicBezTo>
                    <a:pt x="8390" y="2805"/>
                    <a:pt x="8784" y="3778"/>
                    <a:pt x="8784" y="4937"/>
                  </a:cubicBezTo>
                  <a:cubicBezTo>
                    <a:pt x="8784" y="6003"/>
                    <a:pt x="8390" y="6953"/>
                    <a:pt x="7625" y="7741"/>
                  </a:cubicBezTo>
                  <a:cubicBezTo>
                    <a:pt x="6953" y="8413"/>
                    <a:pt x="5887" y="8900"/>
                    <a:pt x="4821" y="8900"/>
                  </a:cubicBezTo>
                  <a:cubicBezTo>
                    <a:pt x="2596" y="8900"/>
                    <a:pt x="858" y="7069"/>
                    <a:pt x="858" y="4937"/>
                  </a:cubicBezTo>
                  <a:cubicBezTo>
                    <a:pt x="858" y="3778"/>
                    <a:pt x="1252" y="2805"/>
                    <a:pt x="2017" y="2040"/>
                  </a:cubicBezTo>
                  <a:cubicBezTo>
                    <a:pt x="2712" y="1368"/>
                    <a:pt x="3755" y="881"/>
                    <a:pt x="4821" y="881"/>
                  </a:cubicBezTo>
                  <a:close/>
                  <a:moveTo>
                    <a:pt x="4821" y="1"/>
                  </a:moveTo>
                  <a:cubicBezTo>
                    <a:pt x="3477" y="1"/>
                    <a:pt x="2318" y="580"/>
                    <a:pt x="1437" y="1461"/>
                  </a:cubicBezTo>
                  <a:cubicBezTo>
                    <a:pt x="580" y="2318"/>
                    <a:pt x="0" y="3593"/>
                    <a:pt x="0" y="4937"/>
                  </a:cubicBezTo>
                  <a:cubicBezTo>
                    <a:pt x="0" y="7533"/>
                    <a:pt x="2133" y="9757"/>
                    <a:pt x="4821" y="9757"/>
                  </a:cubicBezTo>
                  <a:cubicBezTo>
                    <a:pt x="6188" y="9757"/>
                    <a:pt x="7347" y="9178"/>
                    <a:pt x="8297" y="8320"/>
                  </a:cubicBezTo>
                  <a:cubicBezTo>
                    <a:pt x="9178" y="7440"/>
                    <a:pt x="9665" y="6188"/>
                    <a:pt x="9665" y="4937"/>
                  </a:cubicBezTo>
                  <a:cubicBezTo>
                    <a:pt x="9665" y="3593"/>
                    <a:pt x="9178" y="2318"/>
                    <a:pt x="8297" y="1461"/>
                  </a:cubicBezTo>
                  <a:cubicBezTo>
                    <a:pt x="7347" y="580"/>
                    <a:pt x="6188" y="1"/>
                    <a:pt x="48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175;p83">
              <a:extLst>
                <a:ext uri="{FF2B5EF4-FFF2-40B4-BE49-F238E27FC236}">
                  <a16:creationId xmlns:a16="http://schemas.microsoft.com/office/drawing/2014/main" id="{0ABF6C73-0624-5641-CC9C-E1470CCA56A1}"/>
                </a:ext>
              </a:extLst>
            </p:cNvPr>
            <p:cNvSpPr/>
            <p:nvPr/>
          </p:nvSpPr>
          <p:spPr>
            <a:xfrm>
              <a:off x="8738548" y="3578377"/>
              <a:ext cx="40092" cy="43839"/>
            </a:xfrm>
            <a:custGeom>
              <a:avLst/>
              <a:gdLst/>
              <a:ahLst/>
              <a:cxnLst/>
              <a:rect l="l" t="t" r="r" b="b"/>
              <a:pathLst>
                <a:path w="1252" h="1369" extrusionOk="0">
                  <a:moveTo>
                    <a:pt x="672" y="1"/>
                  </a:moveTo>
                  <a:cubicBezTo>
                    <a:pt x="278" y="1"/>
                    <a:pt x="0" y="302"/>
                    <a:pt x="0" y="673"/>
                  </a:cubicBezTo>
                  <a:cubicBezTo>
                    <a:pt x="0" y="1067"/>
                    <a:pt x="278" y="1368"/>
                    <a:pt x="672" y="1368"/>
                  </a:cubicBezTo>
                  <a:cubicBezTo>
                    <a:pt x="973" y="1368"/>
                    <a:pt x="1252" y="1067"/>
                    <a:pt x="1252" y="673"/>
                  </a:cubicBezTo>
                  <a:cubicBezTo>
                    <a:pt x="1252" y="302"/>
                    <a:pt x="973" y="1"/>
                    <a:pt x="6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176;p83">
              <a:extLst>
                <a:ext uri="{FF2B5EF4-FFF2-40B4-BE49-F238E27FC236}">
                  <a16:creationId xmlns:a16="http://schemas.microsoft.com/office/drawing/2014/main" id="{B85C926C-BF76-B43B-FAE8-5E2D94CD179D}"/>
                </a:ext>
              </a:extLst>
            </p:cNvPr>
            <p:cNvSpPr/>
            <p:nvPr/>
          </p:nvSpPr>
          <p:spPr>
            <a:xfrm>
              <a:off x="8862475" y="3442569"/>
              <a:ext cx="70514" cy="37146"/>
            </a:xfrm>
            <a:custGeom>
              <a:avLst/>
              <a:gdLst/>
              <a:ahLst/>
              <a:cxnLst/>
              <a:rect l="l" t="t" r="r" b="b"/>
              <a:pathLst>
                <a:path w="2202" h="1160" extrusionOk="0">
                  <a:moveTo>
                    <a:pt x="464" y="1"/>
                  </a:moveTo>
                  <a:cubicBezTo>
                    <a:pt x="186" y="1"/>
                    <a:pt x="0" y="186"/>
                    <a:pt x="0" y="488"/>
                  </a:cubicBezTo>
                  <a:cubicBezTo>
                    <a:pt x="0" y="673"/>
                    <a:pt x="186" y="858"/>
                    <a:pt x="464" y="858"/>
                  </a:cubicBezTo>
                  <a:lnTo>
                    <a:pt x="1159" y="1160"/>
                  </a:lnTo>
                  <a:lnTo>
                    <a:pt x="1831" y="858"/>
                  </a:lnTo>
                  <a:cubicBezTo>
                    <a:pt x="2017" y="858"/>
                    <a:pt x="2202" y="673"/>
                    <a:pt x="2202" y="488"/>
                  </a:cubicBezTo>
                  <a:cubicBezTo>
                    <a:pt x="2202" y="186"/>
                    <a:pt x="2017" y="1"/>
                    <a:pt x="1831" y="1"/>
                  </a:cubicBezTo>
                  <a:close/>
                </a:path>
              </a:pathLst>
            </a:custGeom>
            <a:solidFill>
              <a:srgbClr val="CBB0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177;p83">
              <a:extLst>
                <a:ext uri="{FF2B5EF4-FFF2-40B4-BE49-F238E27FC236}">
                  <a16:creationId xmlns:a16="http://schemas.microsoft.com/office/drawing/2014/main" id="{C1BF7099-E518-424D-5010-54CBDBD46260}"/>
                </a:ext>
              </a:extLst>
            </p:cNvPr>
            <p:cNvSpPr/>
            <p:nvPr/>
          </p:nvSpPr>
          <p:spPr>
            <a:xfrm>
              <a:off x="8918131" y="3442569"/>
              <a:ext cx="43070" cy="37146"/>
            </a:xfrm>
            <a:custGeom>
              <a:avLst/>
              <a:gdLst/>
              <a:ahLst/>
              <a:cxnLst/>
              <a:rect l="l" t="t" r="r" b="b"/>
              <a:pathLst>
                <a:path w="1345" h="1160" extrusionOk="0">
                  <a:moveTo>
                    <a:pt x="0" y="1"/>
                  </a:moveTo>
                  <a:cubicBezTo>
                    <a:pt x="186" y="1"/>
                    <a:pt x="279" y="94"/>
                    <a:pt x="371" y="186"/>
                  </a:cubicBezTo>
                  <a:cubicBezTo>
                    <a:pt x="371" y="279"/>
                    <a:pt x="464" y="395"/>
                    <a:pt x="464" y="488"/>
                  </a:cubicBezTo>
                  <a:cubicBezTo>
                    <a:pt x="464" y="673"/>
                    <a:pt x="279" y="858"/>
                    <a:pt x="0" y="858"/>
                  </a:cubicBezTo>
                  <a:lnTo>
                    <a:pt x="580" y="1160"/>
                  </a:lnTo>
                  <a:lnTo>
                    <a:pt x="858" y="858"/>
                  </a:lnTo>
                  <a:cubicBezTo>
                    <a:pt x="1159" y="858"/>
                    <a:pt x="1345" y="673"/>
                    <a:pt x="1345" y="488"/>
                  </a:cubicBezTo>
                  <a:cubicBezTo>
                    <a:pt x="1345" y="395"/>
                    <a:pt x="1252" y="279"/>
                    <a:pt x="1159" y="186"/>
                  </a:cubicBezTo>
                  <a:cubicBezTo>
                    <a:pt x="1159" y="94"/>
                    <a:pt x="1043" y="1"/>
                    <a:pt x="8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178;p83">
              <a:extLst>
                <a:ext uri="{FF2B5EF4-FFF2-40B4-BE49-F238E27FC236}">
                  <a16:creationId xmlns:a16="http://schemas.microsoft.com/office/drawing/2014/main" id="{7B885211-1C07-880A-D70E-D66188A611EA}"/>
                </a:ext>
              </a:extLst>
            </p:cNvPr>
            <p:cNvSpPr/>
            <p:nvPr/>
          </p:nvSpPr>
          <p:spPr>
            <a:xfrm>
              <a:off x="9044299" y="3578377"/>
              <a:ext cx="40829" cy="43839"/>
            </a:xfrm>
            <a:custGeom>
              <a:avLst/>
              <a:gdLst/>
              <a:ahLst/>
              <a:cxnLst/>
              <a:rect l="l" t="t" r="r" b="b"/>
              <a:pathLst>
                <a:path w="1275" h="1369" extrusionOk="0">
                  <a:moveTo>
                    <a:pt x="580" y="1"/>
                  </a:moveTo>
                  <a:cubicBezTo>
                    <a:pt x="302" y="1"/>
                    <a:pt x="0" y="302"/>
                    <a:pt x="0" y="673"/>
                  </a:cubicBezTo>
                  <a:cubicBezTo>
                    <a:pt x="0" y="1067"/>
                    <a:pt x="302" y="1368"/>
                    <a:pt x="580" y="1368"/>
                  </a:cubicBezTo>
                  <a:cubicBezTo>
                    <a:pt x="974" y="1368"/>
                    <a:pt x="1275" y="1067"/>
                    <a:pt x="1275" y="673"/>
                  </a:cubicBezTo>
                  <a:cubicBezTo>
                    <a:pt x="1275" y="302"/>
                    <a:pt x="974" y="1"/>
                    <a:pt x="5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4179;p83">
              <a:extLst>
                <a:ext uri="{FF2B5EF4-FFF2-40B4-BE49-F238E27FC236}">
                  <a16:creationId xmlns:a16="http://schemas.microsoft.com/office/drawing/2014/main" id="{DF2CC5EA-BEA5-A9B0-6316-57C718C37A59}"/>
                </a:ext>
              </a:extLst>
            </p:cNvPr>
            <p:cNvSpPr/>
            <p:nvPr/>
          </p:nvSpPr>
          <p:spPr>
            <a:xfrm>
              <a:off x="8818701" y="3482661"/>
              <a:ext cx="164019" cy="182592"/>
            </a:xfrm>
            <a:custGeom>
              <a:avLst/>
              <a:gdLst/>
              <a:ahLst/>
              <a:cxnLst/>
              <a:rect l="l" t="t" r="r" b="b"/>
              <a:pathLst>
                <a:path w="5122" h="5702" extrusionOk="0">
                  <a:moveTo>
                    <a:pt x="4542" y="0"/>
                  </a:moveTo>
                  <a:lnTo>
                    <a:pt x="672" y="487"/>
                  </a:lnTo>
                  <a:lnTo>
                    <a:pt x="0" y="3662"/>
                  </a:lnTo>
                  <a:lnTo>
                    <a:pt x="2712" y="5701"/>
                  </a:lnTo>
                  <a:lnTo>
                    <a:pt x="4936" y="3662"/>
                  </a:lnTo>
                  <a:lnTo>
                    <a:pt x="5122" y="1831"/>
                  </a:lnTo>
                  <a:lnTo>
                    <a:pt x="45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4180;p83">
              <a:extLst>
                <a:ext uri="{FF2B5EF4-FFF2-40B4-BE49-F238E27FC236}">
                  <a16:creationId xmlns:a16="http://schemas.microsoft.com/office/drawing/2014/main" id="{A3B48F22-58A8-5F2B-9215-EEEB1EEB95AB}"/>
                </a:ext>
              </a:extLst>
            </p:cNvPr>
            <p:cNvSpPr/>
            <p:nvPr/>
          </p:nvSpPr>
          <p:spPr>
            <a:xfrm>
              <a:off x="8812744" y="3599928"/>
              <a:ext cx="188548" cy="52709"/>
            </a:xfrm>
            <a:custGeom>
              <a:avLst/>
              <a:gdLst/>
              <a:ahLst/>
              <a:cxnLst/>
              <a:rect l="l" t="t" r="r" b="b"/>
              <a:pathLst>
                <a:path w="5888" h="1646" extrusionOk="0">
                  <a:moveTo>
                    <a:pt x="186" y="0"/>
                  </a:moveTo>
                  <a:lnTo>
                    <a:pt x="1" y="1275"/>
                  </a:lnTo>
                  <a:lnTo>
                    <a:pt x="5215" y="1645"/>
                  </a:lnTo>
                  <a:lnTo>
                    <a:pt x="5887" y="579"/>
                  </a:lnTo>
                  <a:lnTo>
                    <a:pt x="51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4181;p83">
              <a:extLst>
                <a:ext uri="{FF2B5EF4-FFF2-40B4-BE49-F238E27FC236}">
                  <a16:creationId xmlns:a16="http://schemas.microsoft.com/office/drawing/2014/main" id="{E768ED9E-677E-011E-A0D5-DBCB9A8054C4}"/>
                </a:ext>
              </a:extLst>
            </p:cNvPr>
            <p:cNvSpPr/>
            <p:nvPr/>
          </p:nvSpPr>
          <p:spPr>
            <a:xfrm>
              <a:off x="8955245" y="3488586"/>
              <a:ext cx="48994" cy="126937"/>
            </a:xfrm>
            <a:custGeom>
              <a:avLst/>
              <a:gdLst/>
              <a:ahLst/>
              <a:cxnLst/>
              <a:rect l="l" t="t" r="r" b="b"/>
              <a:pathLst>
                <a:path w="1530" h="3964" extrusionOk="0">
                  <a:moveTo>
                    <a:pt x="672" y="1"/>
                  </a:moveTo>
                  <a:lnTo>
                    <a:pt x="0" y="302"/>
                  </a:lnTo>
                  <a:lnTo>
                    <a:pt x="672" y="3477"/>
                  </a:lnTo>
                  <a:lnTo>
                    <a:pt x="1159" y="3964"/>
                  </a:lnTo>
                  <a:lnTo>
                    <a:pt x="1530" y="3477"/>
                  </a:lnTo>
                  <a:lnTo>
                    <a:pt x="858" y="302"/>
                  </a:lnTo>
                  <a:lnTo>
                    <a:pt x="6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182;p83">
              <a:extLst>
                <a:ext uri="{FF2B5EF4-FFF2-40B4-BE49-F238E27FC236}">
                  <a16:creationId xmlns:a16="http://schemas.microsoft.com/office/drawing/2014/main" id="{DF7AE096-87FE-DFA0-F28A-0B0A354D31D4}"/>
                </a:ext>
              </a:extLst>
            </p:cNvPr>
            <p:cNvSpPr/>
            <p:nvPr/>
          </p:nvSpPr>
          <p:spPr>
            <a:xfrm>
              <a:off x="8976764" y="3599928"/>
              <a:ext cx="34168" cy="52709"/>
            </a:xfrm>
            <a:custGeom>
              <a:avLst/>
              <a:gdLst/>
              <a:ahLst/>
              <a:cxnLst/>
              <a:rect l="l" t="t" r="r" b="b"/>
              <a:pathLst>
                <a:path w="1067" h="1646" extrusionOk="0">
                  <a:moveTo>
                    <a:pt x="0" y="0"/>
                  </a:moveTo>
                  <a:lnTo>
                    <a:pt x="186" y="1275"/>
                  </a:lnTo>
                  <a:lnTo>
                    <a:pt x="580" y="1645"/>
                  </a:lnTo>
                  <a:lnTo>
                    <a:pt x="1066" y="1275"/>
                  </a:lnTo>
                  <a:lnTo>
                    <a:pt x="8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183;p83">
              <a:extLst>
                <a:ext uri="{FF2B5EF4-FFF2-40B4-BE49-F238E27FC236}">
                  <a16:creationId xmlns:a16="http://schemas.microsoft.com/office/drawing/2014/main" id="{8D7E6134-299A-DEC9-A667-CB402A24CF0A}"/>
                </a:ext>
              </a:extLst>
            </p:cNvPr>
            <p:cNvSpPr/>
            <p:nvPr/>
          </p:nvSpPr>
          <p:spPr>
            <a:xfrm>
              <a:off x="8831285" y="3470045"/>
              <a:ext cx="138818" cy="28244"/>
            </a:xfrm>
            <a:custGeom>
              <a:avLst/>
              <a:gdLst/>
              <a:ahLst/>
              <a:cxnLst/>
              <a:rect l="l" t="t" r="r" b="b"/>
              <a:pathLst>
                <a:path w="4335" h="882" extrusionOk="0">
                  <a:moveTo>
                    <a:pt x="186" y="0"/>
                  </a:moveTo>
                  <a:cubicBezTo>
                    <a:pt x="94" y="0"/>
                    <a:pt x="1" y="209"/>
                    <a:pt x="1" y="302"/>
                  </a:cubicBezTo>
                  <a:lnTo>
                    <a:pt x="1" y="580"/>
                  </a:lnTo>
                  <a:cubicBezTo>
                    <a:pt x="1" y="788"/>
                    <a:pt x="94" y="881"/>
                    <a:pt x="186" y="881"/>
                  </a:cubicBezTo>
                  <a:lnTo>
                    <a:pt x="4057" y="881"/>
                  </a:lnTo>
                  <a:cubicBezTo>
                    <a:pt x="4149" y="881"/>
                    <a:pt x="4335" y="788"/>
                    <a:pt x="4335" y="580"/>
                  </a:cubicBezTo>
                  <a:lnTo>
                    <a:pt x="4335" y="302"/>
                  </a:lnTo>
                  <a:cubicBezTo>
                    <a:pt x="4335" y="209"/>
                    <a:pt x="4149" y="0"/>
                    <a:pt x="40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184;p83">
              <a:extLst>
                <a:ext uri="{FF2B5EF4-FFF2-40B4-BE49-F238E27FC236}">
                  <a16:creationId xmlns:a16="http://schemas.microsoft.com/office/drawing/2014/main" id="{934FC138-298D-13F1-B3B6-3D446381BA83}"/>
                </a:ext>
              </a:extLst>
            </p:cNvPr>
            <p:cNvSpPr/>
            <p:nvPr/>
          </p:nvSpPr>
          <p:spPr>
            <a:xfrm>
              <a:off x="8958191" y="3470045"/>
              <a:ext cx="37146" cy="28244"/>
            </a:xfrm>
            <a:custGeom>
              <a:avLst/>
              <a:gdLst/>
              <a:ahLst/>
              <a:cxnLst/>
              <a:rect l="l" t="t" r="r" b="b"/>
              <a:pathLst>
                <a:path w="1160" h="882" extrusionOk="0">
                  <a:moveTo>
                    <a:pt x="1" y="0"/>
                  </a:moveTo>
                  <a:cubicBezTo>
                    <a:pt x="94" y="0"/>
                    <a:pt x="279" y="209"/>
                    <a:pt x="279" y="302"/>
                  </a:cubicBezTo>
                  <a:lnTo>
                    <a:pt x="279" y="580"/>
                  </a:lnTo>
                  <a:cubicBezTo>
                    <a:pt x="279" y="788"/>
                    <a:pt x="94" y="881"/>
                    <a:pt x="1" y="881"/>
                  </a:cubicBezTo>
                  <a:lnTo>
                    <a:pt x="858" y="881"/>
                  </a:lnTo>
                  <a:cubicBezTo>
                    <a:pt x="951" y="881"/>
                    <a:pt x="1160" y="788"/>
                    <a:pt x="1160" y="580"/>
                  </a:cubicBezTo>
                  <a:lnTo>
                    <a:pt x="1160" y="302"/>
                  </a:lnTo>
                  <a:cubicBezTo>
                    <a:pt x="1160" y="209"/>
                    <a:pt x="951" y="0"/>
                    <a:pt x="8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185;p83">
              <a:extLst>
                <a:ext uri="{FF2B5EF4-FFF2-40B4-BE49-F238E27FC236}">
                  <a16:creationId xmlns:a16="http://schemas.microsoft.com/office/drawing/2014/main" id="{2AA7965A-D5F4-8301-561F-AAAC8057500E}"/>
                </a:ext>
              </a:extLst>
            </p:cNvPr>
            <p:cNvSpPr/>
            <p:nvPr/>
          </p:nvSpPr>
          <p:spPr>
            <a:xfrm>
              <a:off x="8800128" y="3640724"/>
              <a:ext cx="207090" cy="43070"/>
            </a:xfrm>
            <a:custGeom>
              <a:avLst/>
              <a:gdLst/>
              <a:ahLst/>
              <a:cxnLst/>
              <a:rect l="l" t="t" r="r" b="b"/>
              <a:pathLst>
                <a:path w="6467" h="1345" extrusionOk="0">
                  <a:moveTo>
                    <a:pt x="302" y="1"/>
                  </a:moveTo>
                  <a:cubicBezTo>
                    <a:pt x="93" y="1"/>
                    <a:pt x="1" y="186"/>
                    <a:pt x="1" y="279"/>
                  </a:cubicBezTo>
                  <a:lnTo>
                    <a:pt x="1" y="1345"/>
                  </a:lnTo>
                  <a:lnTo>
                    <a:pt x="6096" y="1345"/>
                  </a:lnTo>
                  <a:lnTo>
                    <a:pt x="6467" y="371"/>
                  </a:lnTo>
                  <a:cubicBezTo>
                    <a:pt x="6467" y="371"/>
                    <a:pt x="6096" y="1"/>
                    <a:pt x="5887" y="1"/>
                  </a:cubicBezTo>
                  <a:close/>
                </a:path>
              </a:pathLst>
            </a:custGeom>
            <a:solidFill>
              <a:srgbClr val="7365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186;p83">
              <a:extLst>
                <a:ext uri="{FF2B5EF4-FFF2-40B4-BE49-F238E27FC236}">
                  <a16:creationId xmlns:a16="http://schemas.microsoft.com/office/drawing/2014/main" id="{39B49CBD-2AE6-CFF2-0FB1-B94F597D5697}"/>
                </a:ext>
              </a:extLst>
            </p:cNvPr>
            <p:cNvSpPr/>
            <p:nvPr/>
          </p:nvSpPr>
          <p:spPr>
            <a:xfrm>
              <a:off x="8988644" y="3640724"/>
              <a:ext cx="34168" cy="43070"/>
            </a:xfrm>
            <a:custGeom>
              <a:avLst/>
              <a:gdLst/>
              <a:ahLst/>
              <a:cxnLst/>
              <a:rect l="l" t="t" r="r" b="b"/>
              <a:pathLst>
                <a:path w="1067" h="1345" extrusionOk="0">
                  <a:moveTo>
                    <a:pt x="0" y="1"/>
                  </a:moveTo>
                  <a:cubicBezTo>
                    <a:pt x="116" y="1"/>
                    <a:pt x="209" y="186"/>
                    <a:pt x="209" y="279"/>
                  </a:cubicBezTo>
                  <a:lnTo>
                    <a:pt x="209" y="1345"/>
                  </a:lnTo>
                  <a:lnTo>
                    <a:pt x="1066" y="1345"/>
                  </a:lnTo>
                  <a:lnTo>
                    <a:pt x="1066" y="279"/>
                  </a:lnTo>
                  <a:cubicBezTo>
                    <a:pt x="1066" y="186"/>
                    <a:pt x="973" y="1"/>
                    <a:pt x="7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833103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7" name="Google Shape;3007;p6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8523588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 dirty="0"/>
              <a:t>STACK TECNOLOGICO E RIFERIMENTI</a:t>
            </a:r>
          </a:p>
        </p:txBody>
      </p:sp>
      <p:sp>
        <p:nvSpPr>
          <p:cNvPr id="3008" name="Google Shape;3008;p64"/>
          <p:cNvSpPr txBox="1">
            <a:spLocks noGrp="1"/>
          </p:cNvSpPr>
          <p:nvPr>
            <p:ph type="body" idx="1"/>
          </p:nvPr>
        </p:nvSpPr>
        <p:spPr>
          <a:xfrm>
            <a:off x="720000" y="1017600"/>
            <a:ext cx="7704000" cy="358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chemeClr val="dk1"/>
                </a:solidFill>
              </a:rPr>
              <a:t>Core Frameworks &amp; UI: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chemeClr val="dk1"/>
                </a:solidFill>
              </a:rPr>
              <a:t>- </a:t>
            </a:r>
            <a:r>
              <a:rPr lang="it-IT" dirty="0" err="1">
                <a:solidFill>
                  <a:schemeClr val="dk1"/>
                </a:solidFill>
              </a:rPr>
              <a:t>Streamlit</a:t>
            </a:r>
            <a:r>
              <a:rPr lang="it-IT" dirty="0">
                <a:solidFill>
                  <a:schemeClr val="dk1"/>
                </a:solidFill>
              </a:rPr>
              <a:t> (https://</a:t>
            </a:r>
            <a:r>
              <a:rPr lang="it-IT" dirty="0" err="1">
                <a:solidFill>
                  <a:schemeClr val="dk1"/>
                </a:solidFill>
              </a:rPr>
              <a:t>streamlit.io</a:t>
            </a:r>
            <a:r>
              <a:rPr lang="it-IT" dirty="0">
                <a:solidFill>
                  <a:schemeClr val="dk1"/>
                </a:solidFill>
              </a:rPr>
              <a:t>/)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chemeClr val="dk1"/>
                </a:solidFill>
              </a:rPr>
              <a:t>- Python 3.12 (https://</a:t>
            </a:r>
            <a:r>
              <a:rPr lang="it-IT" dirty="0" err="1">
                <a:solidFill>
                  <a:schemeClr val="dk1"/>
                </a:solidFill>
              </a:rPr>
              <a:t>www.python.org</a:t>
            </a:r>
            <a:r>
              <a:rPr lang="it-IT" dirty="0">
                <a:solidFill>
                  <a:schemeClr val="dk1"/>
                </a:solidFill>
              </a:rPr>
              <a:t>/)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chemeClr val="dk1"/>
                </a:solidFill>
              </a:rPr>
              <a:t>Visione &amp; Deep Learning: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chemeClr val="dk1"/>
                </a:solidFill>
              </a:rPr>
              <a:t>- </a:t>
            </a:r>
            <a:r>
              <a:rPr lang="it-IT" dirty="0" err="1">
                <a:solidFill>
                  <a:schemeClr val="dk1"/>
                </a:solidFill>
              </a:rPr>
              <a:t>Ultralytics</a:t>
            </a:r>
            <a:r>
              <a:rPr lang="it-IT" dirty="0">
                <a:solidFill>
                  <a:schemeClr val="dk1"/>
                </a:solidFill>
              </a:rPr>
              <a:t> YOLO v10/v11 (https://</a:t>
            </a:r>
            <a:r>
              <a:rPr lang="it-IT" dirty="0" err="1">
                <a:solidFill>
                  <a:schemeClr val="dk1"/>
                </a:solidFill>
              </a:rPr>
              <a:t>github.com</a:t>
            </a:r>
            <a:r>
              <a:rPr lang="it-IT" dirty="0">
                <a:solidFill>
                  <a:schemeClr val="dk1"/>
                </a:solidFill>
              </a:rPr>
              <a:t>/</a:t>
            </a:r>
            <a:r>
              <a:rPr lang="it-IT" dirty="0" err="1">
                <a:solidFill>
                  <a:schemeClr val="dk1"/>
                </a:solidFill>
              </a:rPr>
              <a:t>ultralytics</a:t>
            </a:r>
            <a:r>
              <a:rPr lang="it-IT" dirty="0">
                <a:solidFill>
                  <a:schemeClr val="dk1"/>
                </a:solidFill>
              </a:rPr>
              <a:t>/</a:t>
            </a:r>
            <a:r>
              <a:rPr lang="it-IT" dirty="0" err="1">
                <a:solidFill>
                  <a:schemeClr val="dk1"/>
                </a:solidFill>
              </a:rPr>
              <a:t>ultralytics</a:t>
            </a:r>
            <a:r>
              <a:rPr lang="it-IT" dirty="0">
                <a:solidFill>
                  <a:schemeClr val="dk1"/>
                </a:solidFill>
              </a:rPr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chemeClr val="dk1"/>
                </a:solidFill>
              </a:rPr>
              <a:t>- </a:t>
            </a:r>
            <a:r>
              <a:rPr lang="it-IT" dirty="0" err="1">
                <a:solidFill>
                  <a:schemeClr val="dk1"/>
                </a:solidFill>
              </a:rPr>
              <a:t>Swin</a:t>
            </a:r>
            <a:r>
              <a:rPr lang="it-IT" dirty="0">
                <a:solidFill>
                  <a:schemeClr val="dk1"/>
                </a:solidFill>
              </a:rPr>
              <a:t> Transformer (https://</a:t>
            </a:r>
            <a:r>
              <a:rPr lang="it-IT" dirty="0" err="1">
                <a:solidFill>
                  <a:schemeClr val="dk1"/>
                </a:solidFill>
              </a:rPr>
              <a:t>github.com</a:t>
            </a:r>
            <a:r>
              <a:rPr lang="it-IT" dirty="0">
                <a:solidFill>
                  <a:schemeClr val="dk1"/>
                </a:solidFill>
              </a:rPr>
              <a:t>/</a:t>
            </a:r>
            <a:r>
              <a:rPr lang="it-IT" dirty="0" err="1">
                <a:solidFill>
                  <a:schemeClr val="dk1"/>
                </a:solidFill>
              </a:rPr>
              <a:t>microsoft</a:t>
            </a:r>
            <a:r>
              <a:rPr lang="it-IT" dirty="0">
                <a:solidFill>
                  <a:schemeClr val="dk1"/>
                </a:solidFill>
              </a:rPr>
              <a:t>/</a:t>
            </a:r>
            <a:r>
              <a:rPr lang="it-IT" dirty="0" err="1">
                <a:solidFill>
                  <a:schemeClr val="dk1"/>
                </a:solidFill>
              </a:rPr>
              <a:t>Swin</a:t>
            </a:r>
            <a:r>
              <a:rPr lang="it-IT" dirty="0">
                <a:solidFill>
                  <a:schemeClr val="dk1"/>
                </a:solidFill>
              </a:rPr>
              <a:t>-Transformer)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chemeClr val="dk1"/>
                </a:solidFill>
              </a:rPr>
              <a:t>- </a:t>
            </a:r>
            <a:r>
              <a:rPr lang="it-IT" dirty="0" err="1">
                <a:solidFill>
                  <a:schemeClr val="dk1"/>
                </a:solidFill>
              </a:rPr>
              <a:t>OpenCV</a:t>
            </a:r>
            <a:r>
              <a:rPr lang="it-IT" dirty="0">
                <a:solidFill>
                  <a:schemeClr val="dk1"/>
                </a:solidFill>
              </a:rPr>
              <a:t> (https://</a:t>
            </a:r>
            <a:r>
              <a:rPr lang="it-IT" dirty="0" err="1">
                <a:solidFill>
                  <a:schemeClr val="dk1"/>
                </a:solidFill>
              </a:rPr>
              <a:t>opencv.org</a:t>
            </a:r>
            <a:r>
              <a:rPr lang="it-IT" dirty="0">
                <a:solidFill>
                  <a:schemeClr val="dk1"/>
                </a:solidFill>
              </a:rPr>
              <a:t>/)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chemeClr val="dk1"/>
                </a:solidFill>
              </a:rPr>
              <a:t>NLP, RAG &amp; </a:t>
            </a:r>
            <a:r>
              <a:rPr lang="it-IT" dirty="0" err="1">
                <a:solidFill>
                  <a:schemeClr val="dk1"/>
                </a:solidFill>
              </a:rPr>
              <a:t>Multimodal</a:t>
            </a:r>
            <a:r>
              <a:rPr lang="it-IT" dirty="0">
                <a:solidFill>
                  <a:schemeClr val="dk1"/>
                </a:solidFill>
              </a:rPr>
              <a:t> AI: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chemeClr val="dk1"/>
                </a:solidFill>
              </a:rPr>
              <a:t>- Qwen-VL-72B (https://</a:t>
            </a:r>
            <a:r>
              <a:rPr lang="it-IT" dirty="0" err="1">
                <a:solidFill>
                  <a:schemeClr val="dk1"/>
                </a:solidFill>
              </a:rPr>
              <a:t>github.com</a:t>
            </a:r>
            <a:r>
              <a:rPr lang="it-IT" dirty="0">
                <a:solidFill>
                  <a:schemeClr val="dk1"/>
                </a:solidFill>
              </a:rPr>
              <a:t>/</a:t>
            </a:r>
            <a:r>
              <a:rPr lang="it-IT" dirty="0" err="1">
                <a:solidFill>
                  <a:schemeClr val="dk1"/>
                </a:solidFill>
              </a:rPr>
              <a:t>QwenLM</a:t>
            </a:r>
            <a:r>
              <a:rPr lang="it-IT" dirty="0">
                <a:solidFill>
                  <a:schemeClr val="dk1"/>
                </a:solidFill>
              </a:rPr>
              <a:t>/</a:t>
            </a:r>
            <a:r>
              <a:rPr lang="it-IT" dirty="0" err="1">
                <a:solidFill>
                  <a:schemeClr val="dk1"/>
                </a:solidFill>
              </a:rPr>
              <a:t>Qwen</a:t>
            </a:r>
            <a:r>
              <a:rPr lang="it-IT" dirty="0">
                <a:solidFill>
                  <a:schemeClr val="dk1"/>
                </a:solidFill>
              </a:rPr>
              <a:t>-VL)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chemeClr val="dk1"/>
                </a:solidFill>
              </a:rPr>
              <a:t>- </a:t>
            </a:r>
            <a:r>
              <a:rPr lang="it-IT" dirty="0" err="1">
                <a:solidFill>
                  <a:schemeClr val="dk1"/>
                </a:solidFill>
              </a:rPr>
              <a:t>ChromaDB</a:t>
            </a:r>
            <a:r>
              <a:rPr lang="it-IT" dirty="0">
                <a:solidFill>
                  <a:schemeClr val="dk1"/>
                </a:solidFill>
              </a:rPr>
              <a:t> (https://</a:t>
            </a:r>
            <a:r>
              <a:rPr lang="it-IT" dirty="0" err="1">
                <a:solidFill>
                  <a:schemeClr val="dk1"/>
                </a:solidFill>
              </a:rPr>
              <a:t>www.trychroma.com</a:t>
            </a:r>
            <a:r>
              <a:rPr lang="it-IT" dirty="0">
                <a:solidFill>
                  <a:schemeClr val="dk1"/>
                </a:solidFill>
              </a:rPr>
              <a:t>/)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chemeClr val="dk1"/>
                </a:solidFill>
              </a:rPr>
              <a:t>- </a:t>
            </a:r>
            <a:r>
              <a:rPr lang="it-IT" dirty="0" err="1">
                <a:solidFill>
                  <a:schemeClr val="dk1"/>
                </a:solidFill>
              </a:rPr>
              <a:t>FastEmbed</a:t>
            </a:r>
            <a:r>
              <a:rPr lang="it-IT" dirty="0">
                <a:solidFill>
                  <a:schemeClr val="dk1"/>
                </a:solidFill>
              </a:rPr>
              <a:t> &amp; </a:t>
            </a:r>
            <a:r>
              <a:rPr lang="it-IT" dirty="0" err="1">
                <a:solidFill>
                  <a:schemeClr val="dk1"/>
                </a:solidFill>
              </a:rPr>
              <a:t>LangChain</a:t>
            </a:r>
            <a:r>
              <a:rPr lang="it-IT" dirty="0">
                <a:solidFill>
                  <a:schemeClr val="dk1"/>
                </a:solidFill>
              </a:rPr>
              <a:t> (https://</a:t>
            </a:r>
            <a:r>
              <a:rPr lang="it-IT" dirty="0" err="1">
                <a:solidFill>
                  <a:schemeClr val="dk1"/>
                </a:solidFill>
              </a:rPr>
              <a:t>github.com</a:t>
            </a:r>
            <a:r>
              <a:rPr lang="it-IT" dirty="0">
                <a:solidFill>
                  <a:schemeClr val="dk1"/>
                </a:solidFill>
              </a:rPr>
              <a:t>/</a:t>
            </a:r>
            <a:r>
              <a:rPr lang="it-IT" dirty="0" err="1">
                <a:solidFill>
                  <a:schemeClr val="dk1"/>
                </a:solidFill>
              </a:rPr>
              <a:t>qdrant</a:t>
            </a:r>
            <a:r>
              <a:rPr lang="it-IT" dirty="0">
                <a:solidFill>
                  <a:schemeClr val="dk1"/>
                </a:solidFill>
              </a:rPr>
              <a:t>/</a:t>
            </a:r>
            <a:r>
              <a:rPr lang="it-IT" dirty="0" err="1">
                <a:solidFill>
                  <a:schemeClr val="dk1"/>
                </a:solidFill>
              </a:rPr>
              <a:t>fastembed</a:t>
            </a:r>
            <a:r>
              <a:rPr lang="it-IT" dirty="0">
                <a:solidFill>
                  <a:schemeClr val="dk1"/>
                </a:solidFill>
              </a:rPr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chemeClr val="dk1"/>
                </a:solidFill>
              </a:rPr>
              <a:t>Infrastruttura &amp; Clinica: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chemeClr val="dk1"/>
                </a:solidFill>
              </a:rPr>
              <a:t>- Docker (https://</a:t>
            </a:r>
            <a:r>
              <a:rPr lang="it-IT" dirty="0" err="1">
                <a:solidFill>
                  <a:schemeClr val="dk1"/>
                </a:solidFill>
              </a:rPr>
              <a:t>www.docker.com</a:t>
            </a:r>
            <a:r>
              <a:rPr lang="it-IT" dirty="0">
                <a:solidFill>
                  <a:schemeClr val="dk1"/>
                </a:solidFill>
              </a:rPr>
              <a:t>/)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chemeClr val="dk1"/>
                </a:solidFill>
              </a:rPr>
              <a:t>- Linee Guida Fleischner Society (https://</a:t>
            </a:r>
            <a:r>
              <a:rPr lang="it-IT" dirty="0" err="1">
                <a:solidFill>
                  <a:schemeClr val="dk1"/>
                </a:solidFill>
              </a:rPr>
              <a:t>www.fleischnersociety.org</a:t>
            </a:r>
            <a:r>
              <a:rPr lang="it-IT" dirty="0">
                <a:solidFill>
                  <a:schemeClr val="dk1"/>
                </a:solidFill>
              </a:rPr>
              <a:t>/)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chemeClr val="dk1"/>
                </a:solidFill>
              </a:rPr>
              <a:t>- FPDF2 (https://</a:t>
            </a:r>
            <a:r>
              <a:rPr lang="it-IT" dirty="0" err="1">
                <a:solidFill>
                  <a:schemeClr val="dk1"/>
                </a:solidFill>
              </a:rPr>
              <a:t>pyfpdf.github.io</a:t>
            </a:r>
            <a:r>
              <a:rPr lang="it-IT" dirty="0">
                <a:solidFill>
                  <a:schemeClr val="dk1"/>
                </a:solidFill>
              </a:rPr>
              <a:t>/fpdf2/)</a:t>
            </a: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240002"/>
      </p:ext>
    </p:extLst>
  </p:cSld>
  <p:clrMapOvr>
    <a:masterClrMapping/>
  </p:clrMapOvr>
</p:sld>
</file>

<file path=ppt/theme/theme1.xml><?xml version="1.0" encoding="utf-8"?>
<a:theme xmlns:a="http://schemas.openxmlformats.org/drawingml/2006/main" name="Lung Cancer Awareness Month by Slidesgo">
  <a:themeElements>
    <a:clrScheme name="Simple Light">
      <a:dk1>
        <a:srgbClr val="121241"/>
      </a:dk1>
      <a:lt1>
        <a:srgbClr val="F8F8F8"/>
      </a:lt1>
      <a:dk2>
        <a:srgbClr val="E9E9E9"/>
      </a:dk2>
      <a:lt2>
        <a:srgbClr val="5D74FF"/>
      </a:lt2>
      <a:accent1>
        <a:srgbClr val="8755D0"/>
      </a:accent1>
      <a:accent2>
        <a:srgbClr val="D52D2D"/>
      </a:accent2>
      <a:accent3>
        <a:srgbClr val="FF8382"/>
      </a:accent3>
      <a:accent4>
        <a:srgbClr val="FFC1BF"/>
      </a:accent4>
      <a:accent5>
        <a:srgbClr val="FFD38C"/>
      </a:accent5>
      <a:accent6>
        <a:srgbClr val="FFB641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593</Words>
  <Application>Microsoft Macintosh PowerPoint</Application>
  <PresentationFormat>Presentazione su schermo (16:9)</PresentationFormat>
  <Paragraphs>112</Paragraphs>
  <Slides>20</Slides>
  <Notes>20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7" baseType="lpstr">
      <vt:lpstr>Asap</vt:lpstr>
      <vt:lpstr>Open Sans</vt:lpstr>
      <vt:lpstr>Arial</vt:lpstr>
      <vt:lpstr>Open Sans ExtraBold</vt:lpstr>
      <vt:lpstr>Bebas Neue</vt:lpstr>
      <vt:lpstr>Nunito Light</vt:lpstr>
      <vt:lpstr>Lung Cancer Awareness Month by Slidesgo</vt:lpstr>
      <vt:lpstr>XRayAnalyzer</vt:lpstr>
      <vt:lpstr>IL CONTESTO CLINICO E L'ESIGENZA TECNOLOGICA</vt:lpstr>
      <vt:lpstr>Il problema</vt:lpstr>
      <vt:lpstr>LA PIPELINE DI VISIONE - DAL PIXEL ALL'ANOMALIA</vt:lpstr>
      <vt:lpstr>IL PRE-PROCESSING (CLAHE)</vt:lpstr>
      <vt:lpstr>ENSEMBLE MULTI-LIVELLO</vt:lpstr>
      <vt:lpstr>KNOWLEDGE BASE E RAG</vt:lpstr>
      <vt:lpstr>Il Flusso di Lavoro RAG</vt:lpstr>
      <vt:lpstr>Dai File .MD ai Concetti Medici</vt:lpstr>
      <vt:lpstr>Quando l'IA visiva (YOLO) rileva un'anomali, il sistema RAG entra in azione per fornire il contesto clinico necessario.</vt:lpstr>
      <vt:lpstr>AGENTE, ARBITRATO E RAGIONAMENTO</vt:lpstr>
      <vt:lpstr>Qwen-VL-72B come Agente Senior</vt:lpstr>
      <vt:lpstr>Implementazione Tecnica e Ottimizzazione</vt:lpstr>
      <vt:lpstr>TRASPARENZA, ARCHITETTURA E REPORTING</vt:lpstr>
      <vt:lpstr>Interfaccia dinamica</vt:lpstr>
      <vt:lpstr>Backend/UI</vt:lpstr>
      <vt:lpstr>RISULTATI E VISIONE FUTURA</vt:lpstr>
      <vt:lpstr>Dashboard di Performance</vt:lpstr>
      <vt:lpstr>Integrazione DICOM nativa</vt:lpstr>
      <vt:lpstr>STACK TECNOLOGICO E RIFERIMENTI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martin trajkovski</cp:lastModifiedBy>
  <cp:revision>8</cp:revision>
  <dcterms:modified xsi:type="dcterms:W3CDTF">2026-02-15T23:03:03Z</dcterms:modified>
</cp:coreProperties>
</file>