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9"/>
  </p:notesMasterIdLst>
  <p:handoutMasterIdLst>
    <p:handoutMasterId r:id="rId20"/>
  </p:handoutMasterIdLst>
  <p:sldIdLst>
    <p:sldId id="256" r:id="rId2"/>
    <p:sldId id="258" r:id="rId3"/>
    <p:sldId id="274" r:id="rId4"/>
    <p:sldId id="259" r:id="rId5"/>
    <p:sldId id="260" r:id="rId6"/>
    <p:sldId id="275"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mic Sans MS" panose="030F0702030302020204" pitchFamily="66" charset="0"/>
        <a:ea typeface="ヒラギノ角ゴ Pro W3"/>
        <a:cs typeface="ヒラギノ角ゴ Pro W3"/>
      </a:defRPr>
    </a:lvl1pPr>
    <a:lvl2pPr marL="457200" algn="l" rtl="0" fontAlgn="base">
      <a:spcBef>
        <a:spcPct val="0"/>
      </a:spcBef>
      <a:spcAft>
        <a:spcPct val="0"/>
      </a:spcAft>
      <a:defRPr kern="1200">
        <a:solidFill>
          <a:schemeClr val="tx1"/>
        </a:solidFill>
        <a:latin typeface="Comic Sans MS" panose="030F0702030302020204" pitchFamily="66" charset="0"/>
        <a:ea typeface="ヒラギノ角ゴ Pro W3"/>
        <a:cs typeface="ヒラギノ角ゴ Pro W3"/>
      </a:defRPr>
    </a:lvl2pPr>
    <a:lvl3pPr marL="914400" algn="l" rtl="0" fontAlgn="base">
      <a:spcBef>
        <a:spcPct val="0"/>
      </a:spcBef>
      <a:spcAft>
        <a:spcPct val="0"/>
      </a:spcAft>
      <a:defRPr kern="1200">
        <a:solidFill>
          <a:schemeClr val="tx1"/>
        </a:solidFill>
        <a:latin typeface="Comic Sans MS" panose="030F0702030302020204" pitchFamily="66" charset="0"/>
        <a:ea typeface="ヒラギノ角ゴ Pro W3"/>
        <a:cs typeface="ヒラギノ角ゴ Pro W3"/>
      </a:defRPr>
    </a:lvl3pPr>
    <a:lvl4pPr marL="1371600" algn="l" rtl="0" fontAlgn="base">
      <a:spcBef>
        <a:spcPct val="0"/>
      </a:spcBef>
      <a:spcAft>
        <a:spcPct val="0"/>
      </a:spcAft>
      <a:defRPr kern="1200">
        <a:solidFill>
          <a:schemeClr val="tx1"/>
        </a:solidFill>
        <a:latin typeface="Comic Sans MS" panose="030F0702030302020204" pitchFamily="66" charset="0"/>
        <a:ea typeface="ヒラギノ角ゴ Pro W3"/>
        <a:cs typeface="ヒラギノ角ゴ Pro W3"/>
      </a:defRPr>
    </a:lvl4pPr>
    <a:lvl5pPr marL="1828800" algn="l" rtl="0" fontAlgn="base">
      <a:spcBef>
        <a:spcPct val="0"/>
      </a:spcBef>
      <a:spcAft>
        <a:spcPct val="0"/>
      </a:spcAft>
      <a:defRPr kern="1200">
        <a:solidFill>
          <a:schemeClr val="tx1"/>
        </a:solidFill>
        <a:latin typeface="Comic Sans MS" panose="030F0702030302020204" pitchFamily="66" charset="0"/>
        <a:ea typeface="ヒラギノ角ゴ Pro W3"/>
        <a:cs typeface="ヒラギノ角ゴ Pro W3"/>
      </a:defRPr>
    </a:lvl5pPr>
    <a:lvl6pPr marL="2286000" algn="l" defTabSz="914400" rtl="0" eaLnBrk="1" latinLnBrk="0" hangingPunct="1">
      <a:defRPr kern="1200">
        <a:solidFill>
          <a:schemeClr val="tx1"/>
        </a:solidFill>
        <a:latin typeface="Comic Sans MS" panose="030F0702030302020204" pitchFamily="66" charset="0"/>
        <a:ea typeface="ヒラギノ角ゴ Pro W3"/>
        <a:cs typeface="ヒラギノ角ゴ Pro W3"/>
      </a:defRPr>
    </a:lvl6pPr>
    <a:lvl7pPr marL="2743200" algn="l" defTabSz="914400" rtl="0" eaLnBrk="1" latinLnBrk="0" hangingPunct="1">
      <a:defRPr kern="1200">
        <a:solidFill>
          <a:schemeClr val="tx1"/>
        </a:solidFill>
        <a:latin typeface="Comic Sans MS" panose="030F0702030302020204" pitchFamily="66" charset="0"/>
        <a:ea typeface="ヒラギノ角ゴ Pro W3"/>
        <a:cs typeface="ヒラギノ角ゴ Pro W3"/>
      </a:defRPr>
    </a:lvl7pPr>
    <a:lvl8pPr marL="3200400" algn="l" defTabSz="914400" rtl="0" eaLnBrk="1" latinLnBrk="0" hangingPunct="1">
      <a:defRPr kern="1200">
        <a:solidFill>
          <a:schemeClr val="tx1"/>
        </a:solidFill>
        <a:latin typeface="Comic Sans MS" panose="030F0702030302020204" pitchFamily="66" charset="0"/>
        <a:ea typeface="ヒラギノ角ゴ Pro W3"/>
        <a:cs typeface="ヒラギノ角ゴ Pro W3"/>
      </a:defRPr>
    </a:lvl8pPr>
    <a:lvl9pPr marL="3657600" algn="l" defTabSz="914400" rtl="0" eaLnBrk="1" latinLnBrk="0" hangingPunct="1">
      <a:defRPr kern="1200">
        <a:solidFill>
          <a:schemeClr val="tx1"/>
        </a:solidFill>
        <a:latin typeface="Comic Sans MS" panose="030F0702030302020204" pitchFamily="66" charset="0"/>
        <a:ea typeface="ヒラギノ角ゴ Pro W3"/>
        <a:cs typeface="ヒラギノ角ゴ Pro W3"/>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E6E6E6"/>
    <a:srgbClr val="B025A6"/>
    <a:srgbClr val="FF0065"/>
    <a:srgbClr val="003C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10" y="-13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F8CD63-792F-4A21-921A-2C11D4EA4AE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latin typeface="Comic Sans MS" charset="0"/>
                <a:ea typeface="ヒラギノ角ゴ Pro W3" charset="-128"/>
                <a:cs typeface="ヒラギノ角ゴ Pro W3" charset="-128"/>
              </a:defRPr>
            </a:lvl1pPr>
          </a:lstStyle>
          <a:p>
            <a:pPr>
              <a:defRPr/>
            </a:pPr>
            <a:endParaRPr lang="en-US"/>
          </a:p>
        </p:txBody>
      </p:sp>
      <p:sp>
        <p:nvSpPr>
          <p:cNvPr id="3" name="Date Placeholder 2">
            <a:extLst>
              <a:ext uri="{FF2B5EF4-FFF2-40B4-BE49-F238E27FC236}">
                <a16:creationId xmlns:a16="http://schemas.microsoft.com/office/drawing/2014/main" id="{05011A9B-2D77-496C-9A3C-06B7E5358EBD}"/>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0" hangingPunct="0">
              <a:defRPr sz="1200">
                <a:latin typeface="Comic Sans MS" charset="0"/>
                <a:ea typeface="ヒラギノ角ゴ Pro W3" charset="-128"/>
                <a:cs typeface="ヒラギノ角ゴ Pro W3" charset="-128"/>
              </a:defRPr>
            </a:lvl1pPr>
          </a:lstStyle>
          <a:p>
            <a:pPr>
              <a:defRPr/>
            </a:pPr>
            <a:fld id="{2375D1E6-7541-492D-818D-8995383BED1B}" type="datetime1">
              <a:rPr lang="en-US"/>
              <a:pPr>
                <a:defRPr/>
              </a:pPr>
              <a:t>10/20/2020</a:t>
            </a:fld>
            <a:endParaRPr lang="en-US"/>
          </a:p>
        </p:txBody>
      </p:sp>
      <p:sp>
        <p:nvSpPr>
          <p:cNvPr id="4" name="Footer Placeholder 3">
            <a:extLst>
              <a:ext uri="{FF2B5EF4-FFF2-40B4-BE49-F238E27FC236}">
                <a16:creationId xmlns:a16="http://schemas.microsoft.com/office/drawing/2014/main" id="{2420704E-AE6E-4153-ADE3-A792E076CCC9}"/>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0" hangingPunct="0">
              <a:defRPr sz="1200">
                <a:latin typeface="Comic Sans MS" charset="0"/>
                <a:ea typeface="ヒラギノ角ゴ Pro W3" charset="-128"/>
                <a:cs typeface="ヒラギノ角ゴ Pro W3" charset="-128"/>
              </a:defRPr>
            </a:lvl1pPr>
          </a:lstStyle>
          <a:p>
            <a:pPr>
              <a:defRPr/>
            </a:pPr>
            <a:endParaRPr lang="en-US"/>
          </a:p>
        </p:txBody>
      </p:sp>
      <p:sp>
        <p:nvSpPr>
          <p:cNvPr id="5" name="Slide Number Placeholder 4">
            <a:extLst>
              <a:ext uri="{FF2B5EF4-FFF2-40B4-BE49-F238E27FC236}">
                <a16:creationId xmlns:a16="http://schemas.microsoft.com/office/drawing/2014/main" id="{6834955C-1666-4C4F-BD27-BE581AAFA157}"/>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0" hangingPunct="0">
              <a:defRPr sz="1200"/>
            </a:lvl1pPr>
          </a:lstStyle>
          <a:p>
            <a:fld id="{687CE245-2E94-4A35-9C35-54530E9CA439}" type="slidenum">
              <a:rPr lang="en-US" altLang="it-IT"/>
              <a:pPr/>
              <a:t>‹N›</a:t>
            </a:fld>
            <a:endParaRPr lang="en-US" altLang="it-IT"/>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ABB4929-B450-4CA0-8291-F9A7615D265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a:latin typeface="Comic Sans MS" charset="0"/>
                <a:ea typeface="ヒラギノ角ゴ Pro W3" charset="-128"/>
                <a:cs typeface="ヒラギノ角ゴ Pro W3" charset="-128"/>
              </a:defRPr>
            </a:lvl1pPr>
          </a:lstStyle>
          <a:p>
            <a:pPr>
              <a:defRPr/>
            </a:pPr>
            <a:endParaRPr lang="en-US"/>
          </a:p>
        </p:txBody>
      </p:sp>
      <p:sp>
        <p:nvSpPr>
          <p:cNvPr id="4099" name="Rectangle 3">
            <a:extLst>
              <a:ext uri="{FF2B5EF4-FFF2-40B4-BE49-F238E27FC236}">
                <a16:creationId xmlns:a16="http://schemas.microsoft.com/office/drawing/2014/main" id="{6CE87957-8ADA-49C0-A570-34FB4C261AE9}"/>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atin typeface="Comic Sans MS" charset="0"/>
                <a:ea typeface="ヒラギノ角ゴ Pro W3" charset="-128"/>
                <a:cs typeface="ヒラギノ角ゴ Pro W3" charset="-128"/>
              </a:defRPr>
            </a:lvl1pPr>
          </a:lstStyle>
          <a:p>
            <a:pPr>
              <a:defRPr/>
            </a:pPr>
            <a:endParaRPr lang="en-US"/>
          </a:p>
        </p:txBody>
      </p:sp>
      <p:sp>
        <p:nvSpPr>
          <p:cNvPr id="13316" name="Rectangle 4">
            <a:extLst>
              <a:ext uri="{FF2B5EF4-FFF2-40B4-BE49-F238E27FC236}">
                <a16:creationId xmlns:a16="http://schemas.microsoft.com/office/drawing/2014/main" id="{7DEC3406-4D85-4A5D-9816-7AD6C0568B7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329933DB-168D-492B-9FA5-FCAF70590064}"/>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8A0EDEA2-2011-4740-8061-3ED197309FB9}"/>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eaLnBrk="0" hangingPunct="0">
              <a:defRPr sz="1200">
                <a:latin typeface="Comic Sans MS" charset="0"/>
                <a:ea typeface="ヒラギノ角ゴ Pro W3" charset="-128"/>
                <a:cs typeface="ヒラギノ角ゴ Pro W3" charset="-128"/>
              </a:defRPr>
            </a:lvl1pPr>
          </a:lstStyle>
          <a:p>
            <a:pPr>
              <a:defRPr/>
            </a:pPr>
            <a:endParaRPr lang="en-US"/>
          </a:p>
        </p:txBody>
      </p:sp>
      <p:sp>
        <p:nvSpPr>
          <p:cNvPr id="4103" name="Rectangle 7">
            <a:extLst>
              <a:ext uri="{FF2B5EF4-FFF2-40B4-BE49-F238E27FC236}">
                <a16:creationId xmlns:a16="http://schemas.microsoft.com/office/drawing/2014/main" id="{51EDA455-1162-496D-85B0-461F6464F84B}"/>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eaLnBrk="0" hangingPunct="0">
              <a:defRPr sz="1200"/>
            </a:lvl1pPr>
          </a:lstStyle>
          <a:p>
            <a:fld id="{3AD89B76-A710-48D5-8233-1647E3FFA655}" type="slidenum">
              <a:rPr lang="en-US" altLang="it-IT"/>
              <a:pPr/>
              <a:t>‹N›</a:t>
            </a:fld>
            <a:endParaRPr lang="en-US" altLang="it-IT"/>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1pPr>
    <a:lvl2pPr marL="457200"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2pPr>
    <a:lvl3pPr marL="914400"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3pPr>
    <a:lvl4pPr marL="1371600"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4pPr>
    <a:lvl5pPr marL="1828800" algn="l" rtl="0" eaLnBrk="0" fontAlgn="base" hangingPunct="0">
      <a:spcBef>
        <a:spcPct val="30000"/>
      </a:spcBef>
      <a:spcAft>
        <a:spcPct val="0"/>
      </a:spcAft>
      <a:defRPr sz="1200" kern="1200">
        <a:solidFill>
          <a:schemeClr val="tx1"/>
        </a:solidFill>
        <a:latin typeface="Arial" charset="0"/>
        <a:ea typeface="ヒラギノ角ゴ Pro W3" charset="-128"/>
        <a:cs typeface="ヒラギノ角ゴ Pro W3"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EB38D772-1D43-449A-98C5-A0A89AD9FF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23A96E83-6DB5-4123-B96D-320E1CBD2226}" type="slidenum">
              <a:rPr lang="en-US" altLang="it-IT"/>
              <a:pPr/>
              <a:t>0</a:t>
            </a:fld>
            <a:endParaRPr lang="en-US" altLang="it-IT"/>
          </a:p>
        </p:txBody>
      </p:sp>
      <p:sp>
        <p:nvSpPr>
          <p:cNvPr id="16386" name="Rectangle 2">
            <a:extLst>
              <a:ext uri="{FF2B5EF4-FFF2-40B4-BE49-F238E27FC236}">
                <a16:creationId xmlns:a16="http://schemas.microsoft.com/office/drawing/2014/main" id="{C675B0F5-9982-4B57-BAF0-5F250EBD76ED}"/>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7E1F4A99-8602-4B58-A5C1-011A4BDE1B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1DF1DB67-14F4-468D-A6C5-304A5B959E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395BDF55-1595-4791-995B-B16683806961}" type="slidenum">
              <a:rPr lang="en-US" altLang="it-IT"/>
              <a:pPr/>
              <a:t>1</a:t>
            </a:fld>
            <a:endParaRPr lang="en-US" altLang="it-IT"/>
          </a:p>
        </p:txBody>
      </p:sp>
      <p:sp>
        <p:nvSpPr>
          <p:cNvPr id="18434" name="Rectangle 2">
            <a:extLst>
              <a:ext uri="{FF2B5EF4-FFF2-40B4-BE49-F238E27FC236}">
                <a16:creationId xmlns:a16="http://schemas.microsoft.com/office/drawing/2014/main" id="{15C02D87-5E9B-4591-9C7C-948799B94711}"/>
              </a:ext>
            </a:extLst>
          </p:cNvPr>
          <p:cNvSpPr>
            <a:spLocks noGrp="1" noRot="1" noChangeAspect="1" noChangeArrowheads="1"/>
          </p:cNvSpPr>
          <p:nvPr>
            <p:ph type="sldImg"/>
          </p:nvPr>
        </p:nvSpPr>
        <p:spPr>
          <a:solidFill>
            <a:srgbClr val="FFFFFF"/>
          </a:solidFill>
          <a:ln/>
        </p:spPr>
      </p:sp>
      <p:sp>
        <p:nvSpPr>
          <p:cNvPr id="18435" name="Rectangle 3">
            <a:extLst>
              <a:ext uri="{FF2B5EF4-FFF2-40B4-BE49-F238E27FC236}">
                <a16:creationId xmlns:a16="http://schemas.microsoft.com/office/drawing/2014/main" id="{63463CE9-6FFF-403E-90B8-A993BC07F9B7}"/>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3EB87B1E-44D8-47EE-9786-4B0AB4BCDE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0E272833-95EF-4E1F-81C2-9371597FA32C}" type="slidenum">
              <a:rPr lang="en-US" altLang="it-IT"/>
              <a:pPr/>
              <a:t>3</a:t>
            </a:fld>
            <a:endParaRPr lang="en-US" altLang="it-IT"/>
          </a:p>
        </p:txBody>
      </p:sp>
      <p:sp>
        <p:nvSpPr>
          <p:cNvPr id="21506" name="Rectangle 2">
            <a:extLst>
              <a:ext uri="{FF2B5EF4-FFF2-40B4-BE49-F238E27FC236}">
                <a16:creationId xmlns:a16="http://schemas.microsoft.com/office/drawing/2014/main" id="{C2D6A2D4-EBF5-4186-B5AD-BB32A34F2D13}"/>
              </a:ext>
            </a:extLst>
          </p:cNvPr>
          <p:cNvSpPr>
            <a:spLocks noGrp="1" noRot="1" noChangeAspect="1" noChangeArrowheads="1"/>
          </p:cNvSpPr>
          <p:nvPr>
            <p:ph type="sldImg"/>
          </p:nvPr>
        </p:nvSpPr>
        <p:spPr>
          <a:solidFill>
            <a:srgbClr val="FFFFFF"/>
          </a:solidFill>
          <a:ln/>
        </p:spPr>
      </p:sp>
      <p:sp>
        <p:nvSpPr>
          <p:cNvPr id="21507" name="Rectangle 3">
            <a:extLst>
              <a:ext uri="{FF2B5EF4-FFF2-40B4-BE49-F238E27FC236}">
                <a16:creationId xmlns:a16="http://schemas.microsoft.com/office/drawing/2014/main" id="{19BBA2D0-05D3-4421-9FB9-5D295887C376}"/>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8CE90EDE-7742-4A93-91D3-46EDC8A120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85655831-923E-4BD5-BED9-F5C3F44AB400}" type="slidenum">
              <a:rPr lang="en-US" altLang="it-IT"/>
              <a:pPr/>
              <a:t>4</a:t>
            </a:fld>
            <a:endParaRPr lang="en-US" altLang="it-IT"/>
          </a:p>
        </p:txBody>
      </p:sp>
      <p:sp>
        <p:nvSpPr>
          <p:cNvPr id="23554" name="Rectangle 2">
            <a:extLst>
              <a:ext uri="{FF2B5EF4-FFF2-40B4-BE49-F238E27FC236}">
                <a16:creationId xmlns:a16="http://schemas.microsoft.com/office/drawing/2014/main" id="{EFBB88C1-6B4D-4AA7-BC28-C0E5F89ECBCF}"/>
              </a:ext>
            </a:extLst>
          </p:cNvPr>
          <p:cNvSpPr>
            <a:spLocks noGrp="1" noRot="1" noChangeAspect="1" noChangeArrowheads="1"/>
          </p:cNvSpPr>
          <p:nvPr>
            <p:ph type="sldImg"/>
          </p:nvPr>
        </p:nvSpPr>
        <p:spPr>
          <a:solidFill>
            <a:srgbClr val="FFFFFF"/>
          </a:solidFill>
          <a:ln/>
        </p:spPr>
      </p:sp>
      <p:sp>
        <p:nvSpPr>
          <p:cNvPr id="23555" name="Rectangle 3">
            <a:extLst>
              <a:ext uri="{FF2B5EF4-FFF2-40B4-BE49-F238E27FC236}">
                <a16:creationId xmlns:a16="http://schemas.microsoft.com/office/drawing/2014/main" id="{0290DC4F-20D9-4B06-A05E-5658A77EF299}"/>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F6B819D3-BD31-4ABD-9CC0-ABA4789209C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97C0F236-A430-40EC-A9F1-47D8280E748B}" type="slidenum">
              <a:rPr lang="en-US" altLang="it-IT"/>
              <a:pPr/>
              <a:t>5</a:t>
            </a:fld>
            <a:endParaRPr lang="en-US" altLang="it-IT"/>
          </a:p>
        </p:txBody>
      </p:sp>
      <p:sp>
        <p:nvSpPr>
          <p:cNvPr id="25602" name="Rectangle 2">
            <a:extLst>
              <a:ext uri="{FF2B5EF4-FFF2-40B4-BE49-F238E27FC236}">
                <a16:creationId xmlns:a16="http://schemas.microsoft.com/office/drawing/2014/main" id="{70E8787D-DDD2-4652-B413-DF9DA13CEE9F}"/>
              </a:ext>
            </a:extLst>
          </p:cNvPr>
          <p:cNvSpPr>
            <a:spLocks noGrp="1" noRot="1" noChangeAspect="1" noChangeArrowheads="1"/>
          </p:cNvSpPr>
          <p:nvPr>
            <p:ph type="sldImg"/>
          </p:nvPr>
        </p:nvSpPr>
        <p:spPr>
          <a:solidFill>
            <a:srgbClr val="FFFFFF"/>
          </a:solidFill>
          <a:ln/>
        </p:spPr>
      </p:sp>
      <p:sp>
        <p:nvSpPr>
          <p:cNvPr id="25603" name="Rectangle 3">
            <a:extLst>
              <a:ext uri="{FF2B5EF4-FFF2-40B4-BE49-F238E27FC236}">
                <a16:creationId xmlns:a16="http://schemas.microsoft.com/office/drawing/2014/main" id="{23D38AA3-443C-4C86-B255-6F37A2E0B6BD}"/>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B1B5AD6F-8616-42AF-9F70-AF6D0479042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B5EB2352-C019-4137-A3C0-292EA0D7EEB1}" type="slidenum">
              <a:rPr lang="en-US" altLang="it-IT"/>
              <a:pPr/>
              <a:t>6</a:t>
            </a:fld>
            <a:endParaRPr lang="en-US" altLang="it-IT"/>
          </a:p>
        </p:txBody>
      </p:sp>
      <p:sp>
        <p:nvSpPr>
          <p:cNvPr id="27650" name="Rectangle 2">
            <a:extLst>
              <a:ext uri="{FF2B5EF4-FFF2-40B4-BE49-F238E27FC236}">
                <a16:creationId xmlns:a16="http://schemas.microsoft.com/office/drawing/2014/main" id="{FA338A39-9ED7-45B0-86B6-5D67BBEBB6E1}"/>
              </a:ext>
            </a:extLst>
          </p:cNvPr>
          <p:cNvSpPr>
            <a:spLocks noGrp="1" noRot="1" noChangeAspect="1" noChangeArrowheads="1"/>
          </p:cNvSpPr>
          <p:nvPr>
            <p:ph type="sldImg"/>
          </p:nvPr>
        </p:nvSpPr>
        <p:spPr>
          <a:solidFill>
            <a:srgbClr val="FFFFFF"/>
          </a:solidFill>
          <a:ln/>
        </p:spPr>
      </p:sp>
      <p:sp>
        <p:nvSpPr>
          <p:cNvPr id="27651" name="Rectangle 3">
            <a:extLst>
              <a:ext uri="{FF2B5EF4-FFF2-40B4-BE49-F238E27FC236}">
                <a16:creationId xmlns:a16="http://schemas.microsoft.com/office/drawing/2014/main" id="{CE5D499A-D60F-44F0-AA4D-41ED90402202}"/>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ECF5FB72-C028-4555-9BB5-5582A4EBF6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B3DA605B-6FAF-462A-A8AC-28B073CAAB4C}" type="slidenum">
              <a:rPr lang="en-US" altLang="it-IT"/>
              <a:pPr/>
              <a:t>7</a:t>
            </a:fld>
            <a:endParaRPr lang="en-US" altLang="it-IT"/>
          </a:p>
        </p:txBody>
      </p:sp>
      <p:sp>
        <p:nvSpPr>
          <p:cNvPr id="29698" name="Rectangle 2">
            <a:extLst>
              <a:ext uri="{FF2B5EF4-FFF2-40B4-BE49-F238E27FC236}">
                <a16:creationId xmlns:a16="http://schemas.microsoft.com/office/drawing/2014/main" id="{79342514-3744-4B14-BBA4-E850A139EA84}"/>
              </a:ext>
            </a:extLst>
          </p:cNvPr>
          <p:cNvSpPr>
            <a:spLocks noGrp="1" noRot="1" noChangeAspect="1" noChangeArrowheads="1"/>
          </p:cNvSpPr>
          <p:nvPr>
            <p:ph type="sldImg"/>
          </p:nvPr>
        </p:nvSpPr>
        <p:spPr>
          <a:solidFill>
            <a:srgbClr val="FFFFFF"/>
          </a:solidFill>
          <a:ln/>
        </p:spPr>
      </p:sp>
      <p:sp>
        <p:nvSpPr>
          <p:cNvPr id="29699" name="Rectangle 3">
            <a:extLst>
              <a:ext uri="{FF2B5EF4-FFF2-40B4-BE49-F238E27FC236}">
                <a16:creationId xmlns:a16="http://schemas.microsoft.com/office/drawing/2014/main" id="{C19B434B-FDF4-41AB-BE2B-0BD0A5D2E902}"/>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0926D290-3898-4B4B-B409-B4D8EDED4E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E047235D-0F1F-490F-8786-0870D4755D57}" type="slidenum">
              <a:rPr lang="en-US" altLang="it-IT"/>
              <a:pPr/>
              <a:t>8</a:t>
            </a:fld>
            <a:endParaRPr lang="en-US" altLang="it-IT"/>
          </a:p>
        </p:txBody>
      </p:sp>
      <p:sp>
        <p:nvSpPr>
          <p:cNvPr id="31746" name="Rectangle 2">
            <a:extLst>
              <a:ext uri="{FF2B5EF4-FFF2-40B4-BE49-F238E27FC236}">
                <a16:creationId xmlns:a16="http://schemas.microsoft.com/office/drawing/2014/main" id="{66D1C816-10F5-4575-ABBA-8DA67EED42D0}"/>
              </a:ext>
            </a:extLst>
          </p:cNvPr>
          <p:cNvSpPr>
            <a:spLocks noGrp="1" noRot="1" noChangeAspect="1" noChangeArrowheads="1"/>
          </p:cNvSpPr>
          <p:nvPr>
            <p:ph type="sldImg"/>
          </p:nvPr>
        </p:nvSpPr>
        <p:spPr>
          <a:solidFill>
            <a:srgbClr val="FFFFFF"/>
          </a:solidFill>
          <a:ln/>
        </p:spPr>
      </p:sp>
      <p:sp>
        <p:nvSpPr>
          <p:cNvPr id="31747" name="Rectangle 3">
            <a:extLst>
              <a:ext uri="{FF2B5EF4-FFF2-40B4-BE49-F238E27FC236}">
                <a16:creationId xmlns:a16="http://schemas.microsoft.com/office/drawing/2014/main" id="{04E7FA4E-A971-49F7-A4C1-D213EA33BD47}"/>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28C134AB-87CF-4720-9453-A008D1CABB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14EC3E5C-0C11-43B7-A5F6-B4A1B0A00521}" type="slidenum">
              <a:rPr lang="en-US" altLang="it-IT"/>
              <a:pPr/>
              <a:t>9</a:t>
            </a:fld>
            <a:endParaRPr lang="en-US" altLang="it-IT"/>
          </a:p>
        </p:txBody>
      </p:sp>
      <p:sp>
        <p:nvSpPr>
          <p:cNvPr id="33794" name="Rectangle 2">
            <a:extLst>
              <a:ext uri="{FF2B5EF4-FFF2-40B4-BE49-F238E27FC236}">
                <a16:creationId xmlns:a16="http://schemas.microsoft.com/office/drawing/2014/main" id="{A41E115C-F3ED-4504-9C5D-D1B99FB4FCA3}"/>
              </a:ext>
            </a:extLst>
          </p:cNvPr>
          <p:cNvSpPr>
            <a:spLocks noGrp="1" noRot="1" noChangeAspect="1" noChangeArrowheads="1"/>
          </p:cNvSpPr>
          <p:nvPr>
            <p:ph type="sldImg"/>
          </p:nvPr>
        </p:nvSpPr>
        <p:spPr>
          <a:solidFill>
            <a:srgbClr val="FFFFFF"/>
          </a:solidFill>
          <a:ln/>
        </p:spPr>
      </p:sp>
      <p:sp>
        <p:nvSpPr>
          <p:cNvPr id="33795" name="Rectangle 3">
            <a:extLst>
              <a:ext uri="{FF2B5EF4-FFF2-40B4-BE49-F238E27FC236}">
                <a16:creationId xmlns:a16="http://schemas.microsoft.com/office/drawing/2014/main" id="{92E2F7C1-D6CB-445E-814E-2D861DA2A354}"/>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F1A435CC-5347-46DC-8692-A8966CB0E9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3CB49A48-E1AA-4984-A236-4C702D0ED899}" type="slidenum">
              <a:rPr lang="en-US" altLang="it-IT"/>
              <a:pPr/>
              <a:t>10</a:t>
            </a:fld>
            <a:endParaRPr lang="en-US" altLang="it-IT"/>
          </a:p>
        </p:txBody>
      </p:sp>
      <p:sp>
        <p:nvSpPr>
          <p:cNvPr id="35842" name="Rectangle 2">
            <a:extLst>
              <a:ext uri="{FF2B5EF4-FFF2-40B4-BE49-F238E27FC236}">
                <a16:creationId xmlns:a16="http://schemas.microsoft.com/office/drawing/2014/main" id="{3DA22C2C-CF72-4382-A63F-A8E103AC0AC6}"/>
              </a:ext>
            </a:extLst>
          </p:cNvPr>
          <p:cNvSpPr>
            <a:spLocks noGrp="1" noRot="1" noChangeAspect="1" noChangeArrowheads="1"/>
          </p:cNvSpPr>
          <p:nvPr>
            <p:ph type="sldImg"/>
          </p:nvPr>
        </p:nvSpPr>
        <p:spPr>
          <a:solidFill>
            <a:srgbClr val="FFFFFF"/>
          </a:solidFill>
          <a:ln/>
        </p:spPr>
      </p:sp>
      <p:sp>
        <p:nvSpPr>
          <p:cNvPr id="35843" name="Rectangle 3">
            <a:extLst>
              <a:ext uri="{FF2B5EF4-FFF2-40B4-BE49-F238E27FC236}">
                <a16:creationId xmlns:a16="http://schemas.microsoft.com/office/drawing/2014/main" id="{3B6CD737-F09D-41B0-A3AE-434E57EAB3C5}"/>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8A67375B-0F5D-46C5-A580-A212440762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2E19B301-24E9-4977-82D3-A6519CA96642}" type="slidenum">
              <a:rPr lang="en-US" altLang="it-IT"/>
              <a:pPr/>
              <a:t>11</a:t>
            </a:fld>
            <a:endParaRPr lang="en-US" altLang="it-IT"/>
          </a:p>
        </p:txBody>
      </p:sp>
      <p:sp>
        <p:nvSpPr>
          <p:cNvPr id="37890" name="Rectangle 2">
            <a:extLst>
              <a:ext uri="{FF2B5EF4-FFF2-40B4-BE49-F238E27FC236}">
                <a16:creationId xmlns:a16="http://schemas.microsoft.com/office/drawing/2014/main" id="{EAB98395-7900-4AED-BFFF-187458809FCB}"/>
              </a:ext>
            </a:extLst>
          </p:cNvPr>
          <p:cNvSpPr>
            <a:spLocks noGrp="1" noRot="1" noChangeAspect="1" noChangeArrowheads="1"/>
          </p:cNvSpPr>
          <p:nvPr>
            <p:ph type="sldImg"/>
          </p:nvPr>
        </p:nvSpPr>
        <p:spPr>
          <a:solidFill>
            <a:srgbClr val="FFFFFF"/>
          </a:solidFill>
          <a:ln/>
        </p:spPr>
      </p:sp>
      <p:sp>
        <p:nvSpPr>
          <p:cNvPr id="37891" name="Rectangle 3">
            <a:extLst>
              <a:ext uri="{FF2B5EF4-FFF2-40B4-BE49-F238E27FC236}">
                <a16:creationId xmlns:a16="http://schemas.microsoft.com/office/drawing/2014/main" id="{B0E57B39-4CF0-44EA-B7D4-459DEE0B57AF}"/>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A8FCEC15-F398-42E7-A0B8-0FCA7A43D8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53909FA2-6656-48E0-8C3B-2C860F633C81}" type="slidenum">
              <a:rPr lang="en-US" altLang="it-IT"/>
              <a:pPr/>
              <a:t>12</a:t>
            </a:fld>
            <a:endParaRPr lang="en-US" altLang="it-IT"/>
          </a:p>
        </p:txBody>
      </p:sp>
      <p:sp>
        <p:nvSpPr>
          <p:cNvPr id="39938" name="Rectangle 2">
            <a:extLst>
              <a:ext uri="{FF2B5EF4-FFF2-40B4-BE49-F238E27FC236}">
                <a16:creationId xmlns:a16="http://schemas.microsoft.com/office/drawing/2014/main" id="{145B1BE6-6756-4F44-9C57-F85EBBB87B22}"/>
              </a:ext>
            </a:extLst>
          </p:cNvPr>
          <p:cNvSpPr>
            <a:spLocks noGrp="1" noRot="1" noChangeAspect="1" noChangeArrowheads="1"/>
          </p:cNvSpPr>
          <p:nvPr>
            <p:ph type="sldImg"/>
          </p:nvPr>
        </p:nvSpPr>
        <p:spPr>
          <a:solidFill>
            <a:srgbClr val="FFFFFF"/>
          </a:solidFill>
          <a:ln/>
        </p:spPr>
      </p:sp>
      <p:sp>
        <p:nvSpPr>
          <p:cNvPr id="39939" name="Rectangle 3">
            <a:extLst>
              <a:ext uri="{FF2B5EF4-FFF2-40B4-BE49-F238E27FC236}">
                <a16:creationId xmlns:a16="http://schemas.microsoft.com/office/drawing/2014/main" id="{0CA96103-5F57-4296-8191-82B2CC2827F3}"/>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FD0B9B2D-9798-43D3-A976-EA2E442E07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B80798A4-27B3-45AB-BDDF-6446C27A8B8E}" type="slidenum">
              <a:rPr lang="en-US" altLang="it-IT"/>
              <a:pPr/>
              <a:t>13</a:t>
            </a:fld>
            <a:endParaRPr lang="en-US" altLang="it-IT"/>
          </a:p>
        </p:txBody>
      </p:sp>
      <p:sp>
        <p:nvSpPr>
          <p:cNvPr id="41986" name="Rectangle 2">
            <a:extLst>
              <a:ext uri="{FF2B5EF4-FFF2-40B4-BE49-F238E27FC236}">
                <a16:creationId xmlns:a16="http://schemas.microsoft.com/office/drawing/2014/main" id="{E56201D7-160C-483D-9A4A-08C76EFBD169}"/>
              </a:ext>
            </a:extLst>
          </p:cNvPr>
          <p:cNvSpPr>
            <a:spLocks noGrp="1" noRot="1" noChangeAspect="1" noChangeArrowheads="1"/>
          </p:cNvSpPr>
          <p:nvPr>
            <p:ph type="sldImg"/>
          </p:nvPr>
        </p:nvSpPr>
        <p:spPr>
          <a:solidFill>
            <a:srgbClr val="FFFFFF"/>
          </a:solidFill>
          <a:ln/>
        </p:spPr>
      </p:sp>
      <p:sp>
        <p:nvSpPr>
          <p:cNvPr id="41987" name="Rectangle 3">
            <a:extLst>
              <a:ext uri="{FF2B5EF4-FFF2-40B4-BE49-F238E27FC236}">
                <a16:creationId xmlns:a16="http://schemas.microsoft.com/office/drawing/2014/main" id="{D1DD9C38-C2FE-4400-AAC5-CA21658F4226}"/>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22517B42-9235-460C-95D2-5724F8BD72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F861B61C-46EF-4375-BC2F-DCAE768A490E}" type="slidenum">
              <a:rPr lang="en-US" altLang="it-IT"/>
              <a:pPr/>
              <a:t>14</a:t>
            </a:fld>
            <a:endParaRPr lang="en-US" altLang="it-IT"/>
          </a:p>
        </p:txBody>
      </p:sp>
      <p:sp>
        <p:nvSpPr>
          <p:cNvPr id="44034" name="Rectangle 2">
            <a:extLst>
              <a:ext uri="{FF2B5EF4-FFF2-40B4-BE49-F238E27FC236}">
                <a16:creationId xmlns:a16="http://schemas.microsoft.com/office/drawing/2014/main" id="{953298CA-7037-40E7-B6C9-608684EAA431}"/>
              </a:ext>
            </a:extLst>
          </p:cNvPr>
          <p:cNvSpPr>
            <a:spLocks noGrp="1" noRot="1" noChangeAspect="1" noChangeArrowheads="1"/>
          </p:cNvSpPr>
          <p:nvPr>
            <p:ph type="sldImg"/>
          </p:nvPr>
        </p:nvSpPr>
        <p:spPr>
          <a:solidFill>
            <a:srgbClr val="FFFFFF"/>
          </a:solidFill>
          <a:ln/>
        </p:spPr>
      </p:sp>
      <p:sp>
        <p:nvSpPr>
          <p:cNvPr id="44035" name="Rectangle 3">
            <a:extLst>
              <a:ext uri="{FF2B5EF4-FFF2-40B4-BE49-F238E27FC236}">
                <a16:creationId xmlns:a16="http://schemas.microsoft.com/office/drawing/2014/main" id="{315F8922-413F-4749-AA77-4C8E07C17CF8}"/>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BD513A9A-44BE-4A9A-92CC-49A0F7909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506F2873-81EF-4E77-9D44-965CB384389E}" type="slidenum">
              <a:rPr lang="en-US" altLang="it-IT"/>
              <a:pPr/>
              <a:t>15</a:t>
            </a:fld>
            <a:endParaRPr lang="en-US" altLang="it-IT"/>
          </a:p>
        </p:txBody>
      </p:sp>
      <p:sp>
        <p:nvSpPr>
          <p:cNvPr id="46082" name="Rectangle 2">
            <a:extLst>
              <a:ext uri="{FF2B5EF4-FFF2-40B4-BE49-F238E27FC236}">
                <a16:creationId xmlns:a16="http://schemas.microsoft.com/office/drawing/2014/main" id="{C2C45535-4210-40E1-964B-300208D02066}"/>
              </a:ext>
            </a:extLst>
          </p:cNvPr>
          <p:cNvSpPr>
            <a:spLocks noGrp="1" noRot="1" noChangeAspect="1" noChangeArrowheads="1"/>
          </p:cNvSpPr>
          <p:nvPr>
            <p:ph type="sldImg"/>
          </p:nvPr>
        </p:nvSpPr>
        <p:spPr>
          <a:solidFill>
            <a:srgbClr val="FFFFFF"/>
          </a:solidFill>
          <a:ln/>
        </p:spPr>
      </p:sp>
      <p:sp>
        <p:nvSpPr>
          <p:cNvPr id="46083" name="Rectangle 3">
            <a:extLst>
              <a:ext uri="{FF2B5EF4-FFF2-40B4-BE49-F238E27FC236}">
                <a16:creationId xmlns:a16="http://schemas.microsoft.com/office/drawing/2014/main" id="{7E1C8F76-3B55-486E-95F5-94E6D0D3DF0C}"/>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75BA49E0-24BC-4EA4-81B5-39F2339FD0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7B1331F0-F80D-461D-BD5F-21964B8B16EC}" type="slidenum">
              <a:rPr lang="en-US" altLang="it-IT"/>
              <a:pPr/>
              <a:t>16</a:t>
            </a:fld>
            <a:endParaRPr lang="en-US" altLang="it-IT"/>
          </a:p>
        </p:txBody>
      </p:sp>
      <p:sp>
        <p:nvSpPr>
          <p:cNvPr id="48130" name="Rectangle 2">
            <a:extLst>
              <a:ext uri="{FF2B5EF4-FFF2-40B4-BE49-F238E27FC236}">
                <a16:creationId xmlns:a16="http://schemas.microsoft.com/office/drawing/2014/main" id="{854CDF36-10F2-4804-8955-BDFED06A5AD5}"/>
              </a:ext>
            </a:extLst>
          </p:cNvPr>
          <p:cNvSpPr>
            <a:spLocks noGrp="1" noRot="1" noChangeAspect="1" noChangeArrowheads="1"/>
          </p:cNvSpPr>
          <p:nvPr>
            <p:ph type="sldImg"/>
          </p:nvPr>
        </p:nvSpPr>
        <p:spPr>
          <a:solidFill>
            <a:srgbClr val="FFFFFF"/>
          </a:solidFill>
          <a:ln/>
        </p:spPr>
      </p:sp>
      <p:sp>
        <p:nvSpPr>
          <p:cNvPr id="48131" name="Rectangle 3">
            <a:extLst>
              <a:ext uri="{FF2B5EF4-FFF2-40B4-BE49-F238E27FC236}">
                <a16:creationId xmlns:a16="http://schemas.microsoft.com/office/drawing/2014/main" id="{21C2465F-EC64-4D0C-8241-CA774F131E2F}"/>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GB" altLang="it-IT">
              <a:latin typeface="Arial" panose="020B0604020202020204" pitchFamily="34" charset="0"/>
              <a:ea typeface="ヒラギノ角ゴ Pro W3"/>
              <a:cs typeface="ヒラギノ角ゴ Pro W3"/>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950AFDB5-5E8C-470A-83DB-E711A1528C04}"/>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5" name="Rectangle 6">
            <a:extLst>
              <a:ext uri="{FF2B5EF4-FFF2-40B4-BE49-F238E27FC236}">
                <a16:creationId xmlns:a16="http://schemas.microsoft.com/office/drawing/2014/main" id="{BE6F18DF-925E-43DC-8DBB-92BC59AFCBBB}"/>
              </a:ext>
            </a:extLst>
          </p:cNvPr>
          <p:cNvSpPr>
            <a:spLocks noGrp="1" noChangeArrowheads="1"/>
          </p:cNvSpPr>
          <p:nvPr>
            <p:ph type="sldNum" sz="quarter" idx="11"/>
          </p:nvPr>
        </p:nvSpPr>
        <p:spPr>
          <a:ln/>
        </p:spPr>
        <p:txBody>
          <a:bodyPr/>
          <a:lstStyle>
            <a:lvl1pPr>
              <a:defRPr/>
            </a:lvl1pPr>
          </a:lstStyle>
          <a:p>
            <a:fld id="{A8E2F483-AC84-4D2B-98DC-34608ED4D178}" type="slidenum">
              <a:rPr lang="en-US" altLang="it-IT"/>
              <a:pPr/>
              <a:t>‹N›</a:t>
            </a:fld>
            <a:endParaRPr lang="en-US" altLang="it-IT"/>
          </a:p>
        </p:txBody>
      </p:sp>
    </p:spTree>
    <p:extLst>
      <p:ext uri="{BB962C8B-B14F-4D97-AF65-F5344CB8AC3E}">
        <p14:creationId xmlns:p14="http://schemas.microsoft.com/office/powerpoint/2010/main" val="671147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2830F62-307F-4AD5-937D-D5186D6BC173}"/>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5" name="Rectangle 6">
            <a:extLst>
              <a:ext uri="{FF2B5EF4-FFF2-40B4-BE49-F238E27FC236}">
                <a16:creationId xmlns:a16="http://schemas.microsoft.com/office/drawing/2014/main" id="{81B36D65-2418-4BBB-97D3-BB8F90CA7C02}"/>
              </a:ext>
            </a:extLst>
          </p:cNvPr>
          <p:cNvSpPr>
            <a:spLocks noGrp="1" noChangeArrowheads="1"/>
          </p:cNvSpPr>
          <p:nvPr>
            <p:ph type="sldNum" sz="quarter" idx="11"/>
          </p:nvPr>
        </p:nvSpPr>
        <p:spPr>
          <a:ln/>
        </p:spPr>
        <p:txBody>
          <a:bodyPr/>
          <a:lstStyle>
            <a:lvl1pPr>
              <a:defRPr/>
            </a:lvl1pPr>
          </a:lstStyle>
          <a:p>
            <a:fld id="{C38E165B-312E-4FFF-BE22-9E4E26269EAF}" type="slidenum">
              <a:rPr lang="en-US" altLang="it-IT"/>
              <a:pPr/>
              <a:t>‹N›</a:t>
            </a:fld>
            <a:endParaRPr lang="en-US" altLang="it-IT"/>
          </a:p>
        </p:txBody>
      </p:sp>
    </p:spTree>
    <p:extLst>
      <p:ext uri="{BB962C8B-B14F-4D97-AF65-F5344CB8AC3E}">
        <p14:creationId xmlns:p14="http://schemas.microsoft.com/office/powerpoint/2010/main" val="18077393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24AC2866-9569-45F4-B1CF-B12E43C2728B}"/>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5" name="Rectangle 6">
            <a:extLst>
              <a:ext uri="{FF2B5EF4-FFF2-40B4-BE49-F238E27FC236}">
                <a16:creationId xmlns:a16="http://schemas.microsoft.com/office/drawing/2014/main" id="{ACAE51F4-D179-4F90-88A6-685F0F3C464C}"/>
              </a:ext>
            </a:extLst>
          </p:cNvPr>
          <p:cNvSpPr>
            <a:spLocks noGrp="1" noChangeArrowheads="1"/>
          </p:cNvSpPr>
          <p:nvPr>
            <p:ph type="sldNum" sz="quarter" idx="11"/>
          </p:nvPr>
        </p:nvSpPr>
        <p:spPr>
          <a:ln/>
        </p:spPr>
        <p:txBody>
          <a:bodyPr/>
          <a:lstStyle>
            <a:lvl1pPr>
              <a:defRPr/>
            </a:lvl1pPr>
          </a:lstStyle>
          <a:p>
            <a:fld id="{6C74CFDE-C10F-49D4-9462-D682B171BA68}" type="slidenum">
              <a:rPr lang="en-US" altLang="it-IT"/>
              <a:pPr/>
              <a:t>‹N›</a:t>
            </a:fld>
            <a:endParaRPr lang="en-US" altLang="it-IT"/>
          </a:p>
        </p:txBody>
      </p:sp>
    </p:spTree>
    <p:extLst>
      <p:ext uri="{BB962C8B-B14F-4D97-AF65-F5344CB8AC3E}">
        <p14:creationId xmlns:p14="http://schemas.microsoft.com/office/powerpoint/2010/main" val="3864389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1430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1430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349F1BB0-980E-40FC-8C2A-7338CB8D97F1}"/>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6" name="Rectangle 6">
            <a:extLst>
              <a:ext uri="{FF2B5EF4-FFF2-40B4-BE49-F238E27FC236}">
                <a16:creationId xmlns:a16="http://schemas.microsoft.com/office/drawing/2014/main" id="{1394B0FD-9DA0-419D-A391-2A3AAB98A3F2}"/>
              </a:ext>
            </a:extLst>
          </p:cNvPr>
          <p:cNvSpPr>
            <a:spLocks noGrp="1" noChangeArrowheads="1"/>
          </p:cNvSpPr>
          <p:nvPr>
            <p:ph type="sldNum" sz="quarter" idx="11"/>
          </p:nvPr>
        </p:nvSpPr>
        <p:spPr>
          <a:ln/>
        </p:spPr>
        <p:txBody>
          <a:bodyPr/>
          <a:lstStyle>
            <a:lvl1pPr>
              <a:defRPr/>
            </a:lvl1pPr>
          </a:lstStyle>
          <a:p>
            <a:fld id="{6BFDC413-9F22-40B7-8A60-12E2F0B2B052}" type="slidenum">
              <a:rPr lang="en-US" altLang="it-IT"/>
              <a:pPr/>
              <a:t>‹N›</a:t>
            </a:fld>
            <a:endParaRPr lang="en-US" altLang="it-IT"/>
          </a:p>
        </p:txBody>
      </p:sp>
    </p:spTree>
    <p:extLst>
      <p:ext uri="{BB962C8B-B14F-4D97-AF65-F5344CB8AC3E}">
        <p14:creationId xmlns:p14="http://schemas.microsoft.com/office/powerpoint/2010/main" val="208888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EB1B6A27-742D-413B-91F4-A7F4ED73FF9C}"/>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8" name="Rectangle 6">
            <a:extLst>
              <a:ext uri="{FF2B5EF4-FFF2-40B4-BE49-F238E27FC236}">
                <a16:creationId xmlns:a16="http://schemas.microsoft.com/office/drawing/2014/main" id="{0DB15B48-7CA9-4893-A904-3611E77054A9}"/>
              </a:ext>
            </a:extLst>
          </p:cNvPr>
          <p:cNvSpPr>
            <a:spLocks noGrp="1" noChangeArrowheads="1"/>
          </p:cNvSpPr>
          <p:nvPr>
            <p:ph type="sldNum" sz="quarter" idx="11"/>
          </p:nvPr>
        </p:nvSpPr>
        <p:spPr>
          <a:ln/>
        </p:spPr>
        <p:txBody>
          <a:bodyPr/>
          <a:lstStyle>
            <a:lvl1pPr>
              <a:defRPr/>
            </a:lvl1pPr>
          </a:lstStyle>
          <a:p>
            <a:fld id="{94BA10E7-5813-4D00-BDEF-8BC118FB7CFC}" type="slidenum">
              <a:rPr lang="en-US" altLang="it-IT"/>
              <a:pPr/>
              <a:t>‹N›</a:t>
            </a:fld>
            <a:endParaRPr lang="en-US" altLang="it-IT"/>
          </a:p>
        </p:txBody>
      </p:sp>
    </p:spTree>
    <p:extLst>
      <p:ext uri="{BB962C8B-B14F-4D97-AF65-F5344CB8AC3E}">
        <p14:creationId xmlns:p14="http://schemas.microsoft.com/office/powerpoint/2010/main" val="2381314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29148842-2023-4E0B-82CD-EF686B7A586C}"/>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4" name="Rectangle 6">
            <a:extLst>
              <a:ext uri="{FF2B5EF4-FFF2-40B4-BE49-F238E27FC236}">
                <a16:creationId xmlns:a16="http://schemas.microsoft.com/office/drawing/2014/main" id="{90AE6530-D022-4FAD-A2BD-4FD0421D7C45}"/>
              </a:ext>
            </a:extLst>
          </p:cNvPr>
          <p:cNvSpPr>
            <a:spLocks noGrp="1" noChangeArrowheads="1"/>
          </p:cNvSpPr>
          <p:nvPr>
            <p:ph type="sldNum" sz="quarter" idx="11"/>
          </p:nvPr>
        </p:nvSpPr>
        <p:spPr>
          <a:ln/>
        </p:spPr>
        <p:txBody>
          <a:bodyPr/>
          <a:lstStyle>
            <a:lvl1pPr>
              <a:defRPr/>
            </a:lvl1pPr>
          </a:lstStyle>
          <a:p>
            <a:fld id="{A721D1B4-0737-4C9C-A1D0-6F4A69DCF3A0}" type="slidenum">
              <a:rPr lang="en-US" altLang="it-IT"/>
              <a:pPr/>
              <a:t>‹N›</a:t>
            </a:fld>
            <a:endParaRPr lang="en-US" altLang="it-IT"/>
          </a:p>
        </p:txBody>
      </p:sp>
    </p:spTree>
    <p:extLst>
      <p:ext uri="{BB962C8B-B14F-4D97-AF65-F5344CB8AC3E}">
        <p14:creationId xmlns:p14="http://schemas.microsoft.com/office/powerpoint/2010/main" val="2667148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60884281-4B7C-46CD-8745-E6D59E28506C}"/>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3" name="Rectangle 6">
            <a:extLst>
              <a:ext uri="{FF2B5EF4-FFF2-40B4-BE49-F238E27FC236}">
                <a16:creationId xmlns:a16="http://schemas.microsoft.com/office/drawing/2014/main" id="{B50F06D8-637A-4116-809C-BD9F619AEF1A}"/>
              </a:ext>
            </a:extLst>
          </p:cNvPr>
          <p:cNvSpPr>
            <a:spLocks noGrp="1" noChangeArrowheads="1"/>
          </p:cNvSpPr>
          <p:nvPr>
            <p:ph type="sldNum" sz="quarter" idx="11"/>
          </p:nvPr>
        </p:nvSpPr>
        <p:spPr>
          <a:ln/>
        </p:spPr>
        <p:txBody>
          <a:bodyPr/>
          <a:lstStyle>
            <a:lvl1pPr>
              <a:defRPr/>
            </a:lvl1pPr>
          </a:lstStyle>
          <a:p>
            <a:fld id="{7566306C-B39D-47A1-A489-3432077EAE6B}" type="slidenum">
              <a:rPr lang="en-US" altLang="it-IT"/>
              <a:pPr/>
              <a:t>‹N›</a:t>
            </a:fld>
            <a:endParaRPr lang="en-US" altLang="it-IT"/>
          </a:p>
        </p:txBody>
      </p:sp>
    </p:spTree>
    <p:extLst>
      <p:ext uri="{BB962C8B-B14F-4D97-AF65-F5344CB8AC3E}">
        <p14:creationId xmlns:p14="http://schemas.microsoft.com/office/powerpoint/2010/main" val="2800992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9CA28D7-7602-4B7C-979A-257A80AC229B}"/>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6" name="Rectangle 6">
            <a:extLst>
              <a:ext uri="{FF2B5EF4-FFF2-40B4-BE49-F238E27FC236}">
                <a16:creationId xmlns:a16="http://schemas.microsoft.com/office/drawing/2014/main" id="{845CD0CF-C87F-4F46-9A8C-49BDFCEA4F3A}"/>
              </a:ext>
            </a:extLst>
          </p:cNvPr>
          <p:cNvSpPr>
            <a:spLocks noGrp="1" noChangeArrowheads="1"/>
          </p:cNvSpPr>
          <p:nvPr>
            <p:ph type="sldNum" sz="quarter" idx="11"/>
          </p:nvPr>
        </p:nvSpPr>
        <p:spPr>
          <a:ln/>
        </p:spPr>
        <p:txBody>
          <a:bodyPr/>
          <a:lstStyle>
            <a:lvl1pPr>
              <a:defRPr/>
            </a:lvl1pPr>
          </a:lstStyle>
          <a:p>
            <a:fld id="{E4165A47-C705-4A52-99C8-F4BC23FC95CC}" type="slidenum">
              <a:rPr lang="en-US" altLang="it-IT"/>
              <a:pPr/>
              <a:t>‹N›</a:t>
            </a:fld>
            <a:endParaRPr lang="en-US" altLang="it-IT"/>
          </a:p>
        </p:txBody>
      </p:sp>
    </p:spTree>
    <p:extLst>
      <p:ext uri="{BB962C8B-B14F-4D97-AF65-F5344CB8AC3E}">
        <p14:creationId xmlns:p14="http://schemas.microsoft.com/office/powerpoint/2010/main" val="2484308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6822F54E-6927-47CE-B926-2CE869F0B1E0}"/>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6" name="Rectangle 6">
            <a:extLst>
              <a:ext uri="{FF2B5EF4-FFF2-40B4-BE49-F238E27FC236}">
                <a16:creationId xmlns:a16="http://schemas.microsoft.com/office/drawing/2014/main" id="{065131EF-8782-47A7-BB29-9BC7171BE4DC}"/>
              </a:ext>
            </a:extLst>
          </p:cNvPr>
          <p:cNvSpPr>
            <a:spLocks noGrp="1" noChangeArrowheads="1"/>
          </p:cNvSpPr>
          <p:nvPr>
            <p:ph type="sldNum" sz="quarter" idx="11"/>
          </p:nvPr>
        </p:nvSpPr>
        <p:spPr>
          <a:ln/>
        </p:spPr>
        <p:txBody>
          <a:bodyPr/>
          <a:lstStyle>
            <a:lvl1pPr>
              <a:defRPr/>
            </a:lvl1pPr>
          </a:lstStyle>
          <a:p>
            <a:fld id="{9E3F3BB9-6614-479F-BD0E-433F3E732F66}" type="slidenum">
              <a:rPr lang="en-US" altLang="it-IT"/>
              <a:pPr/>
              <a:t>‹N›</a:t>
            </a:fld>
            <a:endParaRPr lang="en-US" altLang="it-IT"/>
          </a:p>
        </p:txBody>
      </p:sp>
    </p:spTree>
    <p:extLst>
      <p:ext uri="{BB962C8B-B14F-4D97-AF65-F5344CB8AC3E}">
        <p14:creationId xmlns:p14="http://schemas.microsoft.com/office/powerpoint/2010/main" val="1691404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BF4C60C-A65D-4F8C-A0E4-54B4419B4080}"/>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5" name="Rectangle 6">
            <a:extLst>
              <a:ext uri="{FF2B5EF4-FFF2-40B4-BE49-F238E27FC236}">
                <a16:creationId xmlns:a16="http://schemas.microsoft.com/office/drawing/2014/main" id="{4B438378-92BD-4765-BDB1-F19DED7E40B8}"/>
              </a:ext>
            </a:extLst>
          </p:cNvPr>
          <p:cNvSpPr>
            <a:spLocks noGrp="1" noChangeArrowheads="1"/>
          </p:cNvSpPr>
          <p:nvPr>
            <p:ph type="sldNum" sz="quarter" idx="11"/>
          </p:nvPr>
        </p:nvSpPr>
        <p:spPr>
          <a:ln/>
        </p:spPr>
        <p:txBody>
          <a:bodyPr/>
          <a:lstStyle>
            <a:lvl1pPr>
              <a:defRPr/>
            </a:lvl1pPr>
          </a:lstStyle>
          <a:p>
            <a:fld id="{FE1F777B-D671-48A5-871D-D60616F678CF}" type="slidenum">
              <a:rPr lang="en-US" altLang="it-IT"/>
              <a:pPr/>
              <a:t>‹N›</a:t>
            </a:fld>
            <a:endParaRPr lang="en-US" altLang="it-IT"/>
          </a:p>
        </p:txBody>
      </p:sp>
    </p:spTree>
    <p:extLst>
      <p:ext uri="{BB962C8B-B14F-4D97-AF65-F5344CB8AC3E}">
        <p14:creationId xmlns:p14="http://schemas.microsoft.com/office/powerpoint/2010/main" val="240847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5562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33400"/>
            <a:ext cx="5676900" cy="5562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5D3DAA11-1F84-4B94-BCD9-022FC8158956}"/>
              </a:ext>
            </a:extLst>
          </p:cNvPr>
          <p:cNvSpPr>
            <a:spLocks noGrp="1" noChangeArrowheads="1"/>
          </p:cNvSpPr>
          <p:nvPr>
            <p:ph type="ftr" sz="quarter" idx="10"/>
          </p:nvPr>
        </p:nvSpPr>
        <p:spPr>
          <a:ln/>
        </p:spPr>
        <p:txBody>
          <a:bodyPr/>
          <a:lstStyle>
            <a:lvl1pPr>
              <a:defRPr/>
            </a:lvl1pPr>
          </a:lstStyle>
          <a:p>
            <a:pPr>
              <a:defRPr/>
            </a:pPr>
            <a:r>
              <a:rPr lang="en-US"/>
              <a:t>Comp 412, Fall 2010</a:t>
            </a:r>
          </a:p>
        </p:txBody>
      </p:sp>
      <p:sp>
        <p:nvSpPr>
          <p:cNvPr id="5" name="Rectangle 6">
            <a:extLst>
              <a:ext uri="{FF2B5EF4-FFF2-40B4-BE49-F238E27FC236}">
                <a16:creationId xmlns:a16="http://schemas.microsoft.com/office/drawing/2014/main" id="{44E0CD3C-EC3C-4860-9DB4-8E4FB1E472C4}"/>
              </a:ext>
            </a:extLst>
          </p:cNvPr>
          <p:cNvSpPr>
            <a:spLocks noGrp="1" noChangeArrowheads="1"/>
          </p:cNvSpPr>
          <p:nvPr>
            <p:ph type="sldNum" sz="quarter" idx="11"/>
          </p:nvPr>
        </p:nvSpPr>
        <p:spPr>
          <a:ln/>
        </p:spPr>
        <p:txBody>
          <a:bodyPr/>
          <a:lstStyle>
            <a:lvl1pPr>
              <a:defRPr/>
            </a:lvl1pPr>
          </a:lstStyle>
          <a:p>
            <a:fld id="{20870FBB-2DC4-42EA-ACEB-97868687DA6C}" type="slidenum">
              <a:rPr lang="en-US" altLang="it-IT"/>
              <a:pPr/>
              <a:t>‹N›</a:t>
            </a:fld>
            <a:endParaRPr lang="en-US" altLang="it-IT"/>
          </a:p>
        </p:txBody>
      </p:sp>
    </p:spTree>
    <p:extLst>
      <p:ext uri="{BB962C8B-B14F-4D97-AF65-F5344CB8AC3E}">
        <p14:creationId xmlns:p14="http://schemas.microsoft.com/office/powerpoint/2010/main" val="1774381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5F66FD3-4A5C-46E5-BF11-8FD3B2A2FC40}"/>
              </a:ext>
            </a:extLst>
          </p:cNvPr>
          <p:cNvSpPr>
            <a:spLocks noGrp="1" noChangeArrowheads="1"/>
          </p:cNvSpPr>
          <p:nvPr>
            <p:ph type="title"/>
          </p:nvPr>
        </p:nvSpPr>
        <p:spPr bwMode="auto">
          <a:xfrm>
            <a:off x="685800" y="5334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it-IT"/>
              <a:t>Click to edit Master title style</a:t>
            </a:r>
          </a:p>
        </p:txBody>
      </p:sp>
      <p:sp>
        <p:nvSpPr>
          <p:cNvPr id="1027" name="Rectangle 3">
            <a:extLst>
              <a:ext uri="{FF2B5EF4-FFF2-40B4-BE49-F238E27FC236}">
                <a16:creationId xmlns:a16="http://schemas.microsoft.com/office/drawing/2014/main" id="{316D1532-F817-4D82-942E-D04255D4BE25}"/>
              </a:ext>
            </a:extLst>
          </p:cNvPr>
          <p:cNvSpPr>
            <a:spLocks noGrp="1" noChangeArrowheads="1"/>
          </p:cNvSpPr>
          <p:nvPr>
            <p:ph type="body" idx="1"/>
          </p:nvPr>
        </p:nvSpPr>
        <p:spPr bwMode="auto">
          <a:xfrm>
            <a:off x="685800" y="11430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it-IT"/>
              <a:t>Click to edit Master text styles</a:t>
            </a:r>
          </a:p>
          <a:p>
            <a:pPr lvl="1"/>
            <a:r>
              <a:rPr lang="en-US" altLang="it-IT"/>
              <a:t>Second level</a:t>
            </a:r>
          </a:p>
          <a:p>
            <a:pPr lvl="2"/>
            <a:r>
              <a:rPr lang="en-US" altLang="it-IT"/>
              <a:t>Third level</a:t>
            </a:r>
          </a:p>
          <a:p>
            <a:pPr lvl="3"/>
            <a:r>
              <a:rPr lang="en-US" altLang="it-IT"/>
              <a:t>Fourth level</a:t>
            </a:r>
          </a:p>
          <a:p>
            <a:pPr lvl="4"/>
            <a:r>
              <a:rPr lang="en-US" altLang="it-IT"/>
              <a:t>Fifth level</a:t>
            </a:r>
          </a:p>
        </p:txBody>
      </p:sp>
      <p:sp>
        <p:nvSpPr>
          <p:cNvPr id="1029" name="Rectangle 5">
            <a:extLst>
              <a:ext uri="{FF2B5EF4-FFF2-40B4-BE49-F238E27FC236}">
                <a16:creationId xmlns:a16="http://schemas.microsoft.com/office/drawing/2014/main" id="{005D44B8-5EA7-485C-B972-BBC035561417}"/>
              </a:ext>
            </a:extLst>
          </p:cNvPr>
          <p:cNvSpPr>
            <a:spLocks noGrp="1" noChangeArrowheads="1"/>
          </p:cNvSpPr>
          <p:nvPr>
            <p:ph type="ftr" sz="quarter" idx="3"/>
          </p:nvPr>
        </p:nvSpPr>
        <p:spPr bwMode="auto">
          <a:xfrm>
            <a:off x="6858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0" hangingPunct="0">
              <a:defRPr sz="1200" smtClean="0">
                <a:latin typeface="Comic Sans MS" charset="0"/>
                <a:ea typeface="ヒラギノ角ゴ Pro W3" charset="-128"/>
                <a:cs typeface="ヒラギノ角ゴ Pro W3" charset="-128"/>
              </a:defRPr>
            </a:lvl1pPr>
          </a:lstStyle>
          <a:p>
            <a:pPr>
              <a:defRPr/>
            </a:pPr>
            <a:r>
              <a:rPr lang="en-US"/>
              <a:t>Comp 412, Fall 2010</a:t>
            </a:r>
          </a:p>
        </p:txBody>
      </p:sp>
      <p:sp>
        <p:nvSpPr>
          <p:cNvPr id="1030" name="Rectangle 6">
            <a:extLst>
              <a:ext uri="{FF2B5EF4-FFF2-40B4-BE49-F238E27FC236}">
                <a16:creationId xmlns:a16="http://schemas.microsoft.com/office/drawing/2014/main" id="{B8DA53CB-AD83-40F8-9B25-F2E5ABDE8D46}"/>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200"/>
            </a:lvl1pPr>
          </a:lstStyle>
          <a:p>
            <a:fld id="{61C4DD4B-F378-4E88-84EF-05AD8D9EDB20}" type="slidenum">
              <a:rPr lang="en-US" altLang="it-IT"/>
              <a:pPr/>
              <a:t>‹N›</a:t>
            </a:fld>
            <a:endParaRPr lang="en-US" altLang="it-IT"/>
          </a:p>
        </p:txBody>
      </p:sp>
      <p:pic>
        <p:nvPicPr>
          <p:cNvPr id="2" name="Picture 7" descr="2007Shield">
            <a:extLst>
              <a:ext uri="{FF2B5EF4-FFF2-40B4-BE49-F238E27FC236}">
                <a16:creationId xmlns:a16="http://schemas.microsoft.com/office/drawing/2014/main" id="{42CAE7CC-95F6-4A86-A2CE-270EA51734F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543800" y="228600"/>
            <a:ext cx="9588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a:extLst>
              <a:ext uri="{FF2B5EF4-FFF2-40B4-BE49-F238E27FC236}">
                <a16:creationId xmlns:a16="http://schemas.microsoft.com/office/drawing/2014/main" id="{C8EF39D1-8A4A-4916-88F3-03C731D4BA49}"/>
              </a:ext>
            </a:extLst>
          </p:cNvPr>
          <p:cNvSpPr>
            <a:spLocks noChangeShapeType="1"/>
          </p:cNvSpPr>
          <p:nvPr userDrawn="1"/>
        </p:nvSpPr>
        <p:spPr bwMode="auto">
          <a:xfrm>
            <a:off x="685800" y="1066800"/>
            <a:ext cx="6858000" cy="0"/>
          </a:xfrm>
          <a:prstGeom prst="line">
            <a:avLst/>
          </a:prstGeom>
          <a:noFill/>
          <a:ln w="57150">
            <a:solidFill>
              <a:srgbClr val="003C75"/>
            </a:solidFill>
            <a:round/>
            <a:headEnd/>
            <a:tailEnd/>
          </a:ln>
        </p:spPr>
        <p:txBody>
          <a:bodyPr wrap="none" anchor="ctr"/>
          <a:lstStyle/>
          <a:p>
            <a:pPr eaLnBrk="0" hangingPunct="0">
              <a:defRPr/>
            </a:pPr>
            <a:endParaRPr lang="en-US">
              <a:latin typeface="Comic Sans MS" charset="0"/>
              <a:ea typeface="ヒラギノ角ゴ Pro W3" charset="-128"/>
              <a:cs typeface="ヒラギノ角ゴ Pro W3" charset="-128"/>
            </a:endParaRPr>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hf hdr="0" dt="0"/>
  <p:txStyles>
    <p:titleStyle>
      <a:lvl1pPr algn="l" rtl="0" eaLnBrk="0" fontAlgn="base" hangingPunct="0">
        <a:spcBef>
          <a:spcPct val="0"/>
        </a:spcBef>
        <a:spcAft>
          <a:spcPct val="0"/>
        </a:spcAft>
        <a:defRPr sz="2400">
          <a:solidFill>
            <a:schemeClr val="tx2"/>
          </a:solidFill>
          <a:latin typeface="+mj-lt"/>
          <a:ea typeface="+mj-ea"/>
          <a:cs typeface="+mj-cs"/>
        </a:defRPr>
      </a:lvl1pPr>
      <a:lvl2pPr algn="l" rtl="0" eaLnBrk="0" fontAlgn="base" hangingPunct="0">
        <a:spcBef>
          <a:spcPct val="0"/>
        </a:spcBef>
        <a:spcAft>
          <a:spcPct val="0"/>
        </a:spcAft>
        <a:defRPr sz="2400">
          <a:solidFill>
            <a:schemeClr val="tx2"/>
          </a:solidFill>
          <a:latin typeface="Comic Sans MS" charset="0"/>
          <a:ea typeface="ヒラギノ角ゴ Pro W3" charset="-128"/>
          <a:cs typeface="ヒラギノ角ゴ Pro W3" charset="-128"/>
        </a:defRPr>
      </a:lvl2pPr>
      <a:lvl3pPr algn="l" rtl="0" eaLnBrk="0" fontAlgn="base" hangingPunct="0">
        <a:spcBef>
          <a:spcPct val="0"/>
        </a:spcBef>
        <a:spcAft>
          <a:spcPct val="0"/>
        </a:spcAft>
        <a:defRPr sz="2400">
          <a:solidFill>
            <a:schemeClr val="tx2"/>
          </a:solidFill>
          <a:latin typeface="Comic Sans MS" charset="0"/>
          <a:ea typeface="ヒラギノ角ゴ Pro W3" charset="-128"/>
          <a:cs typeface="ヒラギノ角ゴ Pro W3" charset="-128"/>
        </a:defRPr>
      </a:lvl3pPr>
      <a:lvl4pPr algn="l" rtl="0" eaLnBrk="0" fontAlgn="base" hangingPunct="0">
        <a:spcBef>
          <a:spcPct val="0"/>
        </a:spcBef>
        <a:spcAft>
          <a:spcPct val="0"/>
        </a:spcAft>
        <a:defRPr sz="2400">
          <a:solidFill>
            <a:schemeClr val="tx2"/>
          </a:solidFill>
          <a:latin typeface="Comic Sans MS" charset="0"/>
          <a:ea typeface="ヒラギノ角ゴ Pro W3" charset="-128"/>
          <a:cs typeface="ヒラギノ角ゴ Pro W3" charset="-128"/>
        </a:defRPr>
      </a:lvl4pPr>
      <a:lvl5pPr algn="l" rtl="0" eaLnBrk="0" fontAlgn="base" hangingPunct="0">
        <a:spcBef>
          <a:spcPct val="0"/>
        </a:spcBef>
        <a:spcAft>
          <a:spcPct val="0"/>
        </a:spcAft>
        <a:defRPr sz="2400">
          <a:solidFill>
            <a:schemeClr val="tx2"/>
          </a:solidFill>
          <a:latin typeface="Comic Sans MS" charset="0"/>
          <a:ea typeface="ヒラギノ角ゴ Pro W3" charset="-128"/>
          <a:cs typeface="ヒラギノ角ゴ Pro W3" charset="-128"/>
        </a:defRPr>
      </a:lvl5pPr>
      <a:lvl6pPr marL="457200" algn="l" rtl="0" fontAlgn="base">
        <a:spcBef>
          <a:spcPct val="0"/>
        </a:spcBef>
        <a:spcAft>
          <a:spcPct val="0"/>
        </a:spcAft>
        <a:defRPr sz="2400">
          <a:solidFill>
            <a:schemeClr val="tx2"/>
          </a:solidFill>
          <a:latin typeface="Comic Sans MS" charset="0"/>
          <a:ea typeface="ヒラギノ角ゴ Pro W3" charset="-128"/>
          <a:cs typeface="ヒラギノ角ゴ Pro W3" charset="-128"/>
        </a:defRPr>
      </a:lvl6pPr>
      <a:lvl7pPr marL="914400" algn="l" rtl="0" fontAlgn="base">
        <a:spcBef>
          <a:spcPct val="0"/>
        </a:spcBef>
        <a:spcAft>
          <a:spcPct val="0"/>
        </a:spcAft>
        <a:defRPr sz="2400">
          <a:solidFill>
            <a:schemeClr val="tx2"/>
          </a:solidFill>
          <a:latin typeface="Comic Sans MS" charset="0"/>
          <a:ea typeface="ヒラギノ角ゴ Pro W3" charset="-128"/>
          <a:cs typeface="ヒラギノ角ゴ Pro W3" charset="-128"/>
        </a:defRPr>
      </a:lvl7pPr>
      <a:lvl8pPr marL="1371600" algn="l" rtl="0" fontAlgn="base">
        <a:spcBef>
          <a:spcPct val="0"/>
        </a:spcBef>
        <a:spcAft>
          <a:spcPct val="0"/>
        </a:spcAft>
        <a:defRPr sz="2400">
          <a:solidFill>
            <a:schemeClr val="tx2"/>
          </a:solidFill>
          <a:latin typeface="Comic Sans MS" charset="0"/>
          <a:ea typeface="ヒラギノ角ゴ Pro W3" charset="-128"/>
          <a:cs typeface="ヒラギノ角ゴ Pro W3" charset="-128"/>
        </a:defRPr>
      </a:lvl8pPr>
      <a:lvl9pPr marL="1828800" algn="l" rtl="0" fontAlgn="base">
        <a:spcBef>
          <a:spcPct val="0"/>
        </a:spcBef>
        <a:spcAft>
          <a:spcPct val="0"/>
        </a:spcAft>
        <a:defRPr sz="2400">
          <a:solidFill>
            <a:schemeClr val="tx2"/>
          </a:solidFill>
          <a:latin typeface="Comic Sans MS" charset="0"/>
          <a:ea typeface="ヒラギノ角ゴ Pro W3" charset="-128"/>
          <a:cs typeface="ヒラギノ角ゴ Pro W3" charset="-128"/>
        </a:defRPr>
      </a:lvl9pPr>
    </p:titleStyle>
    <p:bodyStyle>
      <a:lvl1pPr marL="342900" indent="-342900" algn="l" rtl="0" eaLnBrk="0" fontAlgn="base" hangingPunct="0">
        <a:spcBef>
          <a:spcPts val="600"/>
        </a:spcBef>
        <a:spcAft>
          <a:spcPct val="0"/>
        </a:spcAft>
        <a:buClr>
          <a:srgbClr val="003C75"/>
        </a:buClr>
        <a:buSzPct val="120000"/>
        <a:buFont typeface="Times" panose="02020603050405020304" pitchFamily="18" charset="0"/>
        <a:buChar char="•"/>
        <a:defRPr sz="2000">
          <a:solidFill>
            <a:schemeClr val="tx1"/>
          </a:solidFill>
          <a:latin typeface="+mn-lt"/>
          <a:ea typeface="+mn-ea"/>
          <a:cs typeface="+mn-cs"/>
        </a:defRPr>
      </a:lvl1pPr>
      <a:lvl2pPr marL="742950" indent="-285750" algn="l" rtl="0" eaLnBrk="0" fontAlgn="base" hangingPunct="0">
        <a:spcBef>
          <a:spcPts val="600"/>
        </a:spcBef>
        <a:spcAft>
          <a:spcPct val="0"/>
        </a:spcAft>
        <a:buClr>
          <a:srgbClr val="003C75"/>
        </a:buClr>
        <a:buChar char="—"/>
        <a:defRPr>
          <a:solidFill>
            <a:schemeClr val="tx1"/>
          </a:solidFill>
          <a:latin typeface="+mn-lt"/>
          <a:ea typeface="+mn-ea"/>
          <a:cs typeface="+mn-cs"/>
        </a:defRPr>
      </a:lvl2pPr>
      <a:lvl3pPr marL="1143000" indent="-228600" algn="l" rtl="0" eaLnBrk="0" fontAlgn="base" hangingPunct="0">
        <a:spcBef>
          <a:spcPts val="600"/>
        </a:spcBef>
        <a:spcAft>
          <a:spcPct val="0"/>
        </a:spcAft>
        <a:buClr>
          <a:srgbClr val="003C75"/>
        </a:buClr>
        <a:buSzPct val="90000"/>
        <a:buFont typeface="Symbol" panose="05050102010706020507" pitchFamily="18" charset="2"/>
        <a:buChar char=""/>
        <a:defRPr sz="1600">
          <a:solidFill>
            <a:schemeClr val="tx1"/>
          </a:solidFill>
          <a:latin typeface="+mn-lt"/>
          <a:ea typeface="+mn-ea"/>
          <a:cs typeface="+mn-cs"/>
        </a:defRPr>
      </a:lvl3pPr>
      <a:lvl4pPr marL="1600200" indent="-228600" algn="l" rtl="0" eaLnBrk="0" fontAlgn="base" hangingPunct="0">
        <a:spcBef>
          <a:spcPts val="300"/>
        </a:spcBef>
        <a:spcAft>
          <a:spcPct val="0"/>
        </a:spcAft>
        <a:buClr>
          <a:srgbClr val="003C75"/>
        </a:buClr>
        <a:buChar char="–"/>
        <a:defRPr sz="1600">
          <a:solidFill>
            <a:schemeClr val="tx1"/>
          </a:solidFill>
          <a:latin typeface="+mn-lt"/>
          <a:ea typeface="+mn-ea"/>
          <a:cs typeface="+mn-cs"/>
        </a:defRPr>
      </a:lvl4pPr>
      <a:lvl5pPr marL="2057400" indent="-228600" algn="l" rtl="0" eaLnBrk="0" fontAlgn="base" hangingPunct="0">
        <a:spcBef>
          <a:spcPts val="300"/>
        </a:spcBef>
        <a:spcAft>
          <a:spcPct val="0"/>
        </a:spcAft>
        <a:buClr>
          <a:srgbClr val="003C75"/>
        </a:buClr>
        <a:buChar char="»"/>
        <a:defRPr sz="1600">
          <a:solidFill>
            <a:schemeClr val="tx1"/>
          </a:solidFill>
          <a:latin typeface="+mn-lt"/>
          <a:ea typeface="+mn-ea"/>
          <a:cs typeface="+mn-cs"/>
        </a:defRPr>
      </a:lvl5pPr>
      <a:lvl6pPr marL="2514600" indent="-228600" algn="l" rtl="0" fontAlgn="base">
        <a:spcBef>
          <a:spcPct val="20000"/>
        </a:spcBef>
        <a:spcAft>
          <a:spcPct val="0"/>
        </a:spcAft>
        <a:buClr>
          <a:srgbClr val="003C75"/>
        </a:buClr>
        <a:buChar char="»"/>
        <a:defRPr sz="1600">
          <a:solidFill>
            <a:schemeClr val="tx1"/>
          </a:solidFill>
          <a:latin typeface="+mn-lt"/>
          <a:ea typeface="+mn-ea"/>
          <a:cs typeface="+mn-cs"/>
        </a:defRPr>
      </a:lvl6pPr>
      <a:lvl7pPr marL="2971800" indent="-228600" algn="l" rtl="0" fontAlgn="base">
        <a:spcBef>
          <a:spcPct val="20000"/>
        </a:spcBef>
        <a:spcAft>
          <a:spcPct val="0"/>
        </a:spcAft>
        <a:buClr>
          <a:srgbClr val="003C75"/>
        </a:buClr>
        <a:buChar char="»"/>
        <a:defRPr sz="1600">
          <a:solidFill>
            <a:schemeClr val="tx1"/>
          </a:solidFill>
          <a:latin typeface="+mn-lt"/>
          <a:ea typeface="+mn-ea"/>
          <a:cs typeface="+mn-cs"/>
        </a:defRPr>
      </a:lvl7pPr>
      <a:lvl8pPr marL="3429000" indent="-228600" algn="l" rtl="0" fontAlgn="base">
        <a:spcBef>
          <a:spcPct val="20000"/>
        </a:spcBef>
        <a:spcAft>
          <a:spcPct val="0"/>
        </a:spcAft>
        <a:buClr>
          <a:srgbClr val="003C75"/>
        </a:buClr>
        <a:buChar char="»"/>
        <a:defRPr sz="1600">
          <a:solidFill>
            <a:schemeClr val="tx1"/>
          </a:solidFill>
          <a:latin typeface="+mn-lt"/>
          <a:ea typeface="+mn-ea"/>
          <a:cs typeface="+mn-cs"/>
        </a:defRPr>
      </a:lvl8pPr>
      <a:lvl9pPr marL="3886200" indent="-228600" algn="l" rtl="0" fontAlgn="base">
        <a:spcBef>
          <a:spcPct val="20000"/>
        </a:spcBef>
        <a:spcAft>
          <a:spcPct val="0"/>
        </a:spcAft>
        <a:buClr>
          <a:srgbClr val="003C75"/>
        </a:buClr>
        <a:buChar char="»"/>
        <a:defRPr sz="16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03610650-093A-48D7-8F1E-FC3633CE3E48}"/>
              </a:ext>
            </a:extLst>
          </p:cNvPr>
          <p:cNvSpPr>
            <a:spLocks noGrp="1" noChangeArrowheads="1"/>
          </p:cNvSpPr>
          <p:nvPr>
            <p:ph type="ctrTitle"/>
          </p:nvPr>
        </p:nvSpPr>
        <p:spPr>
          <a:xfrm>
            <a:off x="685800" y="1447800"/>
            <a:ext cx="7772400" cy="1752600"/>
          </a:xfrm>
        </p:spPr>
        <p:txBody>
          <a:bodyPr/>
          <a:lstStyle/>
          <a:p>
            <a:pPr algn="ctr" eaLnBrk="1" hangingPunct="1"/>
            <a:r>
              <a:rPr lang="en-US" altLang="it-IT" sz="3200" i="1"/>
              <a:t>Boolean &amp; Relational Values</a:t>
            </a:r>
            <a:br>
              <a:rPr lang="en-US" altLang="it-IT" sz="3200" i="1"/>
            </a:br>
            <a:r>
              <a:rPr lang="en-US" altLang="it-IT" sz="3200" i="1"/>
              <a:t>Control-flow Constructs</a:t>
            </a:r>
            <a:br>
              <a:rPr lang="en-US" altLang="it-IT" sz="3200" i="1"/>
            </a:br>
            <a:br>
              <a:rPr lang="en-US" altLang="it-IT" sz="1200" i="1"/>
            </a:br>
            <a:r>
              <a:rPr lang="en-US" altLang="it-IT" sz="3200" i="1"/>
              <a:t>Comp 412</a:t>
            </a:r>
          </a:p>
        </p:txBody>
      </p:sp>
      <p:sp>
        <p:nvSpPr>
          <p:cNvPr id="15362" name="Rectangle 3">
            <a:extLst>
              <a:ext uri="{FF2B5EF4-FFF2-40B4-BE49-F238E27FC236}">
                <a16:creationId xmlns:a16="http://schemas.microsoft.com/office/drawing/2014/main" id="{25E1AE15-32D5-40F5-B374-3724D53B3C3D}"/>
              </a:ext>
            </a:extLst>
          </p:cNvPr>
          <p:cNvSpPr>
            <a:spLocks noGrp="1" noChangeArrowheads="1"/>
          </p:cNvSpPr>
          <p:nvPr>
            <p:ph type="subTitle" idx="1"/>
          </p:nvPr>
        </p:nvSpPr>
        <p:spPr>
          <a:xfrm>
            <a:off x="762000" y="4953000"/>
            <a:ext cx="7772400" cy="1295400"/>
          </a:xfrm>
          <a:ln w="12700">
            <a:solidFill>
              <a:srgbClr val="003C75"/>
            </a:solidFill>
            <a:miter lim="800000"/>
            <a:headEnd/>
            <a:tailEnd/>
          </a:ln>
        </p:spPr>
        <p:txBody>
          <a:bodyPr/>
          <a:lstStyle/>
          <a:p>
            <a:pPr algn="l" eaLnBrk="1" hangingPunct="1"/>
            <a:r>
              <a:rPr lang="en-US" altLang="it-IT" sz="1400">
                <a:solidFill>
                  <a:srgbClr val="003C75"/>
                </a:solidFill>
              </a:rPr>
              <a:t>Copyright 2010, Keith D. Cooper &amp; Linda Torczon, all rights reserved.</a:t>
            </a:r>
          </a:p>
          <a:p>
            <a:pPr algn="l" eaLnBrk="1" hangingPunct="1"/>
            <a:r>
              <a:rPr lang="en-US" altLang="it-IT" sz="1400">
                <a:solidFill>
                  <a:srgbClr val="003C75"/>
                </a:solidFill>
              </a:rPr>
              <a:t>Students enrolled in Comp 412 at Rice University have explicit permission to make copies of these materials for their personal use.  </a:t>
            </a:r>
          </a:p>
          <a:p>
            <a:pPr algn="l" eaLnBrk="1" hangingPunct="1"/>
            <a:r>
              <a:rPr lang="en-US" altLang="it-IT" sz="1400">
                <a:solidFill>
                  <a:srgbClr val="003C75"/>
                </a:solidFill>
              </a:rPr>
              <a:t>Faculty from other educational institutions may use these materials for nonprofit educational purposes, provided this copyright notice is preserved.</a:t>
            </a:r>
            <a:endParaRPr lang="en-US" altLang="it-IT">
              <a:solidFill>
                <a:srgbClr val="003C75"/>
              </a:solidFill>
            </a:endParaRPr>
          </a:p>
        </p:txBody>
      </p:sp>
      <p:pic>
        <p:nvPicPr>
          <p:cNvPr id="15363" name="Picture 4" descr="2007Logo">
            <a:extLst>
              <a:ext uri="{FF2B5EF4-FFF2-40B4-BE49-F238E27FC236}">
                <a16:creationId xmlns:a16="http://schemas.microsoft.com/office/drawing/2014/main" id="{AA89F852-E4F0-44B6-9F8F-DFD2CC962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304800"/>
            <a:ext cx="2330450"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ext Box 8">
            <a:extLst>
              <a:ext uri="{FF2B5EF4-FFF2-40B4-BE49-F238E27FC236}">
                <a16:creationId xmlns:a16="http://schemas.microsoft.com/office/drawing/2014/main" id="{DE955E07-6F36-4917-B2F6-F8BAC0BEB7B3}"/>
              </a:ext>
            </a:extLst>
          </p:cNvPr>
          <p:cNvSpPr txBox="1">
            <a:spLocks noChangeArrowheads="1"/>
          </p:cNvSpPr>
          <p:nvPr/>
        </p:nvSpPr>
        <p:spPr bwMode="auto">
          <a:xfrm>
            <a:off x="5791200" y="381000"/>
            <a:ext cx="2667000"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r">
              <a:spcBef>
                <a:spcPct val="5000"/>
              </a:spcBef>
            </a:pPr>
            <a:r>
              <a:rPr lang="en-US" altLang="it-IT" sz="2400">
                <a:solidFill>
                  <a:srgbClr val="003C75"/>
                </a:solidFill>
              </a:rPr>
              <a:t>COMP 412</a:t>
            </a:r>
          </a:p>
          <a:p>
            <a:pPr algn="r">
              <a:spcBef>
                <a:spcPct val="5000"/>
              </a:spcBef>
            </a:pPr>
            <a:r>
              <a:rPr lang="en-US" altLang="it-IT" sz="2400">
                <a:solidFill>
                  <a:srgbClr val="003C75"/>
                </a:solidFill>
              </a:rPr>
              <a:t>FALL 2010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660AAF09-B6F1-40DE-92BC-2513EF0DA5F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17410" name="Slide Number Placeholder 4">
            <a:extLst>
              <a:ext uri="{FF2B5EF4-FFF2-40B4-BE49-F238E27FC236}">
                <a16:creationId xmlns:a16="http://schemas.microsoft.com/office/drawing/2014/main" id="{0B92D98C-B890-4140-A398-925979EF8A3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5306E40A-062B-4082-A73A-AB61EEEE0820}" type="slidenum">
              <a:rPr lang="en-US" altLang="it-IT"/>
              <a:pPr/>
              <a:t>1</a:t>
            </a:fld>
            <a:endParaRPr lang="en-US" altLang="it-IT"/>
          </a:p>
        </p:txBody>
      </p:sp>
      <p:sp>
        <p:nvSpPr>
          <p:cNvPr id="17411" name="Rectangle 2">
            <a:extLst>
              <a:ext uri="{FF2B5EF4-FFF2-40B4-BE49-F238E27FC236}">
                <a16:creationId xmlns:a16="http://schemas.microsoft.com/office/drawing/2014/main" id="{3943F5B3-5D99-4312-BF70-9E982E7F2A79}"/>
              </a:ext>
            </a:extLst>
          </p:cNvPr>
          <p:cNvSpPr>
            <a:spLocks noGrp="1" noChangeArrowheads="1"/>
          </p:cNvSpPr>
          <p:nvPr>
            <p:ph type="title"/>
          </p:nvPr>
        </p:nvSpPr>
        <p:spPr/>
        <p:txBody>
          <a:bodyPr/>
          <a:lstStyle/>
          <a:p>
            <a:pPr eaLnBrk="1" hangingPunct="1">
              <a:spcBef>
                <a:spcPct val="200000"/>
              </a:spcBef>
            </a:pPr>
            <a:r>
              <a:rPr lang="en-US" altLang="it-IT">
                <a:solidFill>
                  <a:schemeClr val="tx1"/>
                </a:solidFill>
              </a:rPr>
              <a:t>Boolean &amp; Relational Values</a:t>
            </a:r>
            <a:endParaRPr lang="en-US" altLang="it-IT">
              <a:solidFill>
                <a:srgbClr val="0000CC"/>
              </a:solidFill>
            </a:endParaRPr>
          </a:p>
        </p:txBody>
      </p:sp>
      <p:sp>
        <p:nvSpPr>
          <p:cNvPr id="17412" name="Rectangle 3">
            <a:extLst>
              <a:ext uri="{FF2B5EF4-FFF2-40B4-BE49-F238E27FC236}">
                <a16:creationId xmlns:a16="http://schemas.microsoft.com/office/drawing/2014/main" id="{BC8BB28A-4E3D-424E-A69D-15152FF420A9}"/>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t>How should the compiler represent them?</a:t>
            </a:r>
          </a:p>
          <a:p>
            <a:pPr eaLnBrk="1" hangingPunct="1"/>
            <a:r>
              <a:rPr lang="en-US" altLang="it-IT"/>
              <a:t>Answer depends on the target machine</a:t>
            </a:r>
          </a:p>
          <a:p>
            <a:pPr eaLnBrk="1" hangingPunct="1">
              <a:spcBef>
                <a:spcPct val="150000"/>
              </a:spcBef>
              <a:buFont typeface="Times" panose="02020603050405020304" pitchFamily="18" charset="0"/>
              <a:buNone/>
            </a:pPr>
            <a:r>
              <a:rPr lang="en-US" altLang="it-IT"/>
              <a:t>Two classic approaches</a:t>
            </a:r>
          </a:p>
          <a:p>
            <a:pPr eaLnBrk="1" hangingPunct="1"/>
            <a:r>
              <a:rPr lang="en-US" altLang="it-IT"/>
              <a:t>Numerical (explicit) representation</a:t>
            </a:r>
          </a:p>
          <a:p>
            <a:pPr eaLnBrk="1" hangingPunct="1"/>
            <a:r>
              <a:rPr lang="en-US" altLang="it-IT"/>
              <a:t>Positional (implicit) representation</a:t>
            </a:r>
          </a:p>
          <a:p>
            <a:pPr eaLnBrk="1" hangingPunct="1">
              <a:buFont typeface="Times" panose="02020603050405020304" pitchFamily="18" charset="0"/>
              <a:buNone/>
            </a:pPr>
            <a:r>
              <a:rPr lang="en-US" altLang="it-IT"/>
              <a:t>Best choice depends on both context and ISA</a:t>
            </a:r>
          </a:p>
          <a:p>
            <a:pPr eaLnBrk="1" hangingPunct="1">
              <a:spcBef>
                <a:spcPct val="200000"/>
              </a:spcBef>
              <a:buFont typeface="Times" panose="02020603050405020304" pitchFamily="18" charset="0"/>
              <a:buNone/>
            </a:pPr>
            <a:r>
              <a:rPr lang="en-US" altLang="it-IT" sz="1800">
                <a:solidFill>
                  <a:srgbClr val="003C75"/>
                </a:solidFill>
              </a:rPr>
              <a:t>This material is drawn from §7.4 in EaC, where it is presented in more depth with more examples.  You should read that section, along with the rest of Chapter 7.  Lecture will not cover all the material in Chapter 7, but you are responsible for it.</a:t>
            </a:r>
          </a:p>
        </p:txBody>
      </p:sp>
      <p:sp>
        <p:nvSpPr>
          <p:cNvPr id="17413" name="Text Box 4">
            <a:extLst>
              <a:ext uri="{FF2B5EF4-FFF2-40B4-BE49-F238E27FC236}">
                <a16:creationId xmlns:a16="http://schemas.microsoft.com/office/drawing/2014/main" id="{60C8E4BA-364D-435C-AA24-2C50AAB090A2}"/>
              </a:ext>
            </a:extLst>
          </p:cNvPr>
          <p:cNvSpPr txBox="1">
            <a:spLocks noChangeArrowheads="1"/>
          </p:cNvSpPr>
          <p:nvPr/>
        </p:nvSpPr>
        <p:spPr bwMode="auto">
          <a:xfrm>
            <a:off x="4572000" y="1828800"/>
            <a:ext cx="44196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a:solidFill>
                  <a:srgbClr val="FF0065"/>
                </a:solidFill>
              </a:rPr>
              <a:t>Implementation of booleans, relational expressions &amp; control flow constructs varies widely with the ISA</a:t>
            </a:r>
          </a:p>
        </p:txBody>
      </p:sp>
    </p:spTree>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9B1EAE3E-A55D-4B66-A34F-B9C05E2A41A3}"/>
              </a:ext>
            </a:extLst>
          </p:cNvPr>
          <p:cNvSpPr>
            <a:spLocks noGrp="1"/>
          </p:cNvSpPr>
          <p:nvPr>
            <p:ph type="title"/>
          </p:nvPr>
        </p:nvSpPr>
        <p:spPr/>
        <p:txBody>
          <a:bodyPr/>
          <a:lstStyle/>
          <a:p>
            <a:r>
              <a:rPr lang="en-US" altLang="it-IT"/>
              <a:t>Boolean &amp; Relational Expressions</a:t>
            </a:r>
          </a:p>
        </p:txBody>
      </p:sp>
      <p:sp>
        <p:nvSpPr>
          <p:cNvPr id="19458" name="Content Placeholder 2">
            <a:extLst>
              <a:ext uri="{FF2B5EF4-FFF2-40B4-BE49-F238E27FC236}">
                <a16:creationId xmlns:a16="http://schemas.microsoft.com/office/drawing/2014/main" id="{54125236-4F28-43BB-84BC-9B464D60FD46}"/>
              </a:ext>
            </a:extLst>
          </p:cNvPr>
          <p:cNvSpPr>
            <a:spLocks noGrp="1"/>
          </p:cNvSpPr>
          <p:nvPr>
            <p:ph idx="1"/>
          </p:nvPr>
        </p:nvSpPr>
        <p:spPr>
          <a:xfrm>
            <a:off x="685800" y="1143000"/>
            <a:ext cx="7772400" cy="457200"/>
          </a:xfrm>
        </p:spPr>
        <p:txBody>
          <a:bodyPr/>
          <a:lstStyle/>
          <a:p>
            <a:pPr>
              <a:buFont typeface="Times" panose="02020603050405020304" pitchFamily="18" charset="0"/>
              <a:buNone/>
            </a:pPr>
            <a:r>
              <a:rPr lang="en-US" altLang="it-IT">
                <a:solidFill>
                  <a:srgbClr val="003C75"/>
                </a:solidFill>
              </a:rPr>
              <a:t>First, we need to recognize boolean &amp; relational expressions</a:t>
            </a:r>
          </a:p>
        </p:txBody>
      </p:sp>
      <p:sp>
        <p:nvSpPr>
          <p:cNvPr id="19459" name="Footer Placeholder 3">
            <a:extLst>
              <a:ext uri="{FF2B5EF4-FFF2-40B4-BE49-F238E27FC236}">
                <a16:creationId xmlns:a16="http://schemas.microsoft.com/office/drawing/2014/main" id="{04CA96AE-EFB6-4326-9263-9E6A892D4E3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19460" name="Slide Number Placeholder 4">
            <a:extLst>
              <a:ext uri="{FF2B5EF4-FFF2-40B4-BE49-F238E27FC236}">
                <a16:creationId xmlns:a16="http://schemas.microsoft.com/office/drawing/2014/main" id="{BE4C03B9-4508-4C9D-A995-EA350C5A97F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32DE499D-0F73-49BE-80BD-E8AE89450ECF}" type="slidenum">
              <a:rPr lang="en-US" altLang="it-IT"/>
              <a:pPr/>
              <a:t>2</a:t>
            </a:fld>
            <a:endParaRPr lang="en-US" altLang="it-IT"/>
          </a:p>
        </p:txBody>
      </p:sp>
      <p:graphicFrame>
        <p:nvGraphicFramePr>
          <p:cNvPr id="6" name="Table 5">
            <a:extLst>
              <a:ext uri="{FF2B5EF4-FFF2-40B4-BE49-F238E27FC236}">
                <a16:creationId xmlns:a16="http://schemas.microsoft.com/office/drawing/2014/main" id="{3B303809-95AD-4E20-A609-725EA53A607E}"/>
              </a:ext>
            </a:extLst>
          </p:cNvPr>
          <p:cNvGraphicFramePr>
            <a:graphicFrameLocks noGrp="1"/>
          </p:cNvGraphicFramePr>
          <p:nvPr/>
        </p:nvGraphicFramePr>
        <p:xfrm>
          <a:off x="457200" y="1752600"/>
          <a:ext cx="4191000" cy="3708400"/>
        </p:xfrm>
        <a:graphic>
          <a:graphicData uri="http://schemas.openxmlformats.org/drawingml/2006/table">
            <a:tbl>
              <a:tblPr firstRow="1" bandRow="1">
                <a:tableStyleId>{5C22544A-7EE6-4342-B048-85BDC9FD1C3A}</a:tableStyleId>
              </a:tblPr>
              <a:tblGrid>
                <a:gridCol w="1176421">
                  <a:extLst>
                    <a:ext uri="{9D8B030D-6E8A-4147-A177-3AD203B41FA5}">
                      <a16:colId xmlns:a16="http://schemas.microsoft.com/office/drawing/2014/main" val="20000"/>
                    </a:ext>
                  </a:extLst>
                </a:gridCol>
                <a:gridCol w="514684">
                  <a:extLst>
                    <a:ext uri="{9D8B030D-6E8A-4147-A177-3AD203B41FA5}">
                      <a16:colId xmlns:a16="http://schemas.microsoft.com/office/drawing/2014/main" val="20001"/>
                    </a:ext>
                  </a:extLst>
                </a:gridCol>
                <a:gridCol w="2499895">
                  <a:extLst>
                    <a:ext uri="{9D8B030D-6E8A-4147-A177-3AD203B41FA5}">
                      <a16:colId xmlns:a16="http://schemas.microsoft.com/office/drawing/2014/main" val="20002"/>
                    </a:ext>
                  </a:extLst>
                </a:gridCol>
              </a:tblGrid>
              <a:tr h="370840">
                <a:tc>
                  <a:txBody>
                    <a:bodyPr/>
                    <a:lstStyle/>
                    <a:p>
                      <a:r>
                        <a:rPr lang="en-US" b="0" i="1" dirty="0">
                          <a:solidFill>
                            <a:schemeClr val="bg1">
                              <a:lumMod val="50000"/>
                            </a:schemeClr>
                          </a:solidFill>
                        </a:rPr>
                        <a:t>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rgbClr val="7F7F7F"/>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rgbClr val="7F7F7F"/>
                          </a:solidFill>
                        </a:rPr>
                        <a:t>Expr</a:t>
                      </a:r>
                      <a:r>
                        <a:rPr lang="en-US" b="0" i="1" dirty="0">
                          <a:solidFill>
                            <a:schemeClr val="tx1"/>
                          </a:solidFill>
                        </a:rPr>
                        <a:t>  </a:t>
                      </a:r>
                      <a:r>
                        <a:rPr lang="en-US" b="0" i="0" dirty="0">
                          <a:solidFill>
                            <a:schemeClr val="tx1"/>
                          </a:solidFill>
                        </a:rPr>
                        <a:t>∨ </a:t>
                      </a:r>
                      <a:r>
                        <a:rPr lang="en-US" b="0" i="1" dirty="0">
                          <a:solidFill>
                            <a:schemeClr val="tx1"/>
                          </a:solidFill>
                        </a:rPr>
                        <a:t>AndTerm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rgbClr val="7F7F7F"/>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AndTerm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r>
                        <a:rPr lang="en-US" b="0" i="1" dirty="0">
                          <a:solidFill>
                            <a:schemeClr val="tx1"/>
                          </a:solidFill>
                        </a:rPr>
                        <a:t>AndTerm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AndTerm  </a:t>
                      </a:r>
                      <a:r>
                        <a:rPr lang="en-US" b="0" i="0" dirty="0">
                          <a:solidFill>
                            <a:schemeClr val="tx1"/>
                          </a:solidFill>
                        </a:rPr>
                        <a:t>∧ </a:t>
                      </a:r>
                      <a:r>
                        <a:rPr lang="en-US" b="0" i="1" dirty="0">
                          <a:solidFill>
                            <a:schemeClr val="tx1"/>
                          </a:solidFill>
                        </a:rPr>
                        <a:t>RelExpr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b="0" i="1" dirty="0">
                          <a:solidFill>
                            <a:schemeClr val="tx1"/>
                          </a:solidFill>
                        </a:rPr>
                        <a:t>RelExpr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&lt;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70840">
                <a:tc>
                  <a:txBody>
                    <a:bodyPr/>
                    <a:lstStyle/>
                    <a:p>
                      <a:endParaRPr lang="en-US" b="0" i="1"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i="0" dirty="0">
                          <a:solidFill>
                            <a:schemeClr val="tx1"/>
                          </a:solidFill>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b="0" i="1" dirty="0">
                          <a:solidFill>
                            <a:schemeClr val="tx1"/>
                          </a:solidFill>
                        </a:rPr>
                        <a:t>RelExpr  </a:t>
                      </a:r>
                      <a:r>
                        <a:rPr lang="en-US" b="0" i="0" dirty="0">
                          <a:solidFill>
                            <a:schemeClr val="tx1"/>
                          </a:solidFill>
                        </a:rPr>
                        <a:t>&gt;</a:t>
                      </a:r>
                      <a:r>
                        <a:rPr lang="en-US" b="0" i="1" dirty="0">
                          <a:solidFill>
                            <a:schemeClr val="tx1"/>
                          </a:solidFill>
                        </a:rPr>
                        <a:t> NumExpr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graphicFrame>
        <p:nvGraphicFramePr>
          <p:cNvPr id="8" name="Table 7">
            <a:extLst>
              <a:ext uri="{FF2B5EF4-FFF2-40B4-BE49-F238E27FC236}">
                <a16:creationId xmlns:a16="http://schemas.microsoft.com/office/drawing/2014/main" id="{E0C2CC0B-3C48-4153-9718-146FF0F2D7F9}"/>
              </a:ext>
            </a:extLst>
          </p:cNvPr>
          <p:cNvGraphicFramePr>
            <a:graphicFrameLocks noGrp="1"/>
          </p:cNvGraphicFramePr>
          <p:nvPr/>
        </p:nvGraphicFramePr>
        <p:xfrm>
          <a:off x="4876800" y="1752600"/>
          <a:ext cx="4191000" cy="4079878"/>
        </p:xfrm>
        <a:graphic>
          <a:graphicData uri="http://schemas.openxmlformats.org/drawingml/2006/table">
            <a:tbl>
              <a:tblPr firstRow="1" bandRow="1">
                <a:tableStyleId>{5C22544A-7EE6-4342-B048-85BDC9FD1C3A}</a:tableStyleId>
              </a:tblPr>
              <a:tblGrid>
                <a:gridCol w="1176421">
                  <a:extLst>
                    <a:ext uri="{9D8B030D-6E8A-4147-A177-3AD203B41FA5}">
                      <a16:colId xmlns:a16="http://schemas.microsoft.com/office/drawing/2014/main" val="20000"/>
                    </a:ext>
                  </a:extLst>
                </a:gridCol>
                <a:gridCol w="514684">
                  <a:extLst>
                    <a:ext uri="{9D8B030D-6E8A-4147-A177-3AD203B41FA5}">
                      <a16:colId xmlns:a16="http://schemas.microsoft.com/office/drawing/2014/main" val="20001"/>
                    </a:ext>
                  </a:extLst>
                </a:gridCol>
                <a:gridCol w="2499895">
                  <a:extLst>
                    <a:ext uri="{9D8B030D-6E8A-4147-A177-3AD203B41FA5}">
                      <a16:colId xmlns:a16="http://schemas.microsoft.com/office/drawing/2014/main" val="20002"/>
                    </a:ext>
                  </a:extLst>
                </a:gridCol>
              </a:tblGrid>
              <a:tr h="370898">
                <a:tc>
                  <a:txBody>
                    <a:bodyPr/>
                    <a:lstStyle/>
                    <a:p>
                      <a:r>
                        <a:rPr lang="en-US" sz="1800" b="0" i="1" dirty="0">
                          <a:solidFill>
                            <a:schemeClr val="bg1">
                              <a:lumMod val="50000"/>
                            </a:schemeClr>
                          </a:solidFill>
                        </a:rPr>
                        <a:t>NumExpr</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chemeClr val="bg1">
                              <a:lumMod val="50000"/>
                            </a:schemeClr>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bg1">
                              <a:lumMod val="50000"/>
                            </a:schemeClr>
                          </a:solidFill>
                        </a:rPr>
                        <a:t>NumExpr  </a:t>
                      </a:r>
                      <a:r>
                        <a:rPr lang="en-US" sz="1800" b="0" i="0" dirty="0">
                          <a:solidFill>
                            <a:schemeClr val="bg1">
                              <a:lumMod val="50000"/>
                            </a:schemeClr>
                          </a:solidFill>
                        </a:rPr>
                        <a:t>+</a:t>
                      </a:r>
                      <a:r>
                        <a:rPr lang="en-US" sz="1800" b="0" i="1" dirty="0">
                          <a:solidFill>
                            <a:schemeClr val="bg1">
                              <a:lumMod val="50000"/>
                            </a:schemeClr>
                          </a:solidFill>
                        </a:rPr>
                        <a:t> Term</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98">
                <a:tc>
                  <a:txBody>
                    <a:bodyPr/>
                    <a:lstStyle/>
                    <a:p>
                      <a:endParaRPr lang="en-US" sz="1800" b="0" i="1" dirty="0">
                        <a:solidFill>
                          <a:schemeClr val="bg1">
                            <a:lumMod val="50000"/>
                          </a:schemeClr>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chemeClr val="bg1">
                              <a:lumMod val="50000"/>
                            </a:schemeClr>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bg1">
                              <a:lumMod val="50000"/>
                            </a:schemeClr>
                          </a:solidFill>
                        </a:rPr>
                        <a:t>NumExpr  </a:t>
                      </a:r>
                      <a:r>
                        <a:rPr lang="en-US" sz="1800" b="0" i="0" dirty="0">
                          <a:solidFill>
                            <a:schemeClr val="bg1">
                              <a:lumMod val="50000"/>
                            </a:schemeClr>
                          </a:solidFill>
                        </a:rPr>
                        <a:t>-</a:t>
                      </a:r>
                      <a:r>
                        <a:rPr lang="en-US" sz="1800" b="0" i="1" baseline="0" dirty="0">
                          <a:solidFill>
                            <a:schemeClr val="bg1">
                              <a:lumMod val="50000"/>
                            </a:schemeClr>
                          </a:solidFill>
                        </a:rPr>
                        <a:t> Term</a:t>
                      </a:r>
                      <a:endParaRPr lang="en-US" sz="1800" b="0" i="1" dirty="0">
                        <a:solidFill>
                          <a:schemeClr val="bg1">
                            <a:lumMod val="50000"/>
                          </a:schemeClr>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98">
                <a:tc>
                  <a:txBody>
                    <a:bodyPr/>
                    <a:lstStyle/>
                    <a:p>
                      <a:endParaRPr lang="en-US" sz="1800" b="0" i="1" dirty="0">
                        <a:solidFill>
                          <a:schemeClr val="bg1">
                            <a:lumMod val="50000"/>
                          </a:schemeClr>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chemeClr val="bg1">
                              <a:lumMod val="50000"/>
                            </a:schemeClr>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bg1">
                              <a:lumMod val="50000"/>
                            </a:schemeClr>
                          </a:solidFill>
                        </a:rPr>
                        <a:t>Term</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98">
                <a:tc>
                  <a:txBody>
                    <a:bodyPr/>
                    <a:lstStyle/>
                    <a:p>
                      <a:r>
                        <a:rPr lang="en-US" sz="1800" b="0" i="1" dirty="0">
                          <a:solidFill>
                            <a:srgbClr val="7F7F7F"/>
                          </a:solidFill>
                        </a:rPr>
                        <a:t>Term</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rgbClr val="7F7F7F"/>
                          </a:solidFill>
                        </a:rPr>
                        <a:t>Term  </a:t>
                      </a:r>
                      <a:r>
                        <a:rPr lang="en-US" sz="1800" b="0" i="0" dirty="0">
                          <a:solidFill>
                            <a:srgbClr val="7F7F7F"/>
                          </a:solidFill>
                        </a:rPr>
                        <a:t>×</a:t>
                      </a:r>
                      <a:r>
                        <a:rPr lang="en-US" sz="1800" b="0" i="1" dirty="0">
                          <a:solidFill>
                            <a:schemeClr val="tx1"/>
                          </a:solidFill>
                        </a:rPr>
                        <a:t> Value</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98">
                <a:tc>
                  <a:txBody>
                    <a:bodyPr/>
                    <a:lstStyle/>
                    <a:p>
                      <a:endParaRPr lang="en-US" sz="1800" b="0" i="1" dirty="0">
                        <a:solidFill>
                          <a:schemeClr val="tx1"/>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rgbClr val="7F7F7F"/>
                          </a:solidFill>
                        </a:rPr>
                        <a:t>Term  </a:t>
                      </a:r>
                      <a:r>
                        <a:rPr lang="en-US" sz="1800" b="0" i="0" dirty="0">
                          <a:solidFill>
                            <a:srgbClr val="7F7F7F"/>
                          </a:solidFill>
                        </a:rPr>
                        <a:t>÷ </a:t>
                      </a:r>
                      <a:r>
                        <a:rPr lang="en-US" sz="1800" b="0" i="1" dirty="0">
                          <a:solidFill>
                            <a:schemeClr val="tx1"/>
                          </a:solidFill>
                        </a:rPr>
                        <a:t>Value</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98">
                <a:tc>
                  <a:txBody>
                    <a:bodyPr/>
                    <a:lstStyle/>
                    <a:p>
                      <a:endParaRPr lang="en-US" sz="1800" b="0" i="1" dirty="0">
                        <a:solidFill>
                          <a:schemeClr val="tx1"/>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tx1"/>
                          </a:solidFill>
                        </a:rPr>
                        <a:t>Value</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370898">
                <a:tc>
                  <a:txBody>
                    <a:bodyPr/>
                    <a:lstStyle/>
                    <a:p>
                      <a:r>
                        <a:rPr lang="en-US" sz="1800" b="0" i="1" dirty="0">
                          <a:solidFill>
                            <a:schemeClr val="tx1"/>
                          </a:solidFill>
                        </a:rPr>
                        <a:t>Value</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chemeClr val="tx1"/>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tx1"/>
                          </a:solidFill>
                        </a:rPr>
                        <a:t>¬ Factor</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370898">
                <a:tc>
                  <a:txBody>
                    <a:bodyPr/>
                    <a:lstStyle/>
                    <a:p>
                      <a:endParaRPr lang="en-US" sz="1800" b="0" i="1" dirty="0">
                        <a:solidFill>
                          <a:schemeClr val="tx1"/>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chemeClr val="tx1"/>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tx1"/>
                          </a:solidFill>
                        </a:rPr>
                        <a:t>Factor</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370898">
                <a:tc>
                  <a:txBody>
                    <a:bodyPr/>
                    <a:lstStyle/>
                    <a:p>
                      <a:r>
                        <a:rPr lang="en-US" sz="1800" b="0" i="1" dirty="0">
                          <a:solidFill>
                            <a:srgbClr val="7F7F7F"/>
                          </a:solidFill>
                        </a:rPr>
                        <a:t>Factor</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0" u="none" dirty="0">
                          <a:solidFill>
                            <a:srgbClr val="7F7F7F"/>
                          </a:solidFill>
                        </a:rPr>
                        <a:t>(</a:t>
                      </a:r>
                      <a:r>
                        <a:rPr lang="en-US" sz="1800" b="0" i="0" u="none" baseline="0" dirty="0">
                          <a:solidFill>
                            <a:srgbClr val="7F7F7F"/>
                          </a:solidFill>
                        </a:rPr>
                        <a:t>  </a:t>
                      </a:r>
                      <a:r>
                        <a:rPr lang="en-US" sz="1800" b="0" i="1" u="none" baseline="0" dirty="0">
                          <a:solidFill>
                            <a:srgbClr val="7F7F7F"/>
                          </a:solidFill>
                        </a:rPr>
                        <a:t>Expr</a:t>
                      </a:r>
                      <a:r>
                        <a:rPr lang="en-US" sz="1800" b="0" i="0" u="none" baseline="0" dirty="0">
                          <a:solidFill>
                            <a:srgbClr val="7F7F7F"/>
                          </a:solidFill>
                        </a:rPr>
                        <a:t>  )</a:t>
                      </a:r>
                      <a:endParaRPr lang="en-US" sz="1800" b="0" i="0" u="none" dirty="0">
                        <a:solidFill>
                          <a:srgbClr val="7F7F7F"/>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370898">
                <a:tc>
                  <a:txBody>
                    <a:bodyPr/>
                    <a:lstStyle/>
                    <a:p>
                      <a:endParaRPr lang="en-US" sz="1800" b="0" i="1" dirty="0">
                        <a:solidFill>
                          <a:srgbClr val="7F7F7F"/>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0" dirty="0">
                          <a:solidFill>
                            <a:srgbClr val="7F7F7F"/>
                          </a:solidFill>
                          <a:latin typeface="Geneva"/>
                          <a:cs typeface="Geneva"/>
                        </a:rPr>
                        <a:t>number</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370898">
                <a:tc>
                  <a:txBody>
                    <a:bodyPr/>
                    <a:lstStyle/>
                    <a:p>
                      <a:endParaRPr lang="en-US" sz="1800" b="0" i="1" dirty="0">
                        <a:solidFill>
                          <a:schemeClr val="tx1"/>
                        </a:solidFill>
                      </a:endParaRP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0" i="0" dirty="0">
                          <a:solidFill>
                            <a:srgbClr val="7F7F7F"/>
                          </a:solidFill>
                        </a:rPr>
                        <a:t>|</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800" b="0" i="1" dirty="0">
                          <a:solidFill>
                            <a:schemeClr val="tx1"/>
                          </a:solidFill>
                          <a:latin typeface="+mn-lt"/>
                          <a:cs typeface="Geneva"/>
                        </a:rPr>
                        <a:t>Reference</a:t>
                      </a:r>
                    </a:p>
                  </a:txBody>
                  <a:tcPr marT="45727" marB="45727">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bl>
          </a:graphicData>
        </a:graphic>
      </p:graphicFrame>
      <p:sp>
        <p:nvSpPr>
          <p:cNvPr id="9" name="TextBox 8">
            <a:extLst>
              <a:ext uri="{FF2B5EF4-FFF2-40B4-BE49-F238E27FC236}">
                <a16:creationId xmlns:a16="http://schemas.microsoft.com/office/drawing/2014/main" id="{2C88B0FB-2A0A-4DFB-B3A3-D6830EEE19CE}"/>
              </a:ext>
            </a:extLst>
          </p:cNvPr>
          <p:cNvSpPr txBox="1"/>
          <p:nvPr/>
        </p:nvSpPr>
        <p:spPr>
          <a:xfrm>
            <a:off x="4038600" y="6121400"/>
            <a:ext cx="4114800" cy="523875"/>
          </a:xfrm>
          <a:prstGeom prst="rect">
            <a:avLst/>
          </a:prstGeom>
          <a:solidFill>
            <a:schemeClr val="bg1">
              <a:lumMod val="75000"/>
            </a:schemeClr>
          </a:solidFill>
          <a:ln w="19050" cap="flat" cmpd="sng" algn="ctr">
            <a:solidFill>
              <a:schemeClr val="bg1">
                <a:lumMod val="50000"/>
              </a:schemeClr>
            </a:solidFill>
            <a:prstDash val="solid"/>
            <a:round/>
            <a:headEnd type="none" w="med" len="med"/>
            <a:tailEnd type="none" w="med" len="med"/>
          </a:ln>
          <a:effectLst>
            <a:outerShdw blurRad="50800" dist="38100" dir="2700000">
              <a:srgbClr val="000000">
                <a:alpha val="43000"/>
              </a:srgbClr>
            </a:outerShdw>
          </a:effectLst>
        </p:spPr>
        <p:txBody>
          <a:bodyPr>
            <a:spAutoFit/>
          </a:bodyPr>
          <a:lstStyle/>
          <a:p>
            <a:pPr eaLnBrk="0" hangingPunct="0">
              <a:defRPr/>
            </a:pPr>
            <a:r>
              <a:rPr lang="en-US" sz="1400" i="1" dirty="0">
                <a:solidFill>
                  <a:srgbClr val="003C75"/>
                </a:solidFill>
                <a:latin typeface="Comic Sans MS" charset="0"/>
                <a:ea typeface="ヒラギノ角ゴ Pro W3" charset="-128"/>
                <a:cs typeface="ヒラギノ角ゴ Pro W3" charset="-128"/>
              </a:rPr>
              <a:t>Reference</a:t>
            </a:r>
            <a:r>
              <a:rPr lang="en-US" sz="1400" dirty="0">
                <a:solidFill>
                  <a:srgbClr val="003C75"/>
                </a:solidFill>
                <a:latin typeface="Comic Sans MS" charset="0"/>
                <a:ea typeface="ヒラギノ角ゴ Pro W3" charset="-128"/>
                <a:cs typeface="ヒラギノ角ゴ Pro W3" charset="-128"/>
              </a:rPr>
              <a:t> derives a name, a subscripted name, a structure reference, a string reference,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Footer Placeholder 3">
            <a:extLst>
              <a:ext uri="{FF2B5EF4-FFF2-40B4-BE49-F238E27FC236}">
                <a16:creationId xmlns:a16="http://schemas.microsoft.com/office/drawing/2014/main" id="{DA12F4A2-1122-4CF7-A76B-D66DDB48718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20482" name="Slide Number Placeholder 4">
            <a:extLst>
              <a:ext uri="{FF2B5EF4-FFF2-40B4-BE49-F238E27FC236}">
                <a16:creationId xmlns:a16="http://schemas.microsoft.com/office/drawing/2014/main" id="{9BC0793D-72F1-4DE2-ACE6-5AA6ED4921C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BDB9C86A-E9A2-4B18-B9FC-095E6B706254}" type="slidenum">
              <a:rPr lang="en-US" altLang="it-IT"/>
              <a:pPr/>
              <a:t>3</a:t>
            </a:fld>
            <a:endParaRPr lang="en-US" altLang="it-IT"/>
          </a:p>
        </p:txBody>
      </p:sp>
      <p:sp>
        <p:nvSpPr>
          <p:cNvPr id="20483" name="Rectangle 2">
            <a:extLst>
              <a:ext uri="{FF2B5EF4-FFF2-40B4-BE49-F238E27FC236}">
                <a16:creationId xmlns:a16="http://schemas.microsoft.com/office/drawing/2014/main" id="{A1A095C5-B2B9-43B6-915E-0543CEC6FC6C}"/>
              </a:ext>
            </a:extLst>
          </p:cNvPr>
          <p:cNvSpPr>
            <a:spLocks noGrp="1" noChangeArrowheads="1"/>
          </p:cNvSpPr>
          <p:nvPr>
            <p:ph type="title"/>
          </p:nvPr>
        </p:nvSpPr>
        <p:spPr/>
        <p:txBody>
          <a:bodyPr/>
          <a:lstStyle/>
          <a:p>
            <a:pPr eaLnBrk="1" hangingPunct="1"/>
            <a:r>
              <a:rPr lang="en-US" altLang="it-IT"/>
              <a:t>Boolean &amp; Relational Values</a:t>
            </a:r>
          </a:p>
        </p:txBody>
      </p:sp>
      <p:sp>
        <p:nvSpPr>
          <p:cNvPr id="20484" name="Rectangle 3">
            <a:extLst>
              <a:ext uri="{FF2B5EF4-FFF2-40B4-BE49-F238E27FC236}">
                <a16:creationId xmlns:a16="http://schemas.microsoft.com/office/drawing/2014/main" id="{2F2149E8-396C-49E4-9FBC-D970DE80090C}"/>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solidFill>
                  <a:srgbClr val="003C75"/>
                </a:solidFill>
              </a:rPr>
              <a:t>Next, we need to represent the values</a:t>
            </a:r>
          </a:p>
          <a:p>
            <a:pPr eaLnBrk="1" hangingPunct="1">
              <a:spcBef>
                <a:spcPts val="2400"/>
              </a:spcBef>
              <a:buFont typeface="Times" panose="02020603050405020304" pitchFamily="18" charset="0"/>
              <a:buNone/>
            </a:pPr>
            <a:r>
              <a:rPr lang="en-US" altLang="it-IT">
                <a:solidFill>
                  <a:srgbClr val="003C75"/>
                </a:solidFill>
              </a:rPr>
              <a:t>Numerical representation</a:t>
            </a:r>
          </a:p>
          <a:p>
            <a:pPr eaLnBrk="1" hangingPunct="1"/>
            <a:r>
              <a:rPr lang="en-US" altLang="it-IT"/>
              <a:t>Assign values to TRUE and FALSE</a:t>
            </a:r>
          </a:p>
          <a:p>
            <a:pPr eaLnBrk="1" hangingPunct="1"/>
            <a:r>
              <a:rPr lang="en-US" altLang="it-IT"/>
              <a:t>Use hardware AND, OR, and NOT operations</a:t>
            </a:r>
          </a:p>
          <a:p>
            <a:pPr eaLnBrk="1" hangingPunct="1"/>
            <a:r>
              <a:rPr lang="en-US" altLang="it-IT"/>
              <a:t>Use comparison to get a boolean from a relational expression</a:t>
            </a:r>
          </a:p>
          <a:p>
            <a:pPr eaLnBrk="1" hangingPunct="1">
              <a:spcBef>
                <a:spcPts val="2400"/>
              </a:spcBef>
              <a:buFont typeface="Times" panose="02020603050405020304" pitchFamily="18" charset="0"/>
              <a:buNone/>
            </a:pPr>
            <a:r>
              <a:rPr lang="en-US" altLang="it-IT">
                <a:solidFill>
                  <a:srgbClr val="003C75"/>
                </a:solidFill>
              </a:rPr>
              <a:t>Examples</a:t>
            </a:r>
          </a:p>
        </p:txBody>
      </p:sp>
      <p:graphicFrame>
        <p:nvGraphicFramePr>
          <p:cNvPr id="7225" name="Group 57">
            <a:extLst>
              <a:ext uri="{FF2B5EF4-FFF2-40B4-BE49-F238E27FC236}">
                <a16:creationId xmlns:a16="http://schemas.microsoft.com/office/drawing/2014/main" id="{2293717E-CFB5-4FD3-9CC1-B39B405E7A9C}"/>
              </a:ext>
            </a:extLst>
          </p:cNvPr>
          <p:cNvGraphicFramePr>
            <a:graphicFrameLocks noGrp="1"/>
          </p:cNvGraphicFramePr>
          <p:nvPr/>
        </p:nvGraphicFramePr>
        <p:xfrm>
          <a:off x="1066800" y="3962400"/>
          <a:ext cx="6858000" cy="1822450"/>
        </p:xfrm>
        <a:graphic>
          <a:graphicData uri="http://schemas.openxmlformats.org/drawingml/2006/table">
            <a:tbl>
              <a:tblPr>
                <a:effectLst>
                  <a:outerShdw blurRad="50800" dist="38100" dir="2700000">
                    <a:srgbClr val="000000">
                      <a:alpha val="43000"/>
                    </a:srgbClr>
                  </a:outerShdw>
                </a:effectLst>
              </a:tblPr>
              <a:tblGrid>
                <a:gridCol w="1524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695325">
                <a:tc>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 &lt; </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y</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rgbClr val="003C75"/>
                          </a:solidFill>
                          <a:effectLst/>
                          <a:latin typeface="Comic Sans MS" charset="0"/>
                          <a:ea typeface="ヒラギノ角ゴ Pro W3" charset="-128"/>
                          <a:cs typeface="ヒラギノ角ゴ Pro W3" charset="-128"/>
                        </a:rPr>
                        <a:t>becomes</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rPr>
                        <a:t>cmp_</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a:ln>
                            <a:noFill/>
                          </a:ln>
                          <a:solidFill>
                            <a:schemeClr val="tx1"/>
                          </a:solidFill>
                          <a:effectLst/>
                          <a:latin typeface="Geneva" charset="0"/>
                          <a:ea typeface="ヒラギノ角ゴ Pro W3" charset="-128"/>
                          <a:cs typeface="ヒラギノ角ゴ Pro W3" charset="-128"/>
                        </a:rPr>
                        <a:t>y</a:t>
                      </a:r>
                      <a:endPar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8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endParaRPr kumimoji="0" lang="en-US" sz="18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0"/>
                  </a:ext>
                </a:extLst>
              </a:tr>
              <a:tr h="1127125">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if (</a:t>
                      </a:r>
                      <a:r>
                        <a:rPr kumimoji="0" lang="en-US" sz="1800" b="0" i="0" u="none" strike="noStrike" cap="none" normalizeH="0" baseline="0" dirty="0" err="1">
                          <a:ln>
                            <a:noFill/>
                          </a:ln>
                          <a:solidFill>
                            <a:schemeClr val="tx1"/>
                          </a:solidFill>
                          <a:effectLst/>
                          <a:latin typeface="Comic Sans MS" charset="0"/>
                          <a:ea typeface="ヒラギノ角ゴ Pro W3" charset="-128"/>
                          <a:cs typeface="ヒラギノ角ゴ Pro W3" charset="-128"/>
                        </a:rPr>
                        <a:t>x</a:t>
                      </a: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 &lt; </a:t>
                      </a:r>
                      <a:r>
                        <a:rPr kumimoji="0" lang="en-US" sz="1800" b="0" i="0" u="none" strike="noStrike" cap="none" normalizeH="0" baseline="0" dirty="0" err="1">
                          <a:ln>
                            <a:noFill/>
                          </a:ln>
                          <a:solidFill>
                            <a:schemeClr val="tx1"/>
                          </a:solidFill>
                          <a:effectLst/>
                          <a:latin typeface="Comic Sans MS" charset="0"/>
                          <a:ea typeface="ヒラギノ角ゴ Pro W3" charset="-128"/>
                          <a:cs typeface="ヒラギノ角ゴ Pro W3" charset="-128"/>
                        </a:rPr>
                        <a:t>y</a:t>
                      </a: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a:t>
                      </a: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   then stmt</a:t>
                      </a:r>
                      <a:r>
                        <a:rPr kumimoji="0" lang="en-US" sz="1800" b="0" i="0" u="none" strike="noStrike" cap="none" normalizeH="0" baseline="-25000" dirty="0">
                          <a:ln>
                            <a:noFill/>
                          </a:ln>
                          <a:solidFill>
                            <a:schemeClr val="tx1"/>
                          </a:solidFill>
                          <a:effectLst/>
                          <a:latin typeface="Comic Sans MS" charset="0"/>
                          <a:ea typeface="ヒラギノ角ゴ Pro W3" charset="-128"/>
                          <a:cs typeface="ヒラギノ角ゴ Pro W3" charset="-128"/>
                        </a:rPr>
                        <a:t>1</a:t>
                      </a:r>
                      <a:endPar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endParaRP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   else stmt</a:t>
                      </a:r>
                      <a:r>
                        <a:rPr kumimoji="0" lang="en-US" sz="1800" b="0" i="0" u="none" strike="noStrike" cap="none" normalizeH="0" baseline="-25000" dirty="0">
                          <a:ln>
                            <a:noFill/>
                          </a:ln>
                          <a:solidFill>
                            <a:schemeClr val="tx1"/>
                          </a:solidFill>
                          <a:effectLst/>
                          <a:latin typeface="Comic Sans MS" charset="0"/>
                          <a:ea typeface="ヒラギノ角ゴ Pro W3" charset="-128"/>
                          <a:cs typeface="ヒラギノ角ゴ Pro W3" charset="-128"/>
                        </a:rPr>
                        <a:t>2</a:t>
                      </a:r>
                      <a:endPar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25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rgbClr val="003C75"/>
                          </a:solidFill>
                          <a:effectLst/>
                          <a:latin typeface="Comic Sans MS" charset="0"/>
                          <a:ea typeface="ヒラギノ角ゴ Pro W3" charset="-128"/>
                          <a:cs typeface="ヒラギノ角ゴ Pro W3" charset="-128"/>
                        </a:rPr>
                        <a:t>becomes</a:t>
                      </a: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50000"/>
                        </a:lnSpc>
                        <a:spcBef>
                          <a:spcPct val="20000"/>
                        </a:spcBef>
                        <a:spcAft>
                          <a:spcPct val="0"/>
                        </a:spcAft>
                        <a:buClr>
                          <a:srgbClr val="003C75"/>
                        </a:buClr>
                        <a:buSzPct val="120000"/>
                        <a:buFont typeface="Times" charset="0"/>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cmp_</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cbr</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50000"/>
                        </a:lnSpc>
                        <a:spcBef>
                          <a:spcPct val="20000"/>
                        </a:spcBef>
                        <a:spcAft>
                          <a:spcPct val="0"/>
                        </a:spcAft>
                        <a:buClr>
                          <a:srgbClr val="003C75"/>
                        </a:buClr>
                        <a:buSzPct val="120000"/>
                        <a:buFont typeface="Times" charset="0"/>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y</a:t>
                      </a:r>
                      <a:endPar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endParaRP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50000"/>
                        </a:lnSpc>
                        <a:spcBef>
                          <a:spcPct val="20000"/>
                        </a:spcBef>
                        <a:spcAft>
                          <a:spcPct val="0"/>
                        </a:spcAft>
                        <a:buClr>
                          <a:srgbClr val="003C75"/>
                        </a:buClr>
                        <a:buSzPct val="120000"/>
                        <a:buFont typeface="Symbol" charset="2"/>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p>
                      <a:pPr marL="0" marR="0" lvl="0" indent="0" algn="l" defTabSz="914400" rtl="0" eaLnBrk="1" fontAlgn="base" latinLnBrk="0" hangingPunct="1">
                        <a:lnSpc>
                          <a:spcPct val="100000"/>
                        </a:lnSpc>
                        <a:spcBef>
                          <a:spcPct val="20000"/>
                        </a:spcBef>
                        <a:spcAft>
                          <a:spcPct val="0"/>
                        </a:spcAft>
                        <a:buClr>
                          <a:srgbClr val="003C75"/>
                        </a:buClr>
                        <a:buSzPct val="120000"/>
                        <a:buFont typeface="Symbol" charset="2"/>
                        <a:buNone/>
                        <a:tabLst/>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_stmt</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,_stmt</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Footer Placeholder 3">
            <a:extLst>
              <a:ext uri="{FF2B5EF4-FFF2-40B4-BE49-F238E27FC236}">
                <a16:creationId xmlns:a16="http://schemas.microsoft.com/office/drawing/2014/main" id="{31D7BB7D-AB12-40AE-A0D1-0B7CF746A6C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22530" name="Slide Number Placeholder 4">
            <a:extLst>
              <a:ext uri="{FF2B5EF4-FFF2-40B4-BE49-F238E27FC236}">
                <a16:creationId xmlns:a16="http://schemas.microsoft.com/office/drawing/2014/main" id="{53FFBB63-9199-4D2C-9770-A1FF099622B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C8C78FD4-A449-41ED-9008-F76E698ADA85}" type="slidenum">
              <a:rPr lang="en-US" altLang="it-IT"/>
              <a:pPr/>
              <a:t>4</a:t>
            </a:fld>
            <a:endParaRPr lang="en-US" altLang="it-IT"/>
          </a:p>
        </p:txBody>
      </p:sp>
      <p:sp>
        <p:nvSpPr>
          <p:cNvPr id="22531" name="Rectangle 2">
            <a:extLst>
              <a:ext uri="{FF2B5EF4-FFF2-40B4-BE49-F238E27FC236}">
                <a16:creationId xmlns:a16="http://schemas.microsoft.com/office/drawing/2014/main" id="{4664F0AA-AB3E-4799-BFDC-6DD6EB4822B0}"/>
              </a:ext>
            </a:extLst>
          </p:cNvPr>
          <p:cNvSpPr>
            <a:spLocks noGrp="1" noChangeArrowheads="1"/>
          </p:cNvSpPr>
          <p:nvPr>
            <p:ph type="title"/>
          </p:nvPr>
        </p:nvSpPr>
        <p:spPr/>
        <p:txBody>
          <a:bodyPr/>
          <a:lstStyle/>
          <a:p>
            <a:pPr eaLnBrk="1" hangingPunct="1"/>
            <a:r>
              <a:rPr lang="en-US" altLang="it-IT"/>
              <a:t>Boolean &amp; Relational Values</a:t>
            </a:r>
          </a:p>
        </p:txBody>
      </p:sp>
      <p:sp>
        <p:nvSpPr>
          <p:cNvPr id="21509" name="Rectangle 3">
            <a:extLst>
              <a:ext uri="{FF2B5EF4-FFF2-40B4-BE49-F238E27FC236}">
                <a16:creationId xmlns:a16="http://schemas.microsoft.com/office/drawing/2014/main" id="{B3CEF645-8D8F-41CE-975F-561A4091FDEA}"/>
              </a:ext>
            </a:extLst>
          </p:cNvPr>
          <p:cNvSpPr>
            <a:spLocks noGrp="1" noChangeArrowheads="1"/>
          </p:cNvSpPr>
          <p:nvPr>
            <p:ph type="body" idx="1"/>
          </p:nvPr>
        </p:nvSpPr>
        <p:spPr>
          <a:xfrm>
            <a:off x="685800" y="1066800"/>
            <a:ext cx="7924800" cy="4953000"/>
          </a:xfrm>
        </p:spPr>
        <p:txBody>
          <a:bodyPr/>
          <a:lstStyle/>
          <a:p>
            <a:pPr eaLnBrk="1" hangingPunct="1">
              <a:buFont typeface="Times" charset="0"/>
              <a:buNone/>
              <a:defRPr/>
            </a:pPr>
            <a:r>
              <a:rPr lang="en-US" dirty="0">
                <a:solidFill>
                  <a:srgbClr val="003C75"/>
                </a:solidFill>
              </a:rPr>
              <a:t>What if the </a:t>
            </a:r>
            <a:r>
              <a:rPr lang="en-US" sz="1800" dirty="0">
                <a:solidFill>
                  <a:srgbClr val="003C75"/>
                </a:solidFill>
              </a:rPr>
              <a:t>ISA</a:t>
            </a:r>
            <a:r>
              <a:rPr lang="en-US" dirty="0">
                <a:solidFill>
                  <a:srgbClr val="003C75"/>
                </a:solidFill>
              </a:rPr>
              <a:t> uses a condition code? </a:t>
            </a:r>
          </a:p>
          <a:p>
            <a:pPr eaLnBrk="1" hangingPunct="1">
              <a:buFont typeface="Times" charset="0"/>
              <a:buChar char="•"/>
              <a:defRPr/>
            </a:pPr>
            <a:r>
              <a:rPr lang="en-US" dirty="0"/>
              <a:t>Must use a conditional branch to interpret result of compare</a:t>
            </a:r>
          </a:p>
          <a:p>
            <a:pPr eaLnBrk="1" hangingPunct="1">
              <a:buFont typeface="Times" charset="0"/>
              <a:buChar char="•"/>
              <a:defRPr/>
            </a:pPr>
            <a:r>
              <a:rPr lang="en-US" dirty="0"/>
              <a:t>Necessitates branches in the evaluation</a:t>
            </a:r>
          </a:p>
          <a:p>
            <a:pPr eaLnBrk="1" hangingPunct="1">
              <a:spcBef>
                <a:spcPts val="2400"/>
              </a:spcBef>
              <a:buFont typeface="Times" charset="0"/>
              <a:buNone/>
              <a:defRPr/>
            </a:pPr>
            <a:r>
              <a:rPr lang="en-US" dirty="0">
                <a:solidFill>
                  <a:srgbClr val="003C75"/>
                </a:solidFill>
              </a:rPr>
              <a:t>Example</a:t>
            </a:r>
            <a:endParaRPr lang="en-US" dirty="0"/>
          </a:p>
          <a:p>
            <a:pPr marL="347472" eaLnBrk="1" hangingPunct="1">
              <a:spcBef>
                <a:spcPts val="21600"/>
              </a:spcBef>
              <a:buFont typeface="Times" charset="0"/>
              <a:buNone/>
              <a:defRPr/>
            </a:pPr>
            <a:r>
              <a:rPr lang="en-US" dirty="0"/>
              <a:t>This “positional representation” is much more complex</a:t>
            </a:r>
          </a:p>
        </p:txBody>
      </p:sp>
      <p:graphicFrame>
        <p:nvGraphicFramePr>
          <p:cNvPr id="7" name="Table 6">
            <a:extLst>
              <a:ext uri="{FF2B5EF4-FFF2-40B4-BE49-F238E27FC236}">
                <a16:creationId xmlns:a16="http://schemas.microsoft.com/office/drawing/2014/main" id="{A8664B14-2638-4D55-A2CA-212603B12EED}"/>
              </a:ext>
            </a:extLst>
          </p:cNvPr>
          <p:cNvGraphicFramePr>
            <a:graphicFrameLocks noGrp="1"/>
          </p:cNvGraphicFramePr>
          <p:nvPr/>
        </p:nvGraphicFramePr>
        <p:xfrm>
          <a:off x="1143001" y="2962464"/>
          <a:ext cx="6095999" cy="2255520"/>
        </p:xfrm>
        <a:graphic>
          <a:graphicData uri="http://schemas.openxmlformats.org/drawingml/2006/table">
            <a:tbl>
              <a:tblPr firstRow="1" bandRow="1">
                <a:effectLst>
                  <a:outerShdw blurRad="50800" dist="38100" dir="2700000">
                    <a:srgbClr val="000000">
                      <a:alpha val="43000"/>
                    </a:srgbClr>
                  </a:outerShdw>
                </a:effectLst>
                <a:tableStyleId>{5C22544A-7EE6-4342-B048-85BDC9FD1C3A}</a:tableStyleId>
              </a:tblPr>
              <a:tblGrid>
                <a:gridCol w="870857">
                  <a:extLst>
                    <a:ext uri="{9D8B030D-6E8A-4147-A177-3AD203B41FA5}">
                      <a16:colId xmlns:a16="http://schemas.microsoft.com/office/drawing/2014/main" val="20000"/>
                    </a:ext>
                  </a:extLst>
                </a:gridCol>
                <a:gridCol w="1110343">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653142">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593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 &lt; </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y</a:t>
                      </a:r>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rgbClr val="003C75"/>
                          </a:solidFill>
                          <a:effectLst/>
                          <a:latin typeface="Comic Sans MS" charset="0"/>
                          <a:ea typeface="ヒラギノ角ゴ Pro W3" charset="-128"/>
                          <a:cs typeface="ヒラギノ角ゴ Pro W3" charset="-128"/>
                        </a:rPr>
                        <a:t>becomes</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cmp</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y</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20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0160">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cbr_</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CC</a:t>
                      </a:r>
                      <a:r>
                        <a:rPr kumimoji="0" lang="en-US" sz="20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F</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loadI</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1</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br</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E</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F</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loadI</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0</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E</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 </a:t>
                      </a:r>
                      <a:r>
                        <a:rPr kumimoji="0" lang="en-US" sz="1800" b="0" i="1" u="none" strike="noStrike" cap="none" normalizeH="0" baseline="0" dirty="0">
                          <a:ln>
                            <a:noFill/>
                          </a:ln>
                          <a:solidFill>
                            <a:schemeClr val="tx1"/>
                          </a:solidFill>
                          <a:effectLst/>
                          <a:latin typeface="Geneva" charset="0"/>
                          <a:ea typeface="ヒラギノ角ゴ Pro W3" charset="-128"/>
                          <a:cs typeface="ヒラギノ角ゴ Pro W3" charset="-128"/>
                        </a:rPr>
                        <a:t>other statements …</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Footer Placeholder 3">
            <a:extLst>
              <a:ext uri="{FF2B5EF4-FFF2-40B4-BE49-F238E27FC236}">
                <a16:creationId xmlns:a16="http://schemas.microsoft.com/office/drawing/2014/main" id="{68F5A9EE-D659-437F-9EA0-210A843A52C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24578" name="Slide Number Placeholder 4">
            <a:extLst>
              <a:ext uri="{FF2B5EF4-FFF2-40B4-BE49-F238E27FC236}">
                <a16:creationId xmlns:a16="http://schemas.microsoft.com/office/drawing/2014/main" id="{94B58E4E-AD48-49E9-A789-BC9CD5D06A9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AF5925DE-6D7B-4869-A366-B9B68B22F7E3}" type="slidenum">
              <a:rPr lang="en-US" altLang="it-IT"/>
              <a:pPr/>
              <a:t>5</a:t>
            </a:fld>
            <a:endParaRPr lang="en-US" altLang="it-IT"/>
          </a:p>
        </p:txBody>
      </p:sp>
      <p:sp>
        <p:nvSpPr>
          <p:cNvPr id="24579" name="Rectangle 2">
            <a:extLst>
              <a:ext uri="{FF2B5EF4-FFF2-40B4-BE49-F238E27FC236}">
                <a16:creationId xmlns:a16="http://schemas.microsoft.com/office/drawing/2014/main" id="{59685726-B143-4B5B-8D1E-45A76CFCF73C}"/>
              </a:ext>
            </a:extLst>
          </p:cNvPr>
          <p:cNvSpPr>
            <a:spLocks noGrp="1" noChangeArrowheads="1"/>
          </p:cNvSpPr>
          <p:nvPr>
            <p:ph type="title"/>
          </p:nvPr>
        </p:nvSpPr>
        <p:spPr/>
        <p:txBody>
          <a:bodyPr/>
          <a:lstStyle/>
          <a:p>
            <a:pPr eaLnBrk="1" hangingPunct="1"/>
            <a:r>
              <a:rPr lang="en-US" altLang="it-IT"/>
              <a:t>Boolean &amp; Relational Values</a:t>
            </a:r>
          </a:p>
        </p:txBody>
      </p:sp>
      <p:sp>
        <p:nvSpPr>
          <p:cNvPr id="21509" name="Rectangle 3">
            <a:extLst>
              <a:ext uri="{FF2B5EF4-FFF2-40B4-BE49-F238E27FC236}">
                <a16:creationId xmlns:a16="http://schemas.microsoft.com/office/drawing/2014/main" id="{2AAB05EB-8738-4B3A-BC25-4CB09E8F16F6}"/>
              </a:ext>
            </a:extLst>
          </p:cNvPr>
          <p:cNvSpPr>
            <a:spLocks noGrp="1" noChangeArrowheads="1"/>
          </p:cNvSpPr>
          <p:nvPr>
            <p:ph type="body" idx="1"/>
          </p:nvPr>
        </p:nvSpPr>
        <p:spPr>
          <a:xfrm>
            <a:off x="685800" y="1066800"/>
            <a:ext cx="7924800" cy="4953000"/>
          </a:xfrm>
        </p:spPr>
        <p:txBody>
          <a:bodyPr/>
          <a:lstStyle/>
          <a:p>
            <a:pPr eaLnBrk="1" hangingPunct="1">
              <a:buFont typeface="Times" charset="0"/>
              <a:buNone/>
              <a:defRPr/>
            </a:pPr>
            <a:r>
              <a:rPr lang="en-US" dirty="0">
                <a:solidFill>
                  <a:srgbClr val="003C75"/>
                </a:solidFill>
              </a:rPr>
              <a:t>What if the </a:t>
            </a:r>
            <a:r>
              <a:rPr lang="en-US" sz="1800" dirty="0">
                <a:solidFill>
                  <a:srgbClr val="003C75"/>
                </a:solidFill>
              </a:rPr>
              <a:t>ISA</a:t>
            </a:r>
            <a:r>
              <a:rPr lang="en-US" dirty="0">
                <a:solidFill>
                  <a:srgbClr val="003C75"/>
                </a:solidFill>
              </a:rPr>
              <a:t> uses a condition code? </a:t>
            </a:r>
          </a:p>
          <a:p>
            <a:pPr eaLnBrk="1" hangingPunct="1">
              <a:buFont typeface="Times" charset="0"/>
              <a:buChar char="•"/>
              <a:defRPr/>
            </a:pPr>
            <a:r>
              <a:rPr lang="en-US" dirty="0"/>
              <a:t>Must use a conditional branch to interpret result of compare</a:t>
            </a:r>
          </a:p>
          <a:p>
            <a:pPr eaLnBrk="1" hangingPunct="1">
              <a:buFont typeface="Times" charset="0"/>
              <a:buChar char="•"/>
              <a:defRPr/>
            </a:pPr>
            <a:r>
              <a:rPr lang="en-US" dirty="0"/>
              <a:t>Necessitates branches in the evaluation</a:t>
            </a:r>
          </a:p>
          <a:p>
            <a:pPr eaLnBrk="1" hangingPunct="1">
              <a:spcBef>
                <a:spcPts val="2400"/>
              </a:spcBef>
              <a:buFont typeface="Times" charset="0"/>
              <a:buNone/>
              <a:defRPr/>
            </a:pPr>
            <a:r>
              <a:rPr lang="en-US" dirty="0">
                <a:solidFill>
                  <a:srgbClr val="003C75"/>
                </a:solidFill>
              </a:rPr>
              <a:t>Example</a:t>
            </a:r>
            <a:endParaRPr lang="en-US" dirty="0"/>
          </a:p>
          <a:p>
            <a:pPr marL="347472" eaLnBrk="1" hangingPunct="1">
              <a:spcBef>
                <a:spcPts val="21600"/>
              </a:spcBef>
              <a:buFont typeface="Times" charset="0"/>
              <a:buNone/>
              <a:defRPr/>
            </a:pPr>
            <a:r>
              <a:rPr lang="en-US" dirty="0"/>
              <a:t>This “positional representation” is much more complex</a:t>
            </a:r>
          </a:p>
        </p:txBody>
      </p:sp>
      <p:graphicFrame>
        <p:nvGraphicFramePr>
          <p:cNvPr id="7" name="Table 6">
            <a:extLst>
              <a:ext uri="{FF2B5EF4-FFF2-40B4-BE49-F238E27FC236}">
                <a16:creationId xmlns:a16="http://schemas.microsoft.com/office/drawing/2014/main" id="{31149C63-19DF-4007-8E36-CEA5C7B20FFE}"/>
              </a:ext>
            </a:extLst>
          </p:cNvPr>
          <p:cNvGraphicFramePr>
            <a:graphicFrameLocks noGrp="1"/>
          </p:cNvGraphicFramePr>
          <p:nvPr/>
        </p:nvGraphicFramePr>
        <p:xfrm>
          <a:off x="1143001" y="2962464"/>
          <a:ext cx="6095999" cy="2255520"/>
        </p:xfrm>
        <a:graphic>
          <a:graphicData uri="http://schemas.openxmlformats.org/drawingml/2006/table">
            <a:tbl>
              <a:tblPr firstRow="1" bandRow="1">
                <a:effectLst>
                  <a:outerShdw blurRad="50800" dist="38100" dir="2700000">
                    <a:srgbClr val="000000">
                      <a:alpha val="43000"/>
                    </a:srgbClr>
                  </a:outerShdw>
                </a:effectLst>
                <a:tableStyleId>{5C22544A-7EE6-4342-B048-85BDC9FD1C3A}</a:tableStyleId>
              </a:tblPr>
              <a:tblGrid>
                <a:gridCol w="870857">
                  <a:extLst>
                    <a:ext uri="{9D8B030D-6E8A-4147-A177-3AD203B41FA5}">
                      <a16:colId xmlns:a16="http://schemas.microsoft.com/office/drawing/2014/main" val="20000"/>
                    </a:ext>
                  </a:extLst>
                </a:gridCol>
                <a:gridCol w="1110343">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653142">
                  <a:extLst>
                    <a:ext uri="{9D8B030D-6E8A-4147-A177-3AD203B41FA5}">
                      <a16:colId xmlns:a16="http://schemas.microsoft.com/office/drawing/2014/main" val="20005"/>
                    </a:ext>
                  </a:extLst>
                </a:gridCol>
                <a:gridCol w="870857">
                  <a:extLst>
                    <a:ext uri="{9D8B030D-6E8A-4147-A177-3AD203B41FA5}">
                      <a16:colId xmlns:a16="http://schemas.microsoft.com/office/drawing/2014/main" val="20006"/>
                    </a:ext>
                  </a:extLst>
                </a:gridCol>
              </a:tblGrid>
              <a:tr h="37593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 &lt; </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y</a:t>
                      </a:r>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rgbClr val="003C75"/>
                          </a:solidFill>
                          <a:effectLst/>
                          <a:latin typeface="Comic Sans MS" charset="0"/>
                          <a:ea typeface="ヒラギノ角ゴ Pro W3" charset="-128"/>
                          <a:cs typeface="ヒラギノ角ゴ Pro W3" charset="-128"/>
                        </a:rPr>
                        <a:t>becomes</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cmp</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x</a:t>
                      </a: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800" b="0" i="0" u="none" strike="noStrike" cap="none" normalizeH="0" baseline="-25000" dirty="0" err="1">
                          <a:ln>
                            <a:noFill/>
                          </a:ln>
                          <a:solidFill>
                            <a:schemeClr val="tx1"/>
                          </a:solidFill>
                          <a:effectLst/>
                          <a:latin typeface="Geneva" charset="0"/>
                          <a:ea typeface="ヒラギノ角ゴ Pro W3" charset="-128"/>
                          <a:cs typeface="ヒラギノ角ゴ Pro W3" charset="-128"/>
                        </a:rPr>
                        <a:t>y</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20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80160">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cbr_</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CC</a:t>
                      </a:r>
                      <a:r>
                        <a:rPr kumimoji="0" lang="en-US" sz="20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F</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T</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loadI</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1</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br</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E</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F</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err="1">
                          <a:ln>
                            <a:noFill/>
                          </a:ln>
                          <a:solidFill>
                            <a:schemeClr val="tx1"/>
                          </a:solidFill>
                          <a:effectLst/>
                          <a:latin typeface="Geneva" charset="0"/>
                          <a:ea typeface="ヒラギノ角ゴ Pro W3" charset="-128"/>
                          <a:cs typeface="ヒラギノ角ゴ Pro W3" charset="-128"/>
                        </a:rPr>
                        <a:t>loadI</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0</a:t>
                      </a:r>
                      <a:endParaRPr lang="en-US" b="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0"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r</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24817">
                <a:tc>
                  <a:txBody>
                    <a:bodyPr/>
                    <a:lstStyle/>
                    <a:p>
                      <a:endParaRPr lang="en-US" b="0" dirty="0">
                        <a:solidFill>
                          <a:schemeClr val="tx1"/>
                        </a:solidFill>
                      </a:endParaRPr>
                    </a:p>
                  </a:txBody>
                  <a:tcPr anchor="ctr">
                    <a:lnL w="19050" cap="flat" cmpd="sng" algn="ctr">
                      <a:solidFill>
                        <a:srgbClr val="FFFFFF">
                          <a:lumMod val="50000"/>
                        </a:srgbClr>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b="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800" b="0" i="0" u="none" strike="noStrike" cap="none" normalizeH="0" baseline="-25000" dirty="0">
                          <a:ln>
                            <a:noFill/>
                          </a:ln>
                          <a:solidFill>
                            <a:schemeClr val="tx1"/>
                          </a:solidFill>
                          <a:effectLst/>
                          <a:latin typeface="Geneva" charset="0"/>
                          <a:ea typeface="ヒラギノ角ゴ Pro W3" charset="-128"/>
                          <a:cs typeface="ヒラギノ角ゴ Pro W3" charset="-128"/>
                        </a:rPr>
                        <a:t>E</a:t>
                      </a: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a:r>
                        <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rPr>
                        <a:t>… </a:t>
                      </a:r>
                      <a:r>
                        <a:rPr kumimoji="0" lang="en-US" sz="1800" b="0" i="1" u="none" strike="noStrike" cap="none" normalizeH="0" baseline="0" dirty="0">
                          <a:ln>
                            <a:noFill/>
                          </a:ln>
                          <a:solidFill>
                            <a:schemeClr val="tx1"/>
                          </a:solidFill>
                          <a:effectLst/>
                          <a:latin typeface="Geneva" charset="0"/>
                          <a:ea typeface="ヒラギノ角ゴ Pro W3" charset="-128"/>
                          <a:cs typeface="ヒラギノ角ゴ Pro W3" charset="-128"/>
                        </a:rPr>
                        <a:t>other statements …</a:t>
                      </a:r>
                      <a:endParaRPr lang="en-US" b="0" dirty="0">
                        <a:solidFill>
                          <a:schemeClr val="tx1"/>
                        </a:solidFill>
                      </a:endParaRPr>
                    </a:p>
                  </a:txBody>
                  <a:tcPr anchor="ctr">
                    <a:lnL w="12700" cap="flat" cmpd="sng" algn="ctr">
                      <a:no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tc hMerge="1">
                  <a:txBody>
                    <a:bodyPr/>
                    <a:lstStyle/>
                    <a:p>
                      <a:endParaRPr lang="en-US" b="0" dirty="0">
                        <a:solidFill>
                          <a:schemeClr val="tx1"/>
                        </a:solidFill>
                      </a:endParaRPr>
                    </a:p>
                  </a:txBody>
                  <a:tcP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lnB w="12700" cap="flat" cmpd="sng" algn="ctr">
                      <a:solidFill>
                        <a:scrgbClr r="0" g="0" b="0"/>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8" name="Text Box 25">
            <a:extLst>
              <a:ext uri="{FF2B5EF4-FFF2-40B4-BE49-F238E27FC236}">
                <a16:creationId xmlns:a16="http://schemas.microsoft.com/office/drawing/2014/main" id="{87160D1B-7B91-4EE4-9DCF-C438C3813476}"/>
              </a:ext>
            </a:extLst>
          </p:cNvPr>
          <p:cNvSpPr txBox="1">
            <a:spLocks noChangeArrowheads="1"/>
          </p:cNvSpPr>
          <p:nvPr/>
        </p:nvSpPr>
        <p:spPr bwMode="auto">
          <a:xfrm>
            <a:off x="5867400" y="4648200"/>
            <a:ext cx="2971800" cy="1839913"/>
          </a:xfrm>
          <a:prstGeom prst="rect">
            <a:avLst/>
          </a:prstGeom>
          <a:solidFill>
            <a:schemeClr val="bg1">
              <a:lumMod val="75000"/>
            </a:schemeClr>
          </a:solidFill>
          <a:ln w="19050" cap="flat" cmpd="sng" algn="ctr">
            <a:solidFill>
              <a:schemeClr val="bg1">
                <a:lumMod val="50000"/>
              </a:schemeClr>
            </a:solidFill>
            <a:prstDash val="solid"/>
            <a:miter lim="800000"/>
            <a:headEnd type="none" w="med" len="med"/>
            <a:tailEnd type="none" w="med" len="med"/>
          </a:ln>
          <a:effectLst>
            <a:outerShdw blurRad="50800" dist="38100" dir="2700000">
              <a:srgbClr val="000000">
                <a:alpha val="43000"/>
              </a:srgbClr>
            </a:outerShdw>
          </a:effectLst>
        </p:spPr>
        <p:txBody>
          <a:bodyPr>
            <a:spAutoFit/>
          </a:bodyPr>
          <a:lstStyle/>
          <a:p>
            <a:pPr marL="177800" indent="-177800" eaLnBrk="0" hangingPunct="0">
              <a:spcBef>
                <a:spcPct val="10000"/>
              </a:spcBef>
              <a:defRPr/>
            </a:pPr>
            <a:r>
              <a:rPr lang="en-US" i="1" u="sng">
                <a:solidFill>
                  <a:srgbClr val="003C75"/>
                </a:solidFill>
                <a:latin typeface="Comic Sans MS" charset="0"/>
                <a:ea typeface="ヒラギノ角ゴ Pro W3" charset="-128"/>
                <a:cs typeface="ヒラギノ角ゴ Pro W3" charset="-128"/>
              </a:rPr>
              <a:t>Condition codes</a:t>
            </a:r>
            <a:endParaRPr lang="en-US">
              <a:solidFill>
                <a:srgbClr val="003C75"/>
              </a:solidFill>
              <a:latin typeface="Comic Sans MS" charset="0"/>
              <a:ea typeface="ヒラギノ角ゴ Pro W3" charset="-128"/>
              <a:cs typeface="ヒラギノ角ゴ Pro W3" charset="-128"/>
            </a:endParaRPr>
          </a:p>
          <a:p>
            <a:pPr marL="177800" indent="-177800" eaLnBrk="0" hangingPunct="0">
              <a:spcBef>
                <a:spcPct val="10000"/>
              </a:spcBef>
              <a:buClr>
                <a:srgbClr val="003C75"/>
              </a:buClr>
              <a:buSzPct val="120000"/>
              <a:buFont typeface="Times" charset="0"/>
              <a:buChar char="•"/>
              <a:defRPr/>
            </a:pPr>
            <a:r>
              <a:rPr lang="en-US">
                <a:solidFill>
                  <a:srgbClr val="003C75"/>
                </a:solidFill>
                <a:latin typeface="Comic Sans MS" charset="0"/>
                <a:ea typeface="ヒラギノ角ゴ Pro W3" charset="-128"/>
                <a:cs typeface="ヒラギノ角ゴ Pro W3" charset="-128"/>
              </a:rPr>
              <a:t>are an architect’s hack</a:t>
            </a:r>
          </a:p>
          <a:p>
            <a:pPr marL="177800" indent="-177800" eaLnBrk="0" hangingPunct="0">
              <a:spcBef>
                <a:spcPct val="10000"/>
              </a:spcBef>
              <a:buClr>
                <a:srgbClr val="003C75"/>
              </a:buClr>
              <a:buSzPct val="120000"/>
              <a:buFont typeface="Times" charset="0"/>
              <a:buChar char="•"/>
              <a:defRPr/>
            </a:pPr>
            <a:r>
              <a:rPr lang="en-US">
                <a:solidFill>
                  <a:srgbClr val="003C75"/>
                </a:solidFill>
                <a:latin typeface="Comic Sans MS" charset="0"/>
                <a:ea typeface="ヒラギノ角ゴ Pro W3" charset="-128"/>
                <a:cs typeface="ヒラギノ角ゴ Pro W3" charset="-128"/>
              </a:rPr>
              <a:t>allow ISA to avoid some comparisons</a:t>
            </a:r>
          </a:p>
          <a:p>
            <a:pPr marL="177800" indent="-177800" eaLnBrk="0" hangingPunct="0">
              <a:spcBef>
                <a:spcPct val="10000"/>
              </a:spcBef>
              <a:buClr>
                <a:srgbClr val="003C75"/>
              </a:buClr>
              <a:buSzPct val="120000"/>
              <a:buFont typeface="Times" charset="0"/>
              <a:buChar char="•"/>
              <a:defRPr/>
            </a:pPr>
            <a:r>
              <a:rPr lang="en-US">
                <a:solidFill>
                  <a:srgbClr val="003C75"/>
                </a:solidFill>
                <a:latin typeface="Comic Sans MS" charset="0"/>
                <a:ea typeface="ヒラギノ角ゴ Pro W3" charset="-128"/>
                <a:cs typeface="ヒラギノ角ゴ Pro W3" charset="-128"/>
              </a:rPr>
              <a:t>complicates code for simple cases</a:t>
            </a:r>
            <a:r>
              <a:rPr lang="en-US" b="1">
                <a:solidFill>
                  <a:srgbClr val="003C75"/>
                </a:solidFill>
                <a:latin typeface="Comic Sans MS" charset="0"/>
                <a:ea typeface="ヒラギノ角ゴ Pro W3" charset="-128"/>
                <a:cs typeface="ヒラギノ角ゴ Pro W3" charset="-128"/>
              </a:rPr>
              <a:t> </a:t>
            </a:r>
          </a:p>
        </p:txBody>
      </p:sp>
      <p:sp>
        <p:nvSpPr>
          <p:cNvPr id="9" name="Text Box 26">
            <a:extLst>
              <a:ext uri="{FF2B5EF4-FFF2-40B4-BE49-F238E27FC236}">
                <a16:creationId xmlns:a16="http://schemas.microsoft.com/office/drawing/2014/main" id="{0BFFFA38-61AA-42A6-843C-C5D65C1282F4}"/>
              </a:ext>
            </a:extLst>
          </p:cNvPr>
          <p:cNvSpPr txBox="1">
            <a:spLocks noChangeArrowheads="1"/>
          </p:cNvSpPr>
          <p:nvPr/>
        </p:nvSpPr>
        <p:spPr bwMode="auto">
          <a:xfrm>
            <a:off x="5486400" y="685800"/>
            <a:ext cx="3505200" cy="650875"/>
          </a:xfrm>
          <a:prstGeom prst="rect">
            <a:avLst/>
          </a:prstGeom>
          <a:solidFill>
            <a:schemeClr val="bg1">
              <a:lumMod val="75000"/>
            </a:schemeClr>
          </a:solidFill>
          <a:ln w="19050" cap="flat" cmpd="sng" algn="ctr">
            <a:solidFill>
              <a:schemeClr val="bg1">
                <a:lumMod val="50000"/>
              </a:schemeClr>
            </a:solidFill>
            <a:prstDash val="solid"/>
            <a:miter lim="800000"/>
            <a:headEnd type="none" w="med" len="med"/>
            <a:tailEnd type="none" w="med" len="med"/>
          </a:ln>
          <a:effectLst>
            <a:outerShdw blurRad="50800" dist="38100" dir="2700000">
              <a:srgbClr val="000000">
                <a:alpha val="43000"/>
              </a:srgbClr>
            </a:outerShdw>
          </a:effectLst>
        </p:spPr>
        <p:txBody>
          <a:bodyPr>
            <a:spAutoFit/>
          </a:bodyPr>
          <a:lstStyle/>
          <a:p>
            <a:pPr eaLnBrk="0" hangingPunct="0">
              <a:defRPr/>
            </a:pPr>
            <a:r>
              <a:rPr lang="en-US" dirty="0">
                <a:solidFill>
                  <a:srgbClr val="003C75"/>
                </a:solidFill>
                <a:latin typeface="Comic Sans MS" charset="0"/>
                <a:ea typeface="ヒラギノ角ゴ Pro W3" charset="-128"/>
                <a:cs typeface="ヒラギノ角ゴ Pro W3" charset="-128"/>
              </a:rPr>
              <a:t>Editorial comment: (KDC)</a:t>
            </a:r>
          </a:p>
          <a:p>
            <a:pPr eaLnBrk="0" hangingPunct="0">
              <a:defRPr/>
            </a:pPr>
            <a:r>
              <a:rPr lang="en-US" dirty="0" err="1">
                <a:solidFill>
                  <a:srgbClr val="003C75"/>
                </a:solidFill>
                <a:latin typeface="Comic Sans MS" charset="0"/>
                <a:ea typeface="ヒラギノ角ゴ Pro W3" charset="-128"/>
                <a:cs typeface="ヒラギノ角ゴ Pro W3" charset="-128"/>
              </a:rPr>
              <a:t>CC’s</a:t>
            </a:r>
            <a:r>
              <a:rPr lang="en-US" dirty="0">
                <a:solidFill>
                  <a:srgbClr val="003C75"/>
                </a:solidFill>
                <a:latin typeface="Comic Sans MS" charset="0"/>
                <a:ea typeface="ヒラギノ角ゴ Pro W3" charset="-128"/>
                <a:cs typeface="ヒラギノ角ゴ Pro W3" charset="-128"/>
              </a:rPr>
              <a:t> are an evil, seductive idea </a:t>
            </a:r>
          </a:p>
        </p:txBody>
      </p:sp>
    </p:spTree>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Footer Placeholder 3">
            <a:extLst>
              <a:ext uri="{FF2B5EF4-FFF2-40B4-BE49-F238E27FC236}">
                <a16:creationId xmlns:a16="http://schemas.microsoft.com/office/drawing/2014/main" id="{53D35E48-0C33-426C-850B-C72DEA98E45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26626" name="Slide Number Placeholder 4">
            <a:extLst>
              <a:ext uri="{FF2B5EF4-FFF2-40B4-BE49-F238E27FC236}">
                <a16:creationId xmlns:a16="http://schemas.microsoft.com/office/drawing/2014/main" id="{5926027B-6674-471D-B62A-88F9B670F98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91D1E616-5B4B-46EE-9D4B-7BCEF78C8796}" type="slidenum">
              <a:rPr lang="en-US" altLang="it-IT"/>
              <a:pPr/>
              <a:t>6</a:t>
            </a:fld>
            <a:endParaRPr lang="en-US" altLang="it-IT"/>
          </a:p>
        </p:txBody>
      </p:sp>
      <p:sp>
        <p:nvSpPr>
          <p:cNvPr id="26627" name="Rectangle 2">
            <a:extLst>
              <a:ext uri="{FF2B5EF4-FFF2-40B4-BE49-F238E27FC236}">
                <a16:creationId xmlns:a16="http://schemas.microsoft.com/office/drawing/2014/main" id="{AE452D3C-0216-4383-A0AF-F4BD9FC4BBAE}"/>
              </a:ext>
            </a:extLst>
          </p:cNvPr>
          <p:cNvSpPr>
            <a:spLocks noGrp="1" noChangeArrowheads="1"/>
          </p:cNvSpPr>
          <p:nvPr>
            <p:ph type="title"/>
          </p:nvPr>
        </p:nvSpPr>
        <p:spPr/>
        <p:txBody>
          <a:bodyPr/>
          <a:lstStyle/>
          <a:p>
            <a:pPr eaLnBrk="1" hangingPunct="1"/>
            <a:r>
              <a:rPr lang="en-US" altLang="it-IT"/>
              <a:t>Boolean &amp; Relational Values</a:t>
            </a:r>
          </a:p>
        </p:txBody>
      </p:sp>
      <p:sp>
        <p:nvSpPr>
          <p:cNvPr id="26628" name="Rectangle 3">
            <a:extLst>
              <a:ext uri="{FF2B5EF4-FFF2-40B4-BE49-F238E27FC236}">
                <a16:creationId xmlns:a16="http://schemas.microsoft.com/office/drawing/2014/main" id="{4FDD65A8-90C7-4EEA-9DCF-AF8E2C076CE0}"/>
              </a:ext>
            </a:extLst>
          </p:cNvPr>
          <p:cNvSpPr>
            <a:spLocks noGrp="1" noChangeArrowheads="1"/>
          </p:cNvSpPr>
          <p:nvPr>
            <p:ph type="body" idx="1"/>
          </p:nvPr>
        </p:nvSpPr>
        <p:spPr>
          <a:xfrm>
            <a:off x="685800" y="1143000"/>
            <a:ext cx="7772400" cy="5029200"/>
          </a:xfrm>
        </p:spPr>
        <p:txBody>
          <a:bodyPr/>
          <a:lstStyle/>
          <a:p>
            <a:pPr eaLnBrk="1" hangingPunct="1">
              <a:lnSpc>
                <a:spcPct val="90000"/>
              </a:lnSpc>
              <a:buFont typeface="Times" panose="02020603050405020304" pitchFamily="18" charset="0"/>
              <a:buNone/>
            </a:pPr>
            <a:r>
              <a:rPr lang="en-US" altLang="it-IT">
                <a:solidFill>
                  <a:srgbClr val="003C75"/>
                </a:solidFill>
              </a:rPr>
              <a:t>The last example actually encoded result in the </a:t>
            </a:r>
            <a:r>
              <a:rPr lang="en-US" altLang="it-IT" sz="1800">
                <a:solidFill>
                  <a:srgbClr val="003C75"/>
                </a:solidFill>
              </a:rPr>
              <a:t>PC</a:t>
            </a:r>
            <a:endParaRPr lang="en-US" altLang="it-IT">
              <a:solidFill>
                <a:srgbClr val="003C75"/>
              </a:solidFill>
            </a:endParaRPr>
          </a:p>
          <a:p>
            <a:pPr eaLnBrk="1" hangingPunct="1">
              <a:lnSpc>
                <a:spcPct val="90000"/>
              </a:lnSpc>
              <a:spcBef>
                <a:spcPts val="2400"/>
              </a:spcBef>
              <a:buFont typeface="Times" panose="02020603050405020304" pitchFamily="18" charset="0"/>
              <a:buNone/>
            </a:pPr>
            <a:r>
              <a:rPr lang="en-US" altLang="it-IT">
                <a:solidFill>
                  <a:srgbClr val="003C75"/>
                </a:solidFill>
              </a:rPr>
              <a:t>If result is used to control an operation, that may suffice</a:t>
            </a:r>
          </a:p>
          <a:p>
            <a:pPr eaLnBrk="1" hangingPunct="1">
              <a:lnSpc>
                <a:spcPct val="90000"/>
              </a:lnSpc>
              <a:buFont typeface="Times" panose="02020603050405020304" pitchFamily="18" charset="0"/>
              <a:buNone/>
            </a:pPr>
            <a:r>
              <a:rPr lang="en-US" altLang="it-IT"/>
              <a:t>Condition code version does not directly produce (x &lt; y)</a:t>
            </a:r>
          </a:p>
          <a:p>
            <a:pPr eaLnBrk="1" hangingPunct="1">
              <a:lnSpc>
                <a:spcPct val="90000"/>
              </a:lnSpc>
              <a:buFont typeface="Times" panose="02020603050405020304" pitchFamily="18" charset="0"/>
              <a:buNone/>
            </a:pPr>
            <a:r>
              <a:rPr lang="en-US" altLang="it-IT"/>
              <a:t>Boolean version does</a:t>
            </a:r>
          </a:p>
          <a:p>
            <a:pPr eaLnBrk="1" hangingPunct="1">
              <a:lnSpc>
                <a:spcPct val="90000"/>
              </a:lnSpc>
              <a:buFont typeface="Times" panose="02020603050405020304" pitchFamily="18" charset="0"/>
              <a:buNone/>
            </a:pPr>
            <a:r>
              <a:rPr lang="en-US" altLang="it-IT"/>
              <a:t>Still, there is no significant difference in the code produced</a:t>
            </a:r>
          </a:p>
        </p:txBody>
      </p:sp>
      <p:graphicFrame>
        <p:nvGraphicFramePr>
          <p:cNvPr id="13632" name="Group 320">
            <a:extLst>
              <a:ext uri="{FF2B5EF4-FFF2-40B4-BE49-F238E27FC236}">
                <a16:creationId xmlns:a16="http://schemas.microsoft.com/office/drawing/2014/main" id="{F14A6CB3-BA1C-4F4B-AB94-D944D6EC3AF8}"/>
              </a:ext>
            </a:extLst>
          </p:cNvPr>
          <p:cNvGraphicFramePr>
            <a:graphicFrameLocks noGrp="1"/>
          </p:cNvGraphicFramePr>
          <p:nvPr/>
        </p:nvGraphicFramePr>
        <p:xfrm>
          <a:off x="228600" y="2286000"/>
          <a:ext cx="1905000" cy="1296035"/>
        </p:xfrm>
        <a:graphic>
          <a:graphicData uri="http://schemas.openxmlformats.org/drawingml/2006/table">
            <a:tbl>
              <a:tblPr>
                <a:effectLst>
                  <a:outerShdw blurRad="50800" dist="38100" dir="2700000">
                    <a:srgbClr val="000000">
                      <a:alpha val="43000"/>
                    </a:srgbClr>
                  </a:outerShdw>
                </a:effectLst>
              </a:tblPr>
              <a:tblGrid>
                <a:gridCol w="1905000">
                  <a:extLst>
                    <a:ext uri="{9D8B030D-6E8A-4147-A177-3AD203B41FA5}">
                      <a16:colId xmlns:a16="http://schemas.microsoft.com/office/drawing/2014/main" val="20000"/>
                    </a:ext>
                  </a:extLst>
                </a:gridCol>
              </a:tblGrid>
              <a:tr h="346075">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rPr>
                        <a:t>Example</a:t>
                      </a: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lumMod val="75000"/>
                      </a:schemeClr>
                    </a:solidFill>
                  </a:tcPr>
                </a:tc>
                <a:extLst>
                  <a:ext uri="{0D108BD9-81ED-4DB2-BD59-A6C34878D82A}">
                    <a16:rowId xmlns:a16="http://schemas.microsoft.com/office/drawing/2014/main" val="10000"/>
                  </a:ext>
                </a:extLst>
              </a:tr>
              <a:tr h="930275">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if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x</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 &lt;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y</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 </a:t>
                      </a: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   then a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c</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d</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else  a</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e</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f</a:t>
                      </a:r>
                      <a:endParaRPr kumimoji="0" lang="en-US" sz="18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3631" name="Group 319">
            <a:extLst>
              <a:ext uri="{FF2B5EF4-FFF2-40B4-BE49-F238E27FC236}">
                <a16:creationId xmlns:a16="http://schemas.microsoft.com/office/drawing/2014/main" id="{28250041-8668-41C3-99E7-920E6E83827A}"/>
              </a:ext>
            </a:extLst>
          </p:cNvPr>
          <p:cNvGraphicFramePr>
            <a:graphicFrameLocks noGrp="1"/>
          </p:cNvGraphicFramePr>
          <p:nvPr/>
        </p:nvGraphicFramePr>
        <p:xfrm>
          <a:off x="2286000" y="2286000"/>
          <a:ext cx="6553200" cy="2578354"/>
        </p:xfrm>
        <a:graphic>
          <a:graphicData uri="http://schemas.openxmlformats.org/drawingml/2006/table">
            <a:tbl>
              <a:tblPr>
                <a:effectLst>
                  <a:outerShdw blurRad="50800" dist="38100" dir="2700000">
                    <a:srgbClr val="000000">
                      <a:alpha val="43000"/>
                    </a:srgbClr>
                  </a:outerShdw>
                </a:effectLst>
              </a:tblPr>
              <a:tblGrid>
                <a:gridCol w="6858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90600">
                  <a:extLst>
                    <a:ext uri="{9D8B030D-6E8A-4147-A177-3AD203B41FA5}">
                      <a16:colId xmlns:a16="http://schemas.microsoft.com/office/drawing/2014/main" val="20005"/>
                    </a:ext>
                  </a:extLst>
                </a:gridCol>
                <a:gridCol w="609600">
                  <a:extLst>
                    <a:ext uri="{9D8B030D-6E8A-4147-A177-3AD203B41FA5}">
                      <a16:colId xmlns:a16="http://schemas.microsoft.com/office/drawing/2014/main" val="20006"/>
                    </a:ext>
                  </a:extLst>
                </a:gridCol>
                <a:gridCol w="1066800">
                  <a:extLst>
                    <a:ext uri="{9D8B030D-6E8A-4147-A177-3AD203B41FA5}">
                      <a16:colId xmlns:a16="http://schemas.microsoft.com/office/drawing/2014/main" val="20007"/>
                    </a:ext>
                  </a:extLst>
                </a:gridCol>
              </a:tblGrid>
              <a:tr h="330200">
                <a:tc gridSpan="4">
                  <a:txBody>
                    <a:bodyPr/>
                    <a:lstStyle/>
                    <a:p>
                      <a:pPr marL="0" marR="0" lvl="0" indent="0" algn="ct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Straight Condition Codes</a:t>
                      </a: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Boolean Comparisons</a:t>
                      </a: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6863">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comp</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x</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y</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x</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y</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280988">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cbr_</a:t>
                      </a:r>
                      <a:r>
                        <a:rPr kumimoji="0" lang="en-US" sz="14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280988">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sym typeface="Symbol" charset="2"/>
                        </a:rPr>
                        <a:t>a</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a</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3"/>
                  </a:ext>
                </a:extLst>
              </a:tr>
              <a:tr h="280988">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288925">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e</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f</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sym typeface="Symbol" charset="2"/>
                        </a:rPr>
                        <a:t>a</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e</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f</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a</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5"/>
                  </a:ext>
                </a:extLst>
              </a:tr>
              <a:tr h="280988">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6"/>
                  </a:ext>
                </a:extLst>
              </a:tr>
              <a:tr h="374650">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OUT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nop</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r"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OUT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nop</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Footer Placeholder 3">
            <a:extLst>
              <a:ext uri="{FF2B5EF4-FFF2-40B4-BE49-F238E27FC236}">
                <a16:creationId xmlns:a16="http://schemas.microsoft.com/office/drawing/2014/main" id="{E019E67D-1FFD-4605-AB70-88D59051C0D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28674" name="Slide Number Placeholder 4">
            <a:extLst>
              <a:ext uri="{FF2B5EF4-FFF2-40B4-BE49-F238E27FC236}">
                <a16:creationId xmlns:a16="http://schemas.microsoft.com/office/drawing/2014/main" id="{8C5FC713-607C-40F7-8325-0322D6AEAE0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59D83F49-2229-4603-968F-4DF54F6E76A0}" type="slidenum">
              <a:rPr lang="en-US" altLang="it-IT"/>
              <a:pPr/>
              <a:t>7</a:t>
            </a:fld>
            <a:endParaRPr lang="en-US" altLang="it-IT"/>
          </a:p>
        </p:txBody>
      </p:sp>
      <p:sp>
        <p:nvSpPr>
          <p:cNvPr id="28675" name="Rectangle 2">
            <a:extLst>
              <a:ext uri="{FF2B5EF4-FFF2-40B4-BE49-F238E27FC236}">
                <a16:creationId xmlns:a16="http://schemas.microsoft.com/office/drawing/2014/main" id="{575EA24E-D060-4FC7-95E0-81861C609CF4}"/>
              </a:ext>
            </a:extLst>
          </p:cNvPr>
          <p:cNvSpPr>
            <a:spLocks noGrp="1" noChangeArrowheads="1"/>
          </p:cNvSpPr>
          <p:nvPr>
            <p:ph type="title"/>
          </p:nvPr>
        </p:nvSpPr>
        <p:spPr/>
        <p:txBody>
          <a:bodyPr/>
          <a:lstStyle/>
          <a:p>
            <a:pPr eaLnBrk="1" hangingPunct="1"/>
            <a:r>
              <a:rPr lang="en-US" altLang="it-IT"/>
              <a:t>Boolean &amp; Relational Values</a:t>
            </a:r>
          </a:p>
        </p:txBody>
      </p:sp>
      <p:sp>
        <p:nvSpPr>
          <p:cNvPr id="28676" name="Rectangle 3">
            <a:extLst>
              <a:ext uri="{FF2B5EF4-FFF2-40B4-BE49-F238E27FC236}">
                <a16:creationId xmlns:a16="http://schemas.microsoft.com/office/drawing/2014/main" id="{56B13664-D713-46D9-923D-56180CF4B3C3}"/>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solidFill>
                  <a:srgbClr val="003C75"/>
                </a:solidFill>
              </a:rPr>
              <a:t>Other Architectural Variations</a:t>
            </a:r>
          </a:p>
          <a:p>
            <a:pPr eaLnBrk="1" hangingPunct="1">
              <a:spcBef>
                <a:spcPts val="2400"/>
              </a:spcBef>
              <a:buFont typeface="Times" panose="02020603050405020304" pitchFamily="18" charset="0"/>
              <a:buNone/>
            </a:pPr>
            <a:r>
              <a:rPr lang="en-US" altLang="it-IT">
                <a:solidFill>
                  <a:srgbClr val="003C75"/>
                </a:solidFill>
              </a:rPr>
              <a:t>Conditional move &amp; predication both simplify this code</a:t>
            </a:r>
          </a:p>
          <a:p>
            <a:pPr eaLnBrk="1" hangingPunct="1">
              <a:spcBef>
                <a:spcPts val="18000"/>
              </a:spcBef>
              <a:buFont typeface="Times" panose="02020603050405020304" pitchFamily="18" charset="0"/>
              <a:buNone/>
            </a:pPr>
            <a:endParaRPr lang="en-US" altLang="it-IT"/>
          </a:p>
          <a:p>
            <a:pPr eaLnBrk="1" hangingPunct="1">
              <a:buFont typeface="Times" panose="02020603050405020304" pitchFamily="18" charset="0"/>
              <a:buNone/>
            </a:pPr>
            <a:r>
              <a:rPr lang="en-US" altLang="it-IT"/>
              <a:t>Both versions avoid the branches</a:t>
            </a:r>
          </a:p>
          <a:p>
            <a:pPr eaLnBrk="1" hangingPunct="1">
              <a:buFont typeface="Times" panose="02020603050405020304" pitchFamily="18" charset="0"/>
              <a:buNone/>
            </a:pPr>
            <a:r>
              <a:rPr lang="en-US" altLang="it-IT"/>
              <a:t>Both are shorter than cond’n codes or Boolean-valued compare</a:t>
            </a:r>
          </a:p>
          <a:p>
            <a:pPr eaLnBrk="1" hangingPunct="1">
              <a:buFont typeface="Times" panose="02020603050405020304" pitchFamily="18" charset="0"/>
              <a:buNone/>
            </a:pPr>
            <a:r>
              <a:rPr lang="en-US" altLang="it-IT"/>
              <a:t>Are they better?</a:t>
            </a:r>
          </a:p>
        </p:txBody>
      </p:sp>
      <p:graphicFrame>
        <p:nvGraphicFramePr>
          <p:cNvPr id="15598" name="Group 238">
            <a:extLst>
              <a:ext uri="{FF2B5EF4-FFF2-40B4-BE49-F238E27FC236}">
                <a16:creationId xmlns:a16="http://schemas.microsoft.com/office/drawing/2014/main" id="{86C10A02-AC3F-4A03-BB15-BDB867D76FD7}"/>
              </a:ext>
            </a:extLst>
          </p:cNvPr>
          <p:cNvGraphicFramePr>
            <a:graphicFrameLocks noGrp="1"/>
          </p:cNvGraphicFramePr>
          <p:nvPr/>
        </p:nvGraphicFramePr>
        <p:xfrm>
          <a:off x="2514600" y="2286000"/>
          <a:ext cx="5867400" cy="1890713"/>
        </p:xfrm>
        <a:graphic>
          <a:graphicData uri="http://schemas.openxmlformats.org/drawingml/2006/table">
            <a:tbl>
              <a:tblPr>
                <a:effectLst>
                  <a:outerShdw blurRad="50800" dist="38100" dir="2700000">
                    <a:srgbClr val="000000">
                      <a:alpha val="43000"/>
                    </a:srgbClr>
                  </a:outerShdw>
                </a:effectLst>
              </a:tblPr>
              <a:tblGrid>
                <a:gridCol w="838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990600">
                  <a:extLst>
                    <a:ext uri="{9D8B030D-6E8A-4147-A177-3AD203B41FA5}">
                      <a16:colId xmlns:a16="http://schemas.microsoft.com/office/drawing/2014/main" val="20004"/>
                    </a:ext>
                  </a:extLst>
                </a:gridCol>
                <a:gridCol w="6858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tblGrid>
              <a:tr h="366713">
                <a:tc gridSpan="3">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Conditional Move</a:t>
                      </a: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tc gridSpan="4">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Predicated Execution</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comp</a:t>
                      </a: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x</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y</a:t>
                      </a: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2700" cap="flat" cmpd="sng" algn="ctr">
                      <a:no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2700" cap="flat" cmpd="sng" algn="ctr">
                      <a:no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x</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y</a:t>
                      </a: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chemeClr val="bg1"/>
                    </a:solid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2700" cap="flat" cmpd="sng" algn="ctr">
                      <a:no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horzOverflow="overflow">
                    <a:lnL w="12700" cap="flat" cmpd="sng" algn="ctr">
                      <a:no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a</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81000">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e</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f</a:t>
                      </a: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2700" cap="flat" cmpd="sng" algn="ctr">
                      <a:no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a:t>
                      </a:r>
                    </a:p>
                  </a:txBody>
                  <a:tcPr horzOverflow="overflow">
                    <a:lnL w="12700" cap="flat" cmpd="sng" algn="ctr">
                      <a:no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e</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f</a:t>
                      </a: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sym typeface="Symbol" charset="2"/>
                        </a:rPr>
                        <a:t>a</a:t>
                      </a: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chemeClr val="bg1"/>
                    </a:solid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i2i_LT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a</a:t>
                      </a:r>
                    </a:p>
                  </a:txBody>
                  <a:tcPr horzOverflow="overflow">
                    <a:lnL>
                      <a:noFill/>
                    </a:lnL>
                    <a:lnR w="12700" cap="flat" cmpd="sng" algn="ctr">
                      <a:no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2700" cap="flat" cmpd="sng" algn="ctr">
                      <a:no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15599" name="Group 239">
            <a:extLst>
              <a:ext uri="{FF2B5EF4-FFF2-40B4-BE49-F238E27FC236}">
                <a16:creationId xmlns:a16="http://schemas.microsoft.com/office/drawing/2014/main" id="{8773CD6E-D321-490E-A528-B47B2C8138C4}"/>
              </a:ext>
            </a:extLst>
          </p:cNvPr>
          <p:cNvGraphicFramePr>
            <a:graphicFrameLocks noGrp="1"/>
          </p:cNvGraphicFramePr>
          <p:nvPr/>
        </p:nvGraphicFramePr>
        <p:xfrm>
          <a:off x="304800" y="2286000"/>
          <a:ext cx="1905000" cy="1296035"/>
        </p:xfrm>
        <a:graphic>
          <a:graphicData uri="http://schemas.openxmlformats.org/drawingml/2006/table">
            <a:tbl>
              <a:tblPr>
                <a:effectLst>
                  <a:outerShdw blurRad="50800" dist="38100" dir="2700000">
                    <a:srgbClr val="000000">
                      <a:alpha val="43000"/>
                    </a:srgbClr>
                  </a:outerShdw>
                </a:effectLst>
              </a:tblPr>
              <a:tblGrid>
                <a:gridCol w="1905000">
                  <a:extLst>
                    <a:ext uri="{9D8B030D-6E8A-4147-A177-3AD203B41FA5}">
                      <a16:colId xmlns:a16="http://schemas.microsoft.com/office/drawing/2014/main" val="20000"/>
                    </a:ext>
                  </a:extLst>
                </a:gridCol>
              </a:tblGrid>
              <a:tr h="346075">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0" u="none" strike="noStrike" cap="none" normalizeH="0" baseline="0" dirty="0">
                          <a:ln>
                            <a:noFill/>
                          </a:ln>
                          <a:solidFill>
                            <a:srgbClr val="000000"/>
                          </a:solidFill>
                          <a:effectLst/>
                          <a:latin typeface="Comic Sans MS" charset="0"/>
                          <a:ea typeface="ヒラギノ角ゴ Pro W3" charset="-128"/>
                          <a:cs typeface="ヒラギノ角ゴ Pro W3" charset="-128"/>
                        </a:rPr>
                        <a:t>Example</a:t>
                      </a: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extLst>
                  <a:ext uri="{0D108BD9-81ED-4DB2-BD59-A6C34878D82A}">
                    <a16:rowId xmlns:a16="http://schemas.microsoft.com/office/drawing/2014/main" val="10000"/>
                  </a:ext>
                </a:extLst>
              </a:tr>
              <a:tr h="930275">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rPr>
                        <a:t>if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rPr>
                        <a:t>x</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rPr>
                        <a:t> &lt;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rPr>
                        <a:t>y</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rPr>
                        <a:t>) </a:t>
                      </a: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rPr>
                        <a:t>   then a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c</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rPr>
                        <a:t> +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d</a:t>
                      </a:r>
                      <a:endPar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endParaRPr>
                    </a:p>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rPr>
                        <a:t>   else  a</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rPr>
                        <a:t>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e</a:t>
                      </a:r>
                      <a:r>
                        <a:rPr kumimoji="0" lang="en-US" sz="16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rPr>
                        <a:t> + </a:t>
                      </a:r>
                      <a:r>
                        <a:rPr kumimoji="0" lang="en-US" sz="1600" b="0" i="0" u="none" strike="noStrike" cap="none" normalizeH="0" baseline="0" dirty="0" err="1">
                          <a:ln>
                            <a:noFill/>
                          </a:ln>
                          <a:solidFill>
                            <a:srgbClr val="000000"/>
                          </a:solidFill>
                          <a:effectLst/>
                          <a:latin typeface="Geneva" charset="0"/>
                          <a:ea typeface="ヒラギノ角ゴ Pro W3" charset="-128"/>
                          <a:cs typeface="ヒラギノ角ゴ Pro W3" charset="-128"/>
                          <a:sym typeface="Symbol" charset="2"/>
                        </a:rPr>
                        <a:t>f</a:t>
                      </a:r>
                      <a:endParaRPr kumimoji="0" lang="en-US" sz="1800" b="0" i="0" u="none" strike="noStrike" cap="none" normalizeH="0" baseline="0" dirty="0">
                        <a:ln>
                          <a:noFill/>
                        </a:ln>
                        <a:solidFill>
                          <a:srgbClr val="000000"/>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Footer Placeholder 3">
            <a:extLst>
              <a:ext uri="{FF2B5EF4-FFF2-40B4-BE49-F238E27FC236}">
                <a16:creationId xmlns:a16="http://schemas.microsoft.com/office/drawing/2014/main" id="{B228992B-8C50-4D48-9DA7-E8E62453EFD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30722" name="Slide Number Placeholder 4">
            <a:extLst>
              <a:ext uri="{FF2B5EF4-FFF2-40B4-BE49-F238E27FC236}">
                <a16:creationId xmlns:a16="http://schemas.microsoft.com/office/drawing/2014/main" id="{59BB2043-0893-46E5-8B48-A29C4CFF74D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C88CCF06-9823-45DB-9D2A-371E1AC5A9BF}" type="slidenum">
              <a:rPr lang="en-US" altLang="it-IT"/>
              <a:pPr/>
              <a:t>8</a:t>
            </a:fld>
            <a:endParaRPr lang="en-US" altLang="it-IT"/>
          </a:p>
        </p:txBody>
      </p:sp>
      <p:sp>
        <p:nvSpPr>
          <p:cNvPr id="30723" name="Rectangle 2">
            <a:extLst>
              <a:ext uri="{FF2B5EF4-FFF2-40B4-BE49-F238E27FC236}">
                <a16:creationId xmlns:a16="http://schemas.microsoft.com/office/drawing/2014/main" id="{08B94B0D-6DC5-485B-A2DE-9E78A3B8AF78}"/>
              </a:ext>
            </a:extLst>
          </p:cNvPr>
          <p:cNvSpPr>
            <a:spLocks noGrp="1" noChangeArrowheads="1"/>
          </p:cNvSpPr>
          <p:nvPr>
            <p:ph type="title"/>
          </p:nvPr>
        </p:nvSpPr>
        <p:spPr/>
        <p:txBody>
          <a:bodyPr/>
          <a:lstStyle/>
          <a:p>
            <a:pPr eaLnBrk="1" hangingPunct="1"/>
            <a:r>
              <a:rPr lang="en-US" altLang="it-IT"/>
              <a:t>Boolean &amp; Relational Values</a:t>
            </a:r>
          </a:p>
        </p:txBody>
      </p:sp>
      <p:sp>
        <p:nvSpPr>
          <p:cNvPr id="30724" name="Rectangle 3">
            <a:extLst>
              <a:ext uri="{FF2B5EF4-FFF2-40B4-BE49-F238E27FC236}">
                <a16:creationId xmlns:a16="http://schemas.microsoft.com/office/drawing/2014/main" id="{78EDD529-C24C-4244-920A-DAF2F840E146}"/>
              </a:ext>
            </a:extLst>
          </p:cNvPr>
          <p:cNvSpPr>
            <a:spLocks noGrp="1" noChangeArrowheads="1"/>
          </p:cNvSpPr>
          <p:nvPr>
            <p:ph type="body" idx="1"/>
          </p:nvPr>
        </p:nvSpPr>
        <p:spPr>
          <a:xfrm>
            <a:off x="685800" y="1143000"/>
            <a:ext cx="7772400" cy="5181600"/>
          </a:xfrm>
        </p:spPr>
        <p:txBody>
          <a:bodyPr/>
          <a:lstStyle/>
          <a:p>
            <a:pPr eaLnBrk="1" hangingPunct="1">
              <a:buFont typeface="Times" panose="02020603050405020304" pitchFamily="18" charset="0"/>
              <a:buNone/>
            </a:pPr>
            <a:r>
              <a:rPr lang="en-US" altLang="it-IT">
                <a:solidFill>
                  <a:srgbClr val="003C75"/>
                </a:solidFill>
              </a:rPr>
              <a:t>Consider the assignment  </a:t>
            </a:r>
            <a:r>
              <a:rPr lang="en-US" altLang="it-IT" sz="1800">
                <a:solidFill>
                  <a:srgbClr val="003C75"/>
                </a:solidFill>
                <a:latin typeface="Geneva"/>
              </a:rPr>
              <a:t>x </a:t>
            </a:r>
            <a:r>
              <a:rPr lang="en-US" altLang="it-IT" sz="1800">
                <a:solidFill>
                  <a:srgbClr val="003C75"/>
                </a:solidFill>
                <a:latin typeface="Symbol" panose="05050102010706020507" pitchFamily="18" charset="2"/>
                <a:sym typeface="Symbol" panose="05050102010706020507" pitchFamily="18" charset="2"/>
              </a:rPr>
              <a:t></a:t>
            </a:r>
            <a:r>
              <a:rPr lang="en-US" altLang="it-IT" sz="1800">
                <a:solidFill>
                  <a:srgbClr val="003C75"/>
                </a:solidFill>
                <a:latin typeface="Geneva"/>
              </a:rPr>
              <a:t> a &lt; b</a:t>
            </a:r>
            <a:r>
              <a:rPr lang="en-US" altLang="it-IT">
                <a:solidFill>
                  <a:srgbClr val="003C75"/>
                </a:solidFill>
                <a:sym typeface="Symbol" panose="05050102010706020507" pitchFamily="18" charset="2"/>
              </a:rPr>
              <a:t>  </a:t>
            </a:r>
            <a:r>
              <a:rPr lang="en-US" altLang="it-IT" sz="1800">
                <a:solidFill>
                  <a:srgbClr val="003C75"/>
                </a:solidFill>
                <a:latin typeface="Geneva"/>
              </a:rPr>
              <a:t>c &lt; d</a:t>
            </a:r>
          </a:p>
          <a:p>
            <a:pPr eaLnBrk="1" hangingPunct="1">
              <a:buFont typeface="Times" panose="02020603050405020304" pitchFamily="18" charset="0"/>
              <a:buNone/>
            </a:pPr>
            <a:endParaRPr lang="en-US" altLang="it-IT" sz="1800">
              <a:latin typeface="Geneva"/>
            </a:endParaRPr>
          </a:p>
          <a:p>
            <a:pPr eaLnBrk="1" hangingPunct="1">
              <a:buFont typeface="Times" panose="02020603050405020304" pitchFamily="18" charset="0"/>
              <a:buNone/>
            </a:pPr>
            <a:endParaRPr lang="en-US" altLang="it-IT" sz="1800">
              <a:latin typeface="Geneva"/>
            </a:endParaRPr>
          </a:p>
          <a:p>
            <a:pPr eaLnBrk="1" hangingPunct="1">
              <a:spcBef>
                <a:spcPct val="900000"/>
              </a:spcBef>
              <a:buFont typeface="Times" panose="02020603050405020304" pitchFamily="18" charset="0"/>
              <a:buNone/>
            </a:pPr>
            <a:endParaRPr lang="en-US" altLang="it-IT">
              <a:sym typeface="Symbol" panose="05050102010706020507" pitchFamily="18" charset="2"/>
            </a:endParaRPr>
          </a:p>
          <a:p>
            <a:pPr eaLnBrk="1" hangingPunct="1">
              <a:spcBef>
                <a:spcPct val="200000"/>
              </a:spcBef>
              <a:buFont typeface="Times" panose="02020603050405020304" pitchFamily="18" charset="0"/>
              <a:buNone/>
            </a:pPr>
            <a:r>
              <a:rPr lang="en-US" altLang="it-IT">
                <a:sym typeface="Symbol" panose="05050102010706020507" pitchFamily="18" charset="2"/>
              </a:rPr>
              <a:t>Here, Boolean compare produces much better code </a:t>
            </a:r>
          </a:p>
        </p:txBody>
      </p:sp>
      <p:graphicFrame>
        <p:nvGraphicFramePr>
          <p:cNvPr id="17714" name="Group 306">
            <a:extLst>
              <a:ext uri="{FF2B5EF4-FFF2-40B4-BE49-F238E27FC236}">
                <a16:creationId xmlns:a16="http://schemas.microsoft.com/office/drawing/2014/main" id="{68E49229-F83F-4158-BAD0-274DD001EF02}"/>
              </a:ext>
            </a:extLst>
          </p:cNvPr>
          <p:cNvGraphicFramePr>
            <a:graphicFrameLocks noGrp="1"/>
          </p:cNvGraphicFramePr>
          <p:nvPr/>
        </p:nvGraphicFramePr>
        <p:xfrm>
          <a:off x="1219200" y="1784350"/>
          <a:ext cx="6197917" cy="3385820"/>
        </p:xfrm>
        <a:graphic>
          <a:graphicData uri="http://schemas.openxmlformats.org/drawingml/2006/table">
            <a:tbl>
              <a:tblPr>
                <a:effectLst>
                  <a:outerShdw blurRad="50800" dist="38100" dir="2700000">
                    <a:srgbClr val="000000">
                      <a:alpha val="43000"/>
                    </a:srgbClr>
                  </a:outerShdw>
                </a:effectLst>
              </a:tblPr>
              <a:tblGrid>
                <a:gridCol w="674688">
                  <a:extLst>
                    <a:ext uri="{9D8B030D-6E8A-4147-A177-3AD203B41FA5}">
                      <a16:colId xmlns:a16="http://schemas.microsoft.com/office/drawing/2014/main" val="20000"/>
                    </a:ext>
                  </a:extLst>
                </a:gridCol>
                <a:gridCol w="925512">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208280">
                  <a:extLst>
                    <a:ext uri="{9D8B030D-6E8A-4147-A177-3AD203B41FA5}">
                      <a16:colId xmlns:a16="http://schemas.microsoft.com/office/drawing/2014/main" val="20004"/>
                    </a:ext>
                  </a:extLst>
                </a:gridCol>
                <a:gridCol w="960437">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990600">
                  <a:extLst>
                    <a:ext uri="{9D8B030D-6E8A-4147-A177-3AD203B41FA5}">
                      <a16:colId xmlns:a16="http://schemas.microsoft.com/office/drawing/2014/main" val="20007"/>
                    </a:ext>
                  </a:extLst>
                </a:gridCol>
              </a:tblGrid>
              <a:tr h="368300">
                <a:tc gridSpan="4">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Straight Condition Codes</a:t>
                      </a: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lumMod val="7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Boolean Compare</a:t>
                      </a:r>
                    </a:p>
                  </a:txBody>
                  <a:tcPr horzOverflow="overflow">
                    <a:lnL cap="flat">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lumMod val="75000"/>
                      </a:schemeClr>
                    </a:solidFill>
                  </a:tcPr>
                </a:tc>
                <a:tc hMerge="1">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800" b="0" i="0" u="none" strike="noStrike" cap="none" normalizeH="0" baseline="0" dirty="0">
                        <a:ln>
                          <a:noFill/>
                        </a:ln>
                        <a:solidFill>
                          <a:schemeClr val="tx1"/>
                        </a:solidFill>
                        <a:effectLst/>
                        <a:latin typeface="Comic Sans MS" charset="0"/>
                        <a:ea typeface="ヒラギノ角ゴ Pro W3" charset="-128"/>
                        <a:cs typeface="ヒラギノ角ゴ Pro W3" charset="-128"/>
                      </a:endParaRPr>
                    </a:p>
                  </a:txBody>
                  <a:tcPr horzOverflow="overflow">
                    <a:lnL>
                      <a:noFill/>
                    </a:lnL>
                    <a:lnR cap="flat">
                      <a:noFill/>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chemeClr val="bg1">
                        <a:lumMod val="7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3213">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comp</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a</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b</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a</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rPr>
                        <a:t>b</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273050">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cbr_</a:t>
                      </a:r>
                      <a:r>
                        <a:rPr kumimoji="0" lang="en-US" sz="1400" b="0" i="0" u="none" strike="noStrike" cap="none" normalizeH="0" baseline="0" dirty="0" err="1">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319088">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comp</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and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x</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3"/>
                  </a:ext>
                </a:extLst>
              </a:tr>
              <a:tr h="288925">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cbr_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3</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334963">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loadI</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0</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x</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5"/>
                  </a:ext>
                </a:extLst>
              </a:tr>
              <a:tr h="304800">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6"/>
                  </a:ext>
                </a:extLst>
              </a:tr>
              <a:tr h="274638">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3</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loadI</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1</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x</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7"/>
                  </a:ext>
                </a:extLst>
              </a:tr>
              <a:tr h="244475">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br</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OUT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8"/>
                  </a:ext>
                </a:extLst>
              </a:tr>
              <a:tr h="290513">
                <a:tc>
                  <a:txBody>
                    <a:bodyPr/>
                    <a:lstStyle/>
                    <a:p>
                      <a:pPr marL="0" marR="0" lvl="0" indent="0" algn="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OUT</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nop</a:t>
                      </a: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Footer Placeholder 3">
            <a:extLst>
              <a:ext uri="{FF2B5EF4-FFF2-40B4-BE49-F238E27FC236}">
                <a16:creationId xmlns:a16="http://schemas.microsoft.com/office/drawing/2014/main" id="{B9E8008E-166D-408F-8ECE-9B6E1EAE7AC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32770" name="Slide Number Placeholder 4">
            <a:extLst>
              <a:ext uri="{FF2B5EF4-FFF2-40B4-BE49-F238E27FC236}">
                <a16:creationId xmlns:a16="http://schemas.microsoft.com/office/drawing/2014/main" id="{E533F1FC-D4A4-4878-8629-99A475B491BF}"/>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66361CB8-402A-496E-8E26-CB680757DA4F}" type="slidenum">
              <a:rPr lang="en-US" altLang="it-IT"/>
              <a:pPr/>
              <a:t>9</a:t>
            </a:fld>
            <a:endParaRPr lang="en-US" altLang="it-IT"/>
          </a:p>
        </p:txBody>
      </p:sp>
      <p:sp>
        <p:nvSpPr>
          <p:cNvPr id="32771" name="Rectangle 2">
            <a:extLst>
              <a:ext uri="{FF2B5EF4-FFF2-40B4-BE49-F238E27FC236}">
                <a16:creationId xmlns:a16="http://schemas.microsoft.com/office/drawing/2014/main" id="{02D80C5D-4CEE-42FE-8603-FBB5ED29DB8F}"/>
              </a:ext>
            </a:extLst>
          </p:cNvPr>
          <p:cNvSpPr>
            <a:spLocks noGrp="1" noChangeArrowheads="1"/>
          </p:cNvSpPr>
          <p:nvPr>
            <p:ph type="title"/>
          </p:nvPr>
        </p:nvSpPr>
        <p:spPr/>
        <p:txBody>
          <a:bodyPr/>
          <a:lstStyle/>
          <a:p>
            <a:pPr eaLnBrk="1" hangingPunct="1"/>
            <a:r>
              <a:rPr lang="en-US" altLang="it-IT"/>
              <a:t>Boolean &amp; Relational Values</a:t>
            </a:r>
          </a:p>
        </p:txBody>
      </p:sp>
      <p:sp>
        <p:nvSpPr>
          <p:cNvPr id="32772" name="Rectangle 3">
            <a:extLst>
              <a:ext uri="{FF2B5EF4-FFF2-40B4-BE49-F238E27FC236}">
                <a16:creationId xmlns:a16="http://schemas.microsoft.com/office/drawing/2014/main" id="{15032EF3-E014-4DBD-A221-448F0D3778E7}"/>
              </a:ext>
            </a:extLst>
          </p:cNvPr>
          <p:cNvSpPr>
            <a:spLocks noGrp="1" noChangeArrowheads="1"/>
          </p:cNvSpPr>
          <p:nvPr>
            <p:ph type="body" idx="1"/>
          </p:nvPr>
        </p:nvSpPr>
        <p:spPr>
          <a:xfrm>
            <a:off x="685800" y="1066800"/>
            <a:ext cx="7772400" cy="4953000"/>
          </a:xfrm>
        </p:spPr>
        <p:txBody>
          <a:bodyPr/>
          <a:lstStyle/>
          <a:p>
            <a:pPr eaLnBrk="1" hangingPunct="1">
              <a:lnSpc>
                <a:spcPct val="90000"/>
              </a:lnSpc>
              <a:buFont typeface="Times" panose="02020603050405020304" pitchFamily="18" charset="0"/>
              <a:buNone/>
            </a:pPr>
            <a:r>
              <a:rPr lang="en-US" altLang="it-IT">
                <a:solidFill>
                  <a:srgbClr val="003C75"/>
                </a:solidFill>
              </a:rPr>
              <a:t>Conditional move &amp; predication help here, too</a:t>
            </a:r>
          </a:p>
          <a:p>
            <a:pPr eaLnBrk="1" hangingPunct="1">
              <a:lnSpc>
                <a:spcPct val="90000"/>
              </a:lnSpc>
              <a:buFont typeface="Times" panose="02020603050405020304" pitchFamily="18" charset="0"/>
              <a:buNone/>
            </a:pPr>
            <a:endParaRPr lang="en-US" altLang="it-IT"/>
          </a:p>
          <a:p>
            <a:pPr eaLnBrk="1" hangingPunct="1">
              <a:lnSpc>
                <a:spcPct val="90000"/>
              </a:lnSpc>
              <a:spcBef>
                <a:spcPct val="750000"/>
              </a:spcBef>
              <a:buFont typeface="Times" panose="02020603050405020304" pitchFamily="18" charset="0"/>
              <a:buNone/>
            </a:pPr>
            <a:endParaRPr lang="en-US" altLang="it-IT"/>
          </a:p>
          <a:p>
            <a:pPr eaLnBrk="1" hangingPunct="1">
              <a:lnSpc>
                <a:spcPct val="90000"/>
              </a:lnSpc>
              <a:buFont typeface="Times" panose="02020603050405020304" pitchFamily="18" charset="0"/>
              <a:buNone/>
            </a:pPr>
            <a:r>
              <a:rPr lang="en-US" altLang="it-IT"/>
              <a:t>Conditional move is worse than Boolean compare</a:t>
            </a:r>
          </a:p>
          <a:p>
            <a:pPr eaLnBrk="1" hangingPunct="1">
              <a:lnSpc>
                <a:spcPct val="90000"/>
              </a:lnSpc>
              <a:buFont typeface="Times" panose="02020603050405020304" pitchFamily="18" charset="0"/>
              <a:buNone/>
            </a:pPr>
            <a:r>
              <a:rPr lang="en-US" altLang="it-IT"/>
              <a:t>Predication is identical to Boolean compares</a:t>
            </a:r>
          </a:p>
          <a:p>
            <a:pPr eaLnBrk="1" hangingPunct="1">
              <a:lnSpc>
                <a:spcPct val="90000"/>
              </a:lnSpc>
              <a:spcBef>
                <a:spcPct val="100000"/>
              </a:spcBef>
              <a:buFont typeface="Times" panose="02020603050405020304" pitchFamily="18" charset="0"/>
              <a:buNone/>
            </a:pPr>
            <a:r>
              <a:rPr lang="en-US" altLang="it-IT"/>
              <a:t>The bottom line:</a:t>
            </a:r>
          </a:p>
          <a:p>
            <a:pPr eaLnBrk="1" hangingPunct="1">
              <a:lnSpc>
                <a:spcPct val="90000"/>
              </a:lnSpc>
              <a:spcBef>
                <a:spcPct val="10000"/>
              </a:spcBef>
              <a:buFont typeface="Times" panose="02020603050405020304" pitchFamily="18" charset="0"/>
              <a:buNone/>
            </a:pPr>
            <a:r>
              <a:rPr lang="en-US" altLang="it-IT">
                <a:solidFill>
                  <a:srgbClr val="003C75"/>
                </a:solidFill>
                <a:sym typeface="Symbol" panose="05050102010706020507" pitchFamily="18" charset="2"/>
              </a:rPr>
              <a:t></a:t>
            </a:r>
            <a:r>
              <a:rPr lang="en-US" altLang="it-IT">
                <a:sym typeface="Symbol" panose="05050102010706020507" pitchFamily="18" charset="2"/>
              </a:rPr>
              <a:t> </a:t>
            </a:r>
            <a:r>
              <a:rPr lang="en-US" altLang="it-IT"/>
              <a:t>Context &amp; hardware determine the appropriate choice</a:t>
            </a:r>
          </a:p>
        </p:txBody>
      </p:sp>
      <p:sp>
        <p:nvSpPr>
          <p:cNvPr id="32773" name="Text Box 5">
            <a:extLst>
              <a:ext uri="{FF2B5EF4-FFF2-40B4-BE49-F238E27FC236}">
                <a16:creationId xmlns:a16="http://schemas.microsoft.com/office/drawing/2014/main" id="{F60E3C27-0E4C-40EE-9E65-FA8E740EFBDB}"/>
              </a:ext>
            </a:extLst>
          </p:cNvPr>
          <p:cNvSpPr txBox="1">
            <a:spLocks noChangeArrowheads="1"/>
          </p:cNvSpPr>
          <p:nvPr/>
        </p:nvSpPr>
        <p:spPr bwMode="auto">
          <a:xfrm>
            <a:off x="533400" y="2620963"/>
            <a:ext cx="2286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a:latin typeface="Geneva"/>
              </a:rPr>
              <a:t>x </a:t>
            </a:r>
            <a:r>
              <a:rPr lang="en-US" altLang="it-IT" sz="2000">
                <a:sym typeface="Symbol" panose="05050102010706020507" pitchFamily="18" charset="2"/>
              </a:rPr>
              <a:t></a:t>
            </a:r>
            <a:r>
              <a:rPr lang="en-US" altLang="it-IT">
                <a:sym typeface="Symbol" panose="05050102010706020507" pitchFamily="18" charset="2"/>
              </a:rPr>
              <a:t> </a:t>
            </a:r>
            <a:r>
              <a:rPr lang="en-US" altLang="it-IT">
                <a:latin typeface="Geneva"/>
              </a:rPr>
              <a:t>a &lt; b </a:t>
            </a:r>
            <a:r>
              <a:rPr lang="en-US" altLang="it-IT" sz="2000">
                <a:sym typeface="Symbol" panose="05050102010706020507" pitchFamily="18" charset="2"/>
              </a:rPr>
              <a:t></a:t>
            </a:r>
            <a:r>
              <a:rPr lang="en-US" altLang="it-IT">
                <a:sym typeface="Symbol" panose="05050102010706020507" pitchFamily="18" charset="2"/>
              </a:rPr>
              <a:t> </a:t>
            </a:r>
            <a:r>
              <a:rPr lang="en-US" altLang="it-IT">
                <a:latin typeface="Geneva"/>
              </a:rPr>
              <a:t>c &lt; d</a:t>
            </a:r>
            <a:endParaRPr lang="en-US" altLang="it-IT" sz="2000">
              <a:sym typeface="Symbol" panose="05050102010706020507" pitchFamily="18" charset="2"/>
            </a:endParaRPr>
          </a:p>
        </p:txBody>
      </p:sp>
      <p:graphicFrame>
        <p:nvGraphicFramePr>
          <p:cNvPr id="19688" name="Group 232">
            <a:extLst>
              <a:ext uri="{FF2B5EF4-FFF2-40B4-BE49-F238E27FC236}">
                <a16:creationId xmlns:a16="http://schemas.microsoft.com/office/drawing/2014/main" id="{417E1FAC-E41F-4ADD-93A5-3DFC9125ECE6}"/>
              </a:ext>
            </a:extLst>
          </p:cNvPr>
          <p:cNvGraphicFramePr>
            <a:graphicFrameLocks noGrp="1"/>
          </p:cNvGraphicFramePr>
          <p:nvPr/>
        </p:nvGraphicFramePr>
        <p:xfrm>
          <a:off x="3048000" y="1676398"/>
          <a:ext cx="5410200" cy="2286002"/>
        </p:xfrm>
        <a:graphic>
          <a:graphicData uri="http://schemas.openxmlformats.org/drawingml/2006/table">
            <a:tbl>
              <a:tblPr>
                <a:effectLst>
                  <a:outerShdw blurRad="50800" dist="38100" dir="2700000">
                    <a:srgbClr val="000000">
                      <a:alpha val="43000"/>
                    </a:srgbClr>
                  </a:outerShdw>
                </a:effectLst>
              </a:tblPr>
              <a:tblGrid>
                <a:gridCol w="8382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79413">
                <a:tc gridSpan="3">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Conditional Move</a:t>
                      </a: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tc gridSpan="3">
                  <a:txBody>
                    <a:bodyPr/>
                    <a:lstStyle/>
                    <a:p>
                      <a:pPr marL="0" marR="0" lvl="0" indent="0" algn="ctr"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800" b="0" i="1" u="none" strike="noStrike" cap="none" normalizeH="0" baseline="0" dirty="0">
                          <a:ln>
                            <a:noFill/>
                          </a:ln>
                          <a:solidFill>
                            <a:schemeClr val="tx1"/>
                          </a:solidFill>
                          <a:effectLst/>
                          <a:latin typeface="Comic Sans MS" charset="0"/>
                          <a:ea typeface="ヒラギノ角ゴ Pro W3" charset="-128"/>
                          <a:cs typeface="ヒラギノ角ゴ Pro W3" charset="-128"/>
                        </a:rPr>
                        <a:t>Predicated Execution</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w="19050" cap="flat" cmpd="sng" algn="ctr">
                      <a:solidFill>
                        <a:srgbClr val="FFFFFF">
                          <a:lumMod val="50000"/>
                        </a:srgbClr>
                      </a:solidFill>
                      <a:prstDash val="solid"/>
                      <a:round/>
                      <a:headEnd type="none" w="med" len="med"/>
                      <a:tailEnd type="none" w="med" len="med"/>
                    </a:lnB>
                    <a:lnTlToBr>
                      <a:noFill/>
                    </a:lnTlToBr>
                    <a:lnBlToTr>
                      <a:noFill/>
                    </a:lnBlToTr>
                    <a:solidFill>
                      <a:srgbClr val="BFBFB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2588">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comp</a:t>
                      </a: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a</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b</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a</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b</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FFFFFF"/>
                    </a:solidFill>
                  </a:tcPr>
                </a:tc>
                <a:extLst>
                  <a:ext uri="{0D108BD9-81ED-4DB2-BD59-A6C34878D82A}">
                    <a16:rowId xmlns:a16="http://schemas.microsoft.com/office/drawing/2014/main" val="10001"/>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i2i_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T</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F</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cmp_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2"/>
                  </a:ext>
                </a:extLst>
              </a:tr>
              <a:tr h="379413">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comp</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c</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d</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4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CC</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and</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x</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3"/>
                  </a:ext>
                </a:extLst>
              </a:tr>
              <a:tr h="382588">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i2i_</a:t>
                      </a: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LT</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400" b="0" i="0" u="none" strike="noStrike" cap="none" normalizeH="0" baseline="0">
                          <a:ln>
                            <a:noFill/>
                          </a:ln>
                          <a:solidFill>
                            <a:schemeClr val="tx1"/>
                          </a:solidFill>
                          <a:effectLst/>
                          <a:latin typeface="Geneva" charset="0"/>
                          <a:ea typeface="ヒラギノ角ゴ Pro W3" charset="-128"/>
                          <a:cs typeface="ヒラギノ角ゴ Pro W3" charset="-128"/>
                        </a:rPr>
                        <a:t>CC</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T</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F</a:t>
                      </a: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FFFFFF"/>
                    </a:solidFill>
                  </a:tcPr>
                </a:tc>
                <a:extLst>
                  <a:ext uri="{0D108BD9-81ED-4DB2-BD59-A6C34878D82A}">
                    <a16:rowId xmlns:a16="http://schemas.microsoft.com/office/drawing/2014/main" val="10004"/>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and</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a:t>
                      </a: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r</a:t>
                      </a:r>
                      <a:r>
                        <a:rPr kumimoji="0" lang="en-US" sz="1600" b="0" i="0" u="none" strike="noStrike" cap="none" normalizeH="0" baseline="-25000" dirty="0" err="1">
                          <a:ln>
                            <a:noFill/>
                          </a:ln>
                          <a:solidFill>
                            <a:schemeClr val="tx1"/>
                          </a:solidFill>
                          <a:effectLst/>
                          <a:latin typeface="Geneva" charset="0"/>
                          <a:ea typeface="ヒラギノ角ゴ Pro W3" charset="-128"/>
                          <a:cs typeface="ヒラギノ角ゴ Pro W3" charset="-128"/>
                          <a:sym typeface="Symbol" charset="2"/>
                        </a:rPr>
                        <a:t>x</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1" fontAlgn="base" latinLnBrk="0" hangingPunct="1">
                        <a:lnSpc>
                          <a:spcPct val="10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bl>
          </a:graphicData>
        </a:graphic>
      </p:graphicFrame>
      <p:sp>
        <p:nvSpPr>
          <p:cNvPr id="9" name="TextBox 8">
            <a:extLst>
              <a:ext uri="{FF2B5EF4-FFF2-40B4-BE49-F238E27FC236}">
                <a16:creationId xmlns:a16="http://schemas.microsoft.com/office/drawing/2014/main" id="{97E3C579-4A42-4448-82A3-73B1F8CAE249}"/>
              </a:ext>
            </a:extLst>
          </p:cNvPr>
          <p:cNvSpPr txBox="1"/>
          <p:nvPr/>
        </p:nvSpPr>
        <p:spPr>
          <a:xfrm>
            <a:off x="4343400" y="6248400"/>
            <a:ext cx="3810000" cy="304800"/>
          </a:xfrm>
          <a:prstGeom prst="rect">
            <a:avLst/>
          </a:prstGeom>
          <a:solidFill>
            <a:srgbClr val="BFBFBF"/>
          </a:solidFill>
          <a:ln w="19050" cap="flat" cmpd="sng" algn="ctr">
            <a:solidFill>
              <a:srgbClr val="7F7F7F"/>
            </a:solidFill>
            <a:prstDash val="solid"/>
            <a:round/>
            <a:headEnd type="none" w="med" len="med"/>
            <a:tailEnd type="none" w="med" len="med"/>
          </a:ln>
          <a:effectLst>
            <a:outerShdw blurRad="50800" dist="38100" dir="2700000">
              <a:srgbClr val="000000">
                <a:alpha val="43000"/>
              </a:srgbClr>
            </a:outerShdw>
          </a:effectLst>
        </p:spPr>
        <p:txBody>
          <a:bodyPr>
            <a:spAutoFit/>
          </a:bodyPr>
          <a:lstStyle/>
          <a:p>
            <a:pPr algn="ctr" eaLnBrk="0" hangingPunct="0">
              <a:defRPr/>
            </a:pPr>
            <a:r>
              <a:rPr lang="en-US" sz="1400" dirty="0">
                <a:solidFill>
                  <a:srgbClr val="003C75"/>
                </a:solidFill>
                <a:latin typeface="Comic Sans MS" charset="0"/>
                <a:ea typeface="ヒラギノ角ゴ Pro W3" charset="-128"/>
                <a:cs typeface="ヒラギノ角ゴ Pro W3" charset="-128"/>
              </a:rPr>
              <a:t>Chapter 7 goes into greater depth; read it.</a:t>
            </a:r>
          </a:p>
        </p:txBody>
      </p:sp>
    </p:spTree>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Footer Placeholder 3">
            <a:extLst>
              <a:ext uri="{FF2B5EF4-FFF2-40B4-BE49-F238E27FC236}">
                <a16:creationId xmlns:a16="http://schemas.microsoft.com/office/drawing/2014/main" id="{0721C8AD-F97B-4F2F-AD9A-1B19F9BF28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34818" name="Slide Number Placeholder 4">
            <a:extLst>
              <a:ext uri="{FF2B5EF4-FFF2-40B4-BE49-F238E27FC236}">
                <a16:creationId xmlns:a16="http://schemas.microsoft.com/office/drawing/2014/main" id="{E1FB98FA-6005-4A1D-832B-67831E8B842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C24E5A9E-FB75-4FF3-AD41-4CDECD3C3011}" type="slidenum">
              <a:rPr lang="en-US" altLang="it-IT"/>
              <a:pPr/>
              <a:t>10</a:t>
            </a:fld>
            <a:endParaRPr lang="en-US" altLang="it-IT"/>
          </a:p>
        </p:txBody>
      </p:sp>
      <p:sp>
        <p:nvSpPr>
          <p:cNvPr id="34819" name="Rectangle 2">
            <a:extLst>
              <a:ext uri="{FF2B5EF4-FFF2-40B4-BE49-F238E27FC236}">
                <a16:creationId xmlns:a16="http://schemas.microsoft.com/office/drawing/2014/main" id="{517199F9-4753-4E8F-B422-0596D0E3CBD2}"/>
              </a:ext>
            </a:extLst>
          </p:cNvPr>
          <p:cNvSpPr>
            <a:spLocks noGrp="1" noChangeArrowheads="1"/>
          </p:cNvSpPr>
          <p:nvPr>
            <p:ph type="title"/>
          </p:nvPr>
        </p:nvSpPr>
        <p:spPr/>
        <p:txBody>
          <a:bodyPr/>
          <a:lstStyle/>
          <a:p>
            <a:pPr eaLnBrk="1" hangingPunct="1">
              <a:spcBef>
                <a:spcPct val="150000"/>
              </a:spcBef>
            </a:pPr>
            <a:r>
              <a:rPr lang="en-US" altLang="it-IT"/>
              <a:t>Control Flow</a:t>
            </a:r>
          </a:p>
        </p:txBody>
      </p:sp>
      <p:sp>
        <p:nvSpPr>
          <p:cNvPr id="34820" name="Rectangle 3">
            <a:extLst>
              <a:ext uri="{FF2B5EF4-FFF2-40B4-BE49-F238E27FC236}">
                <a16:creationId xmlns:a16="http://schemas.microsoft.com/office/drawing/2014/main" id="{C2BB54B5-80A9-44B4-B332-CAC6EE771C29}"/>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solidFill>
                  <a:srgbClr val="003C75"/>
                </a:solidFill>
              </a:rPr>
              <a:t>If-then-else</a:t>
            </a:r>
          </a:p>
          <a:p>
            <a:pPr eaLnBrk="1" hangingPunct="1"/>
            <a:r>
              <a:rPr lang="en-US" altLang="it-IT"/>
              <a:t>Follow model for evaluating relationals &amp; booleans with branches</a:t>
            </a:r>
          </a:p>
          <a:p>
            <a:pPr eaLnBrk="1" hangingPunct="1">
              <a:spcBef>
                <a:spcPct val="150000"/>
              </a:spcBef>
              <a:buFont typeface="Times" panose="02020603050405020304" pitchFamily="18" charset="0"/>
              <a:buNone/>
            </a:pPr>
            <a:r>
              <a:rPr lang="en-US" altLang="it-IT">
                <a:solidFill>
                  <a:srgbClr val="003C75"/>
                </a:solidFill>
              </a:rPr>
              <a:t>Branching versus predication </a:t>
            </a:r>
            <a:r>
              <a:rPr lang="en-US" altLang="it-IT" i="1">
                <a:solidFill>
                  <a:srgbClr val="003C75"/>
                </a:solidFill>
              </a:rPr>
              <a:t>(</a:t>
            </a:r>
            <a:r>
              <a:rPr lang="en-US" altLang="it-IT" sz="1800" i="1">
                <a:solidFill>
                  <a:srgbClr val="003C75"/>
                </a:solidFill>
              </a:rPr>
              <a:t>e.g., IA-64</a:t>
            </a:r>
            <a:r>
              <a:rPr lang="en-US" altLang="it-IT" i="1">
                <a:solidFill>
                  <a:srgbClr val="003C75"/>
                </a:solidFill>
              </a:rPr>
              <a:t>)</a:t>
            </a:r>
          </a:p>
          <a:p>
            <a:pPr eaLnBrk="1" hangingPunct="1"/>
            <a:r>
              <a:rPr lang="en-US" altLang="it-IT"/>
              <a:t>Frequency of execution</a:t>
            </a:r>
          </a:p>
          <a:p>
            <a:pPr lvl="1" eaLnBrk="1" hangingPunct="1"/>
            <a:r>
              <a:rPr lang="en-US" altLang="it-IT"/>
              <a:t>Uneven distribution </a:t>
            </a:r>
            <a:r>
              <a:rPr lang="en-US" altLang="it-IT">
                <a:solidFill>
                  <a:srgbClr val="003C75"/>
                </a:solidFill>
                <a:sym typeface="Symbol" panose="05050102010706020507" pitchFamily="18" charset="2"/>
              </a:rPr>
              <a:t></a:t>
            </a:r>
            <a:r>
              <a:rPr lang="en-US" altLang="it-IT">
                <a:sym typeface="Symbol" panose="05050102010706020507" pitchFamily="18" charset="2"/>
              </a:rPr>
              <a:t> do what it takes to speed common case</a:t>
            </a:r>
          </a:p>
          <a:p>
            <a:pPr eaLnBrk="1" hangingPunct="1"/>
            <a:r>
              <a:rPr lang="en-US" altLang="it-IT"/>
              <a:t>Amount of code in each case</a:t>
            </a:r>
          </a:p>
          <a:p>
            <a:pPr lvl="1" eaLnBrk="1" hangingPunct="1"/>
            <a:r>
              <a:rPr lang="en-US" altLang="it-IT"/>
              <a:t>Unequal amounts means predication may waste issue slots</a:t>
            </a:r>
          </a:p>
          <a:p>
            <a:pPr eaLnBrk="1" hangingPunct="1"/>
            <a:r>
              <a:rPr lang="en-US" altLang="it-IT"/>
              <a:t>Control flow inside the construct</a:t>
            </a:r>
          </a:p>
          <a:p>
            <a:pPr lvl="1" eaLnBrk="1" hangingPunct="1"/>
            <a:r>
              <a:rPr lang="en-US" altLang="it-IT"/>
              <a:t>Any branching activity within the construct complicates the predicates and makes branches attractive</a:t>
            </a: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Footer Placeholder 3">
            <a:extLst>
              <a:ext uri="{FF2B5EF4-FFF2-40B4-BE49-F238E27FC236}">
                <a16:creationId xmlns:a16="http://schemas.microsoft.com/office/drawing/2014/main" id="{25E9984D-4080-44B9-B4DD-71EA1D1D742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36866" name="Slide Number Placeholder 4">
            <a:extLst>
              <a:ext uri="{FF2B5EF4-FFF2-40B4-BE49-F238E27FC236}">
                <a16:creationId xmlns:a16="http://schemas.microsoft.com/office/drawing/2014/main" id="{4FCE4711-85B8-497D-A081-FCA0A231C0F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709609DB-9798-4A7D-BA85-AF48C4D1160D}" type="slidenum">
              <a:rPr lang="en-US" altLang="it-IT"/>
              <a:pPr/>
              <a:t>11</a:t>
            </a:fld>
            <a:endParaRPr lang="en-US" altLang="it-IT"/>
          </a:p>
        </p:txBody>
      </p:sp>
      <p:sp>
        <p:nvSpPr>
          <p:cNvPr id="36867" name="Rectangle 2">
            <a:extLst>
              <a:ext uri="{FF2B5EF4-FFF2-40B4-BE49-F238E27FC236}">
                <a16:creationId xmlns:a16="http://schemas.microsoft.com/office/drawing/2014/main" id="{E7763FEE-9988-4978-9400-A5400D5BFEFC}"/>
              </a:ext>
            </a:extLst>
          </p:cNvPr>
          <p:cNvSpPr>
            <a:spLocks noGrp="1" noChangeArrowheads="1"/>
          </p:cNvSpPr>
          <p:nvPr>
            <p:ph type="title"/>
          </p:nvPr>
        </p:nvSpPr>
        <p:spPr/>
        <p:txBody>
          <a:bodyPr/>
          <a:lstStyle/>
          <a:p>
            <a:pPr eaLnBrk="1" hangingPunct="1"/>
            <a:r>
              <a:rPr lang="en-US" altLang="it-IT"/>
              <a:t>Short-circuit Evaluation</a:t>
            </a:r>
          </a:p>
        </p:txBody>
      </p:sp>
      <p:sp>
        <p:nvSpPr>
          <p:cNvPr id="36868" name="Rectangle 3">
            <a:extLst>
              <a:ext uri="{FF2B5EF4-FFF2-40B4-BE49-F238E27FC236}">
                <a16:creationId xmlns:a16="http://schemas.microsoft.com/office/drawing/2014/main" id="{121F9D49-D552-4357-B928-F6ECF9BB4B34}"/>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solidFill>
                  <a:srgbClr val="003C75"/>
                </a:solidFill>
              </a:rPr>
              <a:t>Optimize boolean expression evaluation</a:t>
            </a:r>
          </a:p>
          <a:p>
            <a:pPr eaLnBrk="1" hangingPunct="1">
              <a:spcBef>
                <a:spcPts val="1200"/>
              </a:spcBef>
            </a:pPr>
            <a:r>
              <a:rPr lang="en-US" altLang="it-IT"/>
              <a:t>Once value is determined, skip rest of the evaluation</a:t>
            </a:r>
          </a:p>
          <a:p>
            <a:pPr lvl="1" algn="ctr" eaLnBrk="1" hangingPunct="1">
              <a:buFontTx/>
              <a:buNone/>
            </a:pPr>
            <a:r>
              <a:rPr lang="en-US" altLang="it-IT">
                <a:latin typeface="Monaco"/>
              </a:rPr>
              <a:t>if (x</a:t>
            </a:r>
            <a:r>
              <a:rPr lang="en-US" altLang="it-IT" sz="1200">
                <a:latin typeface="Monaco"/>
              </a:rPr>
              <a:t> </a:t>
            </a:r>
            <a:r>
              <a:rPr lang="en-US" altLang="it-IT">
                <a:latin typeface="Monaco"/>
              </a:rPr>
              <a:t>or y and z</a:t>
            </a:r>
            <a:r>
              <a:rPr lang="en-US" altLang="it-IT">
                <a:latin typeface="Monaco"/>
                <a:sym typeface="Symbol" panose="05050102010706020507" pitchFamily="18" charset="2"/>
              </a:rPr>
              <a:t>) then …</a:t>
            </a:r>
            <a:endParaRPr lang="en-US" altLang="it-IT"/>
          </a:p>
          <a:p>
            <a:pPr lvl="1" eaLnBrk="1" hangingPunct="1"/>
            <a:r>
              <a:rPr lang="en-US" altLang="it-IT"/>
              <a:t>If x is true, need not evaluate y or z</a:t>
            </a:r>
          </a:p>
          <a:p>
            <a:pPr marL="1085850" lvl="2" eaLnBrk="1" hangingPunct="1"/>
            <a:r>
              <a:rPr lang="en-US" altLang="it-IT"/>
              <a:t>Branch directly to the “then” clause</a:t>
            </a:r>
          </a:p>
          <a:p>
            <a:pPr lvl="1" eaLnBrk="1" hangingPunct="1"/>
            <a:r>
              <a:rPr lang="en-US" altLang="it-IT"/>
              <a:t>On a PDP-11 or a VAX, short circuiting saved time</a:t>
            </a:r>
          </a:p>
          <a:p>
            <a:pPr eaLnBrk="1" hangingPunct="1">
              <a:spcBef>
                <a:spcPts val="1200"/>
              </a:spcBef>
            </a:pPr>
            <a:r>
              <a:rPr lang="en-US" altLang="it-IT"/>
              <a:t>Modern architectures may favor evaluating full expression</a:t>
            </a:r>
          </a:p>
          <a:p>
            <a:pPr lvl="1" eaLnBrk="1" hangingPunct="1"/>
            <a:r>
              <a:rPr lang="en-US" altLang="it-IT"/>
              <a:t>Rising branch latencies make the short-circuit path expensive</a:t>
            </a:r>
          </a:p>
          <a:p>
            <a:pPr lvl="1" eaLnBrk="1" hangingPunct="1"/>
            <a:r>
              <a:rPr lang="en-US" altLang="it-IT"/>
              <a:t>Conditional move and predication may make full path cheaper</a:t>
            </a:r>
          </a:p>
          <a:p>
            <a:pPr eaLnBrk="1" hangingPunct="1">
              <a:spcBef>
                <a:spcPts val="3000"/>
              </a:spcBef>
            </a:pPr>
            <a:r>
              <a:rPr lang="en-US" altLang="it-IT">
                <a:solidFill>
                  <a:srgbClr val="003C75"/>
                </a:solidFill>
              </a:rPr>
              <a:t>Past:</a:t>
            </a:r>
            <a:r>
              <a:rPr lang="en-US" altLang="it-IT"/>
              <a:t> compilers analyzed code to insert short circuits</a:t>
            </a:r>
          </a:p>
          <a:p>
            <a:pPr eaLnBrk="1" hangingPunct="1"/>
            <a:r>
              <a:rPr lang="en-US" altLang="it-IT">
                <a:solidFill>
                  <a:srgbClr val="003C75"/>
                </a:solidFill>
              </a:rPr>
              <a:t>Future: </a:t>
            </a:r>
            <a:r>
              <a:rPr lang="en-US" altLang="it-IT"/>
              <a:t>compilers analyze code to prove legality of full path evaluation where language specifies short circuits</a:t>
            </a:r>
          </a:p>
          <a:p>
            <a:pPr eaLnBrk="1" hangingPunct="1">
              <a:lnSpc>
                <a:spcPct val="90000"/>
              </a:lnSpc>
            </a:pPr>
            <a:endParaRPr lang="en-US" alt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Footer Placeholder 3">
            <a:extLst>
              <a:ext uri="{FF2B5EF4-FFF2-40B4-BE49-F238E27FC236}">
                <a16:creationId xmlns:a16="http://schemas.microsoft.com/office/drawing/2014/main" id="{16F19D37-2B4D-462F-9C48-02F84958C3AC}"/>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38914" name="Slide Number Placeholder 4">
            <a:extLst>
              <a:ext uri="{FF2B5EF4-FFF2-40B4-BE49-F238E27FC236}">
                <a16:creationId xmlns:a16="http://schemas.microsoft.com/office/drawing/2014/main" id="{0CCF6F6E-0C52-4607-8FB7-5340D38BE9C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A24556D1-DB1E-4C17-811C-30E4940FFB0D}" type="slidenum">
              <a:rPr lang="en-US" altLang="it-IT"/>
              <a:pPr/>
              <a:t>12</a:t>
            </a:fld>
            <a:endParaRPr lang="en-US" altLang="it-IT"/>
          </a:p>
        </p:txBody>
      </p:sp>
      <p:sp>
        <p:nvSpPr>
          <p:cNvPr id="38915" name="Rectangle 2">
            <a:extLst>
              <a:ext uri="{FF2B5EF4-FFF2-40B4-BE49-F238E27FC236}">
                <a16:creationId xmlns:a16="http://schemas.microsoft.com/office/drawing/2014/main" id="{455A63B8-8E7D-4863-8125-989B8987F169}"/>
              </a:ext>
            </a:extLst>
          </p:cNvPr>
          <p:cNvSpPr>
            <a:spLocks noGrp="1" noChangeArrowheads="1"/>
          </p:cNvSpPr>
          <p:nvPr>
            <p:ph type="title"/>
          </p:nvPr>
        </p:nvSpPr>
        <p:spPr/>
        <p:txBody>
          <a:bodyPr/>
          <a:lstStyle/>
          <a:p>
            <a:pPr eaLnBrk="1" hangingPunct="1">
              <a:spcBef>
                <a:spcPct val="150000"/>
              </a:spcBef>
            </a:pPr>
            <a:r>
              <a:rPr lang="en-US" altLang="it-IT"/>
              <a:t>Control Flow</a:t>
            </a:r>
          </a:p>
        </p:txBody>
      </p:sp>
      <p:sp>
        <p:nvSpPr>
          <p:cNvPr id="38916" name="Rectangle 3">
            <a:extLst>
              <a:ext uri="{FF2B5EF4-FFF2-40B4-BE49-F238E27FC236}">
                <a16:creationId xmlns:a16="http://schemas.microsoft.com/office/drawing/2014/main" id="{2BCECC69-9FC9-4397-A126-566AEF836BDC}"/>
              </a:ext>
            </a:extLst>
          </p:cNvPr>
          <p:cNvSpPr>
            <a:spLocks noGrp="1" noChangeArrowheads="1"/>
          </p:cNvSpPr>
          <p:nvPr>
            <p:ph type="body" idx="1"/>
          </p:nvPr>
        </p:nvSpPr>
        <p:spPr/>
        <p:txBody>
          <a:bodyPr/>
          <a:lstStyle/>
          <a:p>
            <a:pPr eaLnBrk="1" hangingPunct="1">
              <a:spcBef>
                <a:spcPct val="250000"/>
              </a:spcBef>
              <a:buFont typeface="Times" panose="02020603050405020304" pitchFamily="18" charset="0"/>
              <a:buNone/>
            </a:pPr>
            <a:r>
              <a:rPr lang="en-US" altLang="it-IT">
                <a:solidFill>
                  <a:srgbClr val="003C75"/>
                </a:solidFill>
              </a:rPr>
              <a:t>Loops</a:t>
            </a:r>
          </a:p>
          <a:p>
            <a:pPr eaLnBrk="1" hangingPunct="1"/>
            <a:r>
              <a:rPr lang="en-US" altLang="it-IT"/>
              <a:t>Evaluate condition before loop </a:t>
            </a:r>
            <a:r>
              <a:rPr lang="en-US" altLang="it-IT">
                <a:solidFill>
                  <a:srgbClr val="FF0065"/>
                </a:solidFill>
              </a:rPr>
              <a:t>(if needed)</a:t>
            </a:r>
          </a:p>
          <a:p>
            <a:pPr eaLnBrk="1" hangingPunct="1"/>
            <a:r>
              <a:rPr lang="en-US" altLang="it-IT"/>
              <a:t>Evaluate condition after loop </a:t>
            </a:r>
          </a:p>
          <a:p>
            <a:pPr eaLnBrk="1" hangingPunct="1"/>
            <a:r>
              <a:rPr lang="en-US" altLang="it-IT"/>
              <a:t>Branch back to the top </a:t>
            </a:r>
            <a:r>
              <a:rPr lang="en-US" altLang="it-IT">
                <a:solidFill>
                  <a:srgbClr val="FF0065"/>
                </a:solidFill>
              </a:rPr>
              <a:t>(if needed)</a:t>
            </a:r>
            <a:endParaRPr lang="en-US" altLang="it-IT"/>
          </a:p>
          <a:p>
            <a:pPr eaLnBrk="1" hangingPunct="1">
              <a:buFont typeface="Times" panose="02020603050405020304" pitchFamily="18" charset="0"/>
              <a:buNone/>
            </a:pPr>
            <a:r>
              <a:rPr lang="en-US" altLang="it-IT"/>
              <a:t>Merges test with last block of loop body</a:t>
            </a:r>
          </a:p>
          <a:p>
            <a:pPr eaLnBrk="1" hangingPunct="1">
              <a:spcBef>
                <a:spcPct val="600000"/>
              </a:spcBef>
              <a:buFont typeface="Times" panose="02020603050405020304" pitchFamily="18" charset="0"/>
              <a:buNone/>
            </a:pPr>
            <a:r>
              <a:rPr lang="en-US" altLang="it-IT" u="sng">
                <a:solidFill>
                  <a:srgbClr val="003C75"/>
                </a:solidFill>
              </a:rPr>
              <a:t>while</a:t>
            </a:r>
            <a:r>
              <a:rPr lang="en-US" altLang="it-IT"/>
              <a:t>, </a:t>
            </a:r>
            <a:r>
              <a:rPr lang="en-US" altLang="it-IT" u="sng">
                <a:solidFill>
                  <a:srgbClr val="003C75"/>
                </a:solidFill>
              </a:rPr>
              <a:t>for</a:t>
            </a:r>
            <a:r>
              <a:rPr lang="en-US" altLang="it-IT"/>
              <a:t>, </a:t>
            </a:r>
            <a:r>
              <a:rPr lang="en-US" altLang="it-IT" u="sng">
                <a:solidFill>
                  <a:srgbClr val="003C75"/>
                </a:solidFill>
              </a:rPr>
              <a:t>do</a:t>
            </a:r>
            <a:r>
              <a:rPr lang="en-US" altLang="it-IT"/>
              <a:t>, &amp; </a:t>
            </a:r>
            <a:r>
              <a:rPr lang="en-US" altLang="it-IT" u="sng">
                <a:solidFill>
                  <a:srgbClr val="003C75"/>
                </a:solidFill>
              </a:rPr>
              <a:t>until</a:t>
            </a:r>
            <a:r>
              <a:rPr lang="en-US" altLang="it-IT">
                <a:solidFill>
                  <a:srgbClr val="003C75"/>
                </a:solidFill>
              </a:rPr>
              <a:t> </a:t>
            </a:r>
            <a:r>
              <a:rPr lang="en-US" altLang="it-IT"/>
              <a:t>all fit this basic model</a:t>
            </a:r>
          </a:p>
        </p:txBody>
      </p:sp>
      <p:grpSp>
        <p:nvGrpSpPr>
          <p:cNvPr id="38917" name="Group 4">
            <a:extLst>
              <a:ext uri="{FF2B5EF4-FFF2-40B4-BE49-F238E27FC236}">
                <a16:creationId xmlns:a16="http://schemas.microsoft.com/office/drawing/2014/main" id="{2499E134-3586-4732-A77F-A7F996A1DF61}"/>
              </a:ext>
            </a:extLst>
          </p:cNvPr>
          <p:cNvGrpSpPr>
            <a:grpSpLocks/>
          </p:cNvGrpSpPr>
          <p:nvPr/>
        </p:nvGrpSpPr>
        <p:grpSpPr bwMode="auto">
          <a:xfrm>
            <a:off x="6780213" y="1524000"/>
            <a:ext cx="1144587" cy="4089400"/>
            <a:chOff x="4032" y="1304"/>
            <a:chExt cx="721" cy="2576"/>
          </a:xfrm>
        </p:grpSpPr>
        <p:cxnSp>
          <p:nvCxnSpPr>
            <p:cNvPr id="38921" name="AutoShape 5">
              <a:extLst>
                <a:ext uri="{FF2B5EF4-FFF2-40B4-BE49-F238E27FC236}">
                  <a16:creationId xmlns:a16="http://schemas.microsoft.com/office/drawing/2014/main" id="{B23AE9C7-084C-498C-AD86-C5DC23A03E76}"/>
                </a:ext>
              </a:extLst>
            </p:cNvPr>
            <p:cNvCxnSpPr>
              <a:cxnSpLocks noChangeShapeType="1"/>
              <a:stCxn id="38926" idx="2"/>
              <a:endCxn id="38927" idx="0"/>
            </p:cNvCxnSpPr>
            <p:nvPr/>
          </p:nvCxnSpPr>
          <p:spPr bwMode="auto">
            <a:xfrm>
              <a:off x="4392" y="1920"/>
              <a:ext cx="0" cy="2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22" name="AutoShape 6">
              <a:extLst>
                <a:ext uri="{FF2B5EF4-FFF2-40B4-BE49-F238E27FC236}">
                  <a16:creationId xmlns:a16="http://schemas.microsoft.com/office/drawing/2014/main" id="{D9A52068-245E-47B0-AE1E-A403D2E013A3}"/>
                </a:ext>
              </a:extLst>
            </p:cNvPr>
            <p:cNvCxnSpPr>
              <a:cxnSpLocks noChangeShapeType="1"/>
            </p:cNvCxnSpPr>
            <p:nvPr/>
          </p:nvCxnSpPr>
          <p:spPr bwMode="auto">
            <a:xfrm>
              <a:off x="4368" y="2496"/>
              <a:ext cx="0" cy="28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23" name="AutoShape 7">
              <a:extLst>
                <a:ext uri="{FF2B5EF4-FFF2-40B4-BE49-F238E27FC236}">
                  <a16:creationId xmlns:a16="http://schemas.microsoft.com/office/drawing/2014/main" id="{B160855E-CD58-4B66-8834-9E209882BC9D}"/>
                </a:ext>
              </a:extLst>
            </p:cNvPr>
            <p:cNvCxnSpPr>
              <a:cxnSpLocks noChangeShapeType="1"/>
              <a:stCxn id="38928" idx="2"/>
              <a:endCxn id="38929" idx="0"/>
            </p:cNvCxnSpPr>
            <p:nvPr/>
          </p:nvCxnSpPr>
          <p:spPr bwMode="auto">
            <a:xfrm>
              <a:off x="4392" y="3040"/>
              <a:ext cx="0" cy="2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8924" name="AutoShape 8">
              <a:extLst>
                <a:ext uri="{FF2B5EF4-FFF2-40B4-BE49-F238E27FC236}">
                  <a16:creationId xmlns:a16="http://schemas.microsoft.com/office/drawing/2014/main" id="{7E50C213-6B7F-4D30-91D4-9A5F126CCF8B}"/>
                </a:ext>
              </a:extLst>
            </p:cNvPr>
            <p:cNvCxnSpPr>
              <a:cxnSpLocks noChangeShapeType="1"/>
              <a:stCxn id="38928" idx="3"/>
              <a:endCxn id="38927" idx="3"/>
            </p:cNvCxnSpPr>
            <p:nvPr/>
          </p:nvCxnSpPr>
          <p:spPr bwMode="auto">
            <a:xfrm flipV="1">
              <a:off x="4752" y="2336"/>
              <a:ext cx="1" cy="560"/>
            </a:xfrm>
            <a:prstGeom prst="bentConnector3">
              <a:avLst>
                <a:gd name="adj1" fmla="val 1440000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38925" name="AutoShape 9">
              <a:extLst>
                <a:ext uri="{FF2B5EF4-FFF2-40B4-BE49-F238E27FC236}">
                  <a16:creationId xmlns:a16="http://schemas.microsoft.com/office/drawing/2014/main" id="{65BFAF7F-A2FB-4347-982B-6BEE74671595}"/>
                </a:ext>
              </a:extLst>
            </p:cNvPr>
            <p:cNvCxnSpPr>
              <a:cxnSpLocks noChangeShapeType="1"/>
            </p:cNvCxnSpPr>
            <p:nvPr/>
          </p:nvCxnSpPr>
          <p:spPr bwMode="auto">
            <a:xfrm>
              <a:off x="4752" y="1776"/>
              <a:ext cx="1" cy="1680"/>
            </a:xfrm>
            <a:prstGeom prst="bentConnector3">
              <a:avLst>
                <a:gd name="adj1" fmla="val 27200009"/>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38926" name="Rectangle 10">
              <a:extLst>
                <a:ext uri="{FF2B5EF4-FFF2-40B4-BE49-F238E27FC236}">
                  <a16:creationId xmlns:a16="http://schemas.microsoft.com/office/drawing/2014/main" id="{1735E1CC-59F1-411C-8884-7E591F9E02E9}"/>
                </a:ext>
              </a:extLst>
            </p:cNvPr>
            <p:cNvSpPr>
              <a:spLocks noChangeArrowheads="1"/>
            </p:cNvSpPr>
            <p:nvPr/>
          </p:nvSpPr>
          <p:spPr bwMode="auto">
            <a:xfrm>
              <a:off x="4032" y="1632"/>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solidFill>
                    <a:srgbClr val="003C75"/>
                  </a:solidFill>
                </a:rPr>
                <a:t>Pre-test</a:t>
              </a:r>
            </a:p>
          </p:txBody>
        </p:sp>
        <p:sp>
          <p:nvSpPr>
            <p:cNvPr id="38927" name="Rectangle 11">
              <a:extLst>
                <a:ext uri="{FF2B5EF4-FFF2-40B4-BE49-F238E27FC236}">
                  <a16:creationId xmlns:a16="http://schemas.microsoft.com/office/drawing/2014/main" id="{A147DCB3-9FE4-433A-A406-D075EBA9A7C4}"/>
                </a:ext>
              </a:extLst>
            </p:cNvPr>
            <p:cNvSpPr>
              <a:spLocks noChangeArrowheads="1"/>
            </p:cNvSpPr>
            <p:nvPr/>
          </p:nvSpPr>
          <p:spPr bwMode="auto">
            <a:xfrm>
              <a:off x="4032" y="2192"/>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solidFill>
                    <a:srgbClr val="003C75"/>
                  </a:solidFill>
                </a:rPr>
                <a:t>Loop body</a:t>
              </a:r>
            </a:p>
          </p:txBody>
        </p:sp>
        <p:sp>
          <p:nvSpPr>
            <p:cNvPr id="38928" name="Rectangle 12">
              <a:extLst>
                <a:ext uri="{FF2B5EF4-FFF2-40B4-BE49-F238E27FC236}">
                  <a16:creationId xmlns:a16="http://schemas.microsoft.com/office/drawing/2014/main" id="{9AD80454-C0D0-4A86-9043-D6058019E8DC}"/>
                </a:ext>
              </a:extLst>
            </p:cNvPr>
            <p:cNvSpPr>
              <a:spLocks noChangeArrowheads="1"/>
            </p:cNvSpPr>
            <p:nvPr/>
          </p:nvSpPr>
          <p:spPr bwMode="auto">
            <a:xfrm>
              <a:off x="4032" y="2752"/>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solidFill>
                    <a:srgbClr val="003C75"/>
                  </a:solidFill>
                </a:rPr>
                <a:t>Post-test</a:t>
              </a:r>
            </a:p>
          </p:txBody>
        </p:sp>
        <p:sp>
          <p:nvSpPr>
            <p:cNvPr id="38929" name="Rectangle 13">
              <a:extLst>
                <a:ext uri="{FF2B5EF4-FFF2-40B4-BE49-F238E27FC236}">
                  <a16:creationId xmlns:a16="http://schemas.microsoft.com/office/drawing/2014/main" id="{65335B3E-4B6D-48E2-A05A-D4B0F2FDBE33}"/>
                </a:ext>
              </a:extLst>
            </p:cNvPr>
            <p:cNvSpPr>
              <a:spLocks noChangeArrowheads="1"/>
            </p:cNvSpPr>
            <p:nvPr/>
          </p:nvSpPr>
          <p:spPr bwMode="auto">
            <a:xfrm>
              <a:off x="4032" y="3312"/>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solidFill>
                    <a:srgbClr val="003C75"/>
                  </a:solidFill>
                </a:rPr>
                <a:t>Next block</a:t>
              </a:r>
            </a:p>
          </p:txBody>
        </p:sp>
        <p:sp>
          <p:nvSpPr>
            <p:cNvPr id="38930" name="Rectangle 14">
              <a:extLst>
                <a:ext uri="{FF2B5EF4-FFF2-40B4-BE49-F238E27FC236}">
                  <a16:creationId xmlns:a16="http://schemas.microsoft.com/office/drawing/2014/main" id="{D0791329-2F73-463B-A732-52F236FB5670}"/>
                </a:ext>
              </a:extLst>
            </p:cNvPr>
            <p:cNvSpPr>
              <a:spLocks noChangeArrowheads="1"/>
            </p:cNvSpPr>
            <p:nvPr/>
          </p:nvSpPr>
          <p:spPr bwMode="auto">
            <a:xfrm>
              <a:off x="4200" y="3736"/>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solidFill>
                  <a:srgbClr val="003C75"/>
                </a:solidFill>
              </a:endParaRPr>
            </a:p>
          </p:txBody>
        </p:sp>
        <p:cxnSp>
          <p:nvCxnSpPr>
            <p:cNvPr id="38931" name="AutoShape 15">
              <a:extLst>
                <a:ext uri="{FF2B5EF4-FFF2-40B4-BE49-F238E27FC236}">
                  <a16:creationId xmlns:a16="http://schemas.microsoft.com/office/drawing/2014/main" id="{9A21A0DE-8102-4186-A27F-9A77E3B420A8}"/>
                </a:ext>
              </a:extLst>
            </p:cNvPr>
            <p:cNvCxnSpPr>
              <a:cxnSpLocks noChangeShapeType="1"/>
              <a:stCxn id="38929" idx="2"/>
              <a:endCxn id="38930" idx="0"/>
            </p:cNvCxnSpPr>
            <p:nvPr/>
          </p:nvCxnSpPr>
          <p:spPr bwMode="auto">
            <a:xfrm>
              <a:off x="4392" y="3600"/>
              <a:ext cx="0" cy="13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8932" name="Rectangle 16">
              <a:extLst>
                <a:ext uri="{FF2B5EF4-FFF2-40B4-BE49-F238E27FC236}">
                  <a16:creationId xmlns:a16="http://schemas.microsoft.com/office/drawing/2014/main" id="{6C2A7BFF-6B51-4C90-8483-9EF8F0271884}"/>
                </a:ext>
              </a:extLst>
            </p:cNvPr>
            <p:cNvSpPr>
              <a:spLocks noChangeArrowheads="1"/>
            </p:cNvSpPr>
            <p:nvPr/>
          </p:nvSpPr>
          <p:spPr bwMode="auto">
            <a:xfrm>
              <a:off x="4200" y="1304"/>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solidFill>
                  <a:srgbClr val="003C75"/>
                </a:solidFill>
              </a:endParaRPr>
            </a:p>
          </p:txBody>
        </p:sp>
        <p:cxnSp>
          <p:nvCxnSpPr>
            <p:cNvPr id="38933" name="AutoShape 17">
              <a:extLst>
                <a:ext uri="{FF2B5EF4-FFF2-40B4-BE49-F238E27FC236}">
                  <a16:creationId xmlns:a16="http://schemas.microsoft.com/office/drawing/2014/main" id="{92C99726-0CC3-48D4-9A4E-5272521647BF}"/>
                </a:ext>
              </a:extLst>
            </p:cNvPr>
            <p:cNvCxnSpPr>
              <a:cxnSpLocks noChangeShapeType="1"/>
              <a:stCxn id="38932" idx="2"/>
              <a:endCxn id="38926" idx="0"/>
            </p:cNvCxnSpPr>
            <p:nvPr/>
          </p:nvCxnSpPr>
          <p:spPr bwMode="auto">
            <a:xfrm>
              <a:off x="4392" y="1448"/>
              <a:ext cx="0" cy="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38918" name="AutoShape 18">
            <a:extLst>
              <a:ext uri="{FF2B5EF4-FFF2-40B4-BE49-F238E27FC236}">
                <a16:creationId xmlns:a16="http://schemas.microsoft.com/office/drawing/2014/main" id="{D7C21207-3926-4366-9F22-9A15F99B4D3E}"/>
              </a:ext>
            </a:extLst>
          </p:cNvPr>
          <p:cNvSpPr>
            <a:spLocks/>
          </p:cNvSpPr>
          <p:nvPr/>
        </p:nvSpPr>
        <p:spPr bwMode="auto">
          <a:xfrm>
            <a:off x="6248400" y="2971800"/>
            <a:ext cx="304800" cy="1295400"/>
          </a:xfrm>
          <a:prstGeom prst="leftBrace">
            <a:avLst>
              <a:gd name="adj1" fmla="val 35417"/>
              <a:gd name="adj2" fmla="val 48898"/>
            </a:avLst>
          </a:prstGeom>
          <a:noFill/>
          <a:ln w="19050">
            <a:solidFill>
              <a:srgbClr val="003C7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p>
        </p:txBody>
      </p:sp>
      <p:sp>
        <p:nvSpPr>
          <p:cNvPr id="38919" name="Rectangle 19">
            <a:extLst>
              <a:ext uri="{FF2B5EF4-FFF2-40B4-BE49-F238E27FC236}">
                <a16:creationId xmlns:a16="http://schemas.microsoft.com/office/drawing/2014/main" id="{15955D91-FB67-4E50-AAB2-D5D8A7CE86F4}"/>
              </a:ext>
            </a:extLst>
          </p:cNvPr>
          <p:cNvSpPr>
            <a:spLocks noChangeArrowheads="1"/>
          </p:cNvSpPr>
          <p:nvPr/>
        </p:nvSpPr>
        <p:spPr bwMode="auto">
          <a:xfrm>
            <a:off x="5562600" y="4800600"/>
            <a:ext cx="76200" cy="7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p>
        </p:txBody>
      </p:sp>
      <p:cxnSp>
        <p:nvCxnSpPr>
          <p:cNvPr id="38920" name="AutoShape 20">
            <a:extLst>
              <a:ext uri="{FF2B5EF4-FFF2-40B4-BE49-F238E27FC236}">
                <a16:creationId xmlns:a16="http://schemas.microsoft.com/office/drawing/2014/main" id="{6936C1DB-198F-43D2-967C-48AB16A6F3DE}"/>
              </a:ext>
            </a:extLst>
          </p:cNvPr>
          <p:cNvCxnSpPr>
            <a:cxnSpLocks noChangeShapeType="1"/>
            <a:stCxn id="38918" idx="1"/>
          </p:cNvCxnSpPr>
          <p:nvPr/>
        </p:nvCxnSpPr>
        <p:spPr bwMode="auto">
          <a:xfrm rot="10800000" flipV="1">
            <a:off x="5448300" y="3619500"/>
            <a:ext cx="790575" cy="1181100"/>
          </a:xfrm>
          <a:prstGeom prst="curvedConnector2">
            <a:avLst/>
          </a:prstGeom>
          <a:noFill/>
          <a:ln w="19050">
            <a:solidFill>
              <a:srgbClr val="003C75"/>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Footer Placeholder 3">
            <a:extLst>
              <a:ext uri="{FF2B5EF4-FFF2-40B4-BE49-F238E27FC236}">
                <a16:creationId xmlns:a16="http://schemas.microsoft.com/office/drawing/2014/main" id="{DFE7505A-F5DE-4114-BE4E-3E9A4F4EBBA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40962" name="Slide Number Placeholder 4">
            <a:extLst>
              <a:ext uri="{FF2B5EF4-FFF2-40B4-BE49-F238E27FC236}">
                <a16:creationId xmlns:a16="http://schemas.microsoft.com/office/drawing/2014/main" id="{26F366E7-2391-48B1-AF8D-8D386290F97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F86D37F5-8902-4777-B891-5138DF491C51}" type="slidenum">
              <a:rPr lang="en-US" altLang="it-IT"/>
              <a:pPr/>
              <a:t>13</a:t>
            </a:fld>
            <a:endParaRPr lang="en-US" altLang="it-IT"/>
          </a:p>
        </p:txBody>
      </p:sp>
      <p:sp>
        <p:nvSpPr>
          <p:cNvPr id="40963" name="Rectangle 2">
            <a:extLst>
              <a:ext uri="{FF2B5EF4-FFF2-40B4-BE49-F238E27FC236}">
                <a16:creationId xmlns:a16="http://schemas.microsoft.com/office/drawing/2014/main" id="{73B0997C-E9B7-4DE2-A33B-41FEAB250B86}"/>
              </a:ext>
            </a:extLst>
          </p:cNvPr>
          <p:cNvSpPr>
            <a:spLocks noGrp="1" noChangeArrowheads="1"/>
          </p:cNvSpPr>
          <p:nvPr>
            <p:ph type="title"/>
          </p:nvPr>
        </p:nvSpPr>
        <p:spPr/>
        <p:txBody>
          <a:bodyPr/>
          <a:lstStyle/>
          <a:p>
            <a:pPr eaLnBrk="1" hangingPunct="1"/>
            <a:r>
              <a:rPr lang="en-US" altLang="it-IT"/>
              <a:t>Implementing Loops</a:t>
            </a:r>
          </a:p>
        </p:txBody>
      </p:sp>
      <p:sp>
        <p:nvSpPr>
          <p:cNvPr id="40964" name="Rectangle 4">
            <a:extLst>
              <a:ext uri="{FF2B5EF4-FFF2-40B4-BE49-F238E27FC236}">
                <a16:creationId xmlns:a16="http://schemas.microsoft.com/office/drawing/2014/main" id="{4FB588C1-A471-49E7-A50A-669AB9F5A9A9}"/>
              </a:ext>
            </a:extLst>
          </p:cNvPr>
          <p:cNvSpPr>
            <a:spLocks noChangeArrowheads="1"/>
          </p:cNvSpPr>
          <p:nvPr/>
        </p:nvSpPr>
        <p:spPr bwMode="auto">
          <a:xfrm>
            <a:off x="685800" y="1219200"/>
            <a:ext cx="77724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342900" eaLnBrk="0" hangingPunct="0">
              <a:defRPr>
                <a:solidFill>
                  <a:schemeClr val="tx1"/>
                </a:solidFill>
                <a:latin typeface="Comic Sans MS" panose="030F0702030302020204" pitchFamily="66" charset="0"/>
                <a:ea typeface="ヒラギノ角ゴ Pro W3"/>
                <a:cs typeface="ヒラギノ角ゴ Pro W3"/>
              </a:defRPr>
            </a:lvl1pPr>
            <a:lvl2pPr marL="742950" indent="-285750" defTabSz="342900" eaLnBrk="0" hangingPunct="0">
              <a:defRPr>
                <a:solidFill>
                  <a:schemeClr val="tx1"/>
                </a:solidFill>
                <a:latin typeface="Comic Sans MS" panose="030F0702030302020204" pitchFamily="66" charset="0"/>
                <a:ea typeface="ヒラギノ角ゴ Pro W3"/>
                <a:cs typeface="ヒラギノ角ゴ Pro W3"/>
              </a:defRPr>
            </a:lvl2pPr>
            <a:lvl3pPr marL="1143000" indent="-228600" defTabSz="3429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defTabSz="3429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defTabSz="3429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defTabSz="3429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defTabSz="3429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defTabSz="3429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defTabSz="3429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latin typeface="Geneva"/>
              </a:rPr>
              <a:t>for (i = 1; i&lt; 100; i++) { </a:t>
            </a:r>
            <a:r>
              <a:rPr lang="en-US" altLang="it-IT" i="1">
                <a:solidFill>
                  <a:srgbClr val="FF0065"/>
                </a:solidFill>
                <a:latin typeface="Geneva"/>
              </a:rPr>
              <a:t>loop body </a:t>
            </a:r>
            <a:r>
              <a:rPr lang="en-US" altLang="it-IT">
                <a:latin typeface="Geneva"/>
              </a:rPr>
              <a:t>}</a:t>
            </a:r>
          </a:p>
          <a:p>
            <a:r>
              <a:rPr lang="en-US" altLang="it-IT">
                <a:solidFill>
                  <a:srgbClr val="FF0000"/>
                </a:solidFill>
                <a:latin typeface="Geneva"/>
              </a:rPr>
              <a:t>	</a:t>
            </a:r>
            <a:r>
              <a:rPr lang="en-US" altLang="it-IT" i="1">
                <a:solidFill>
                  <a:srgbClr val="FF0065"/>
                </a:solidFill>
                <a:latin typeface="Geneva"/>
              </a:rPr>
              <a:t>next statement</a:t>
            </a:r>
            <a:endParaRPr lang="en-US" altLang="it-IT">
              <a:solidFill>
                <a:srgbClr val="FF0065"/>
              </a:solidFill>
              <a:latin typeface="Geneva"/>
            </a:endParaRPr>
          </a:p>
          <a:p>
            <a:endParaRPr lang="en-US" altLang="it-IT" sz="2400">
              <a:latin typeface="Symbol" panose="05050102010706020507" pitchFamily="18" charset="2"/>
            </a:endParaRPr>
          </a:p>
        </p:txBody>
      </p:sp>
      <p:grpSp>
        <p:nvGrpSpPr>
          <p:cNvPr id="40965" name="Group 171">
            <a:extLst>
              <a:ext uri="{FF2B5EF4-FFF2-40B4-BE49-F238E27FC236}">
                <a16:creationId xmlns:a16="http://schemas.microsoft.com/office/drawing/2014/main" id="{AF822C24-C442-4CBB-A6C8-9EC28518125A}"/>
              </a:ext>
            </a:extLst>
          </p:cNvPr>
          <p:cNvGrpSpPr>
            <a:grpSpLocks/>
          </p:cNvGrpSpPr>
          <p:nvPr/>
        </p:nvGrpSpPr>
        <p:grpSpPr bwMode="auto">
          <a:xfrm>
            <a:off x="4495800" y="2133600"/>
            <a:ext cx="2209800" cy="2971800"/>
            <a:chOff x="2832" y="1344"/>
            <a:chExt cx="1392" cy="1872"/>
          </a:xfrm>
        </p:grpSpPr>
        <p:sp>
          <p:nvSpPr>
            <p:cNvPr id="40967" name="AutoShape 6">
              <a:extLst>
                <a:ext uri="{FF2B5EF4-FFF2-40B4-BE49-F238E27FC236}">
                  <a16:creationId xmlns:a16="http://schemas.microsoft.com/office/drawing/2014/main" id="{45E08C39-1411-4D5E-BAB4-4600C93F2F00}"/>
                </a:ext>
              </a:extLst>
            </p:cNvPr>
            <p:cNvSpPr>
              <a:spLocks/>
            </p:cNvSpPr>
            <p:nvPr/>
          </p:nvSpPr>
          <p:spPr bwMode="auto">
            <a:xfrm>
              <a:off x="2832" y="1968"/>
              <a:ext cx="240" cy="432"/>
            </a:xfrm>
            <a:prstGeom prst="rightBrace">
              <a:avLst>
                <a:gd name="adj1" fmla="val 15000"/>
                <a:gd name="adj2" fmla="val 50000"/>
              </a:avLst>
            </a:prstGeom>
            <a:noFill/>
            <a:ln w="28575">
              <a:solidFill>
                <a:srgbClr val="003C7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solidFill>
                  <a:srgbClr val="003C75"/>
                </a:solidFill>
              </a:endParaRPr>
            </a:p>
          </p:txBody>
        </p:sp>
        <p:sp>
          <p:nvSpPr>
            <p:cNvPr id="40968" name="Text Box 7">
              <a:extLst>
                <a:ext uri="{FF2B5EF4-FFF2-40B4-BE49-F238E27FC236}">
                  <a16:creationId xmlns:a16="http://schemas.microsoft.com/office/drawing/2014/main" id="{B1C206E1-47CA-46BD-8048-7EAA6B644D47}"/>
                </a:ext>
              </a:extLst>
            </p:cNvPr>
            <p:cNvSpPr txBox="1">
              <a:spLocks noChangeArrowheads="1"/>
            </p:cNvSpPr>
            <p:nvPr/>
          </p:nvSpPr>
          <p:spPr bwMode="auto">
            <a:xfrm>
              <a:off x="3120" y="2078"/>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a:solidFill>
                    <a:srgbClr val="003C75"/>
                  </a:solidFill>
                </a:rPr>
                <a:t>Pre-test</a:t>
              </a:r>
            </a:p>
          </p:txBody>
        </p:sp>
        <p:sp>
          <p:nvSpPr>
            <p:cNvPr id="40969" name="AutoShape 9">
              <a:extLst>
                <a:ext uri="{FF2B5EF4-FFF2-40B4-BE49-F238E27FC236}">
                  <a16:creationId xmlns:a16="http://schemas.microsoft.com/office/drawing/2014/main" id="{F665740C-44A3-4067-8898-F97C9F97CAE4}"/>
                </a:ext>
              </a:extLst>
            </p:cNvPr>
            <p:cNvSpPr>
              <a:spLocks/>
            </p:cNvSpPr>
            <p:nvPr/>
          </p:nvSpPr>
          <p:spPr bwMode="auto">
            <a:xfrm>
              <a:off x="2832" y="2640"/>
              <a:ext cx="240" cy="576"/>
            </a:xfrm>
            <a:prstGeom prst="rightBrace">
              <a:avLst>
                <a:gd name="adj1" fmla="val 20000"/>
                <a:gd name="adj2" fmla="val 50000"/>
              </a:avLst>
            </a:prstGeom>
            <a:noFill/>
            <a:ln w="28575">
              <a:solidFill>
                <a:srgbClr val="003C7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solidFill>
                  <a:srgbClr val="003C75"/>
                </a:solidFill>
              </a:endParaRPr>
            </a:p>
          </p:txBody>
        </p:sp>
        <p:sp>
          <p:nvSpPr>
            <p:cNvPr id="40970" name="Text Box 10">
              <a:extLst>
                <a:ext uri="{FF2B5EF4-FFF2-40B4-BE49-F238E27FC236}">
                  <a16:creationId xmlns:a16="http://schemas.microsoft.com/office/drawing/2014/main" id="{48B856BB-1F96-4109-804D-5F208070AF17}"/>
                </a:ext>
              </a:extLst>
            </p:cNvPr>
            <p:cNvSpPr txBox="1">
              <a:spLocks noChangeArrowheads="1"/>
            </p:cNvSpPr>
            <p:nvPr/>
          </p:nvSpPr>
          <p:spPr bwMode="auto">
            <a:xfrm>
              <a:off x="3120" y="2800"/>
              <a:ext cx="8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a:solidFill>
                    <a:srgbClr val="003C75"/>
                  </a:solidFill>
                </a:rPr>
                <a:t>Post-test</a:t>
              </a:r>
            </a:p>
          </p:txBody>
        </p:sp>
        <p:sp>
          <p:nvSpPr>
            <p:cNvPr id="40971" name="AutoShape 12">
              <a:extLst>
                <a:ext uri="{FF2B5EF4-FFF2-40B4-BE49-F238E27FC236}">
                  <a16:creationId xmlns:a16="http://schemas.microsoft.com/office/drawing/2014/main" id="{B7E36505-1A20-4132-A2E1-85B09A516ECB}"/>
                </a:ext>
              </a:extLst>
            </p:cNvPr>
            <p:cNvSpPr>
              <a:spLocks/>
            </p:cNvSpPr>
            <p:nvPr/>
          </p:nvSpPr>
          <p:spPr bwMode="auto">
            <a:xfrm>
              <a:off x="2832" y="1344"/>
              <a:ext cx="240" cy="528"/>
            </a:xfrm>
            <a:prstGeom prst="rightBrace">
              <a:avLst>
                <a:gd name="adj1" fmla="val 18333"/>
                <a:gd name="adj2" fmla="val 50000"/>
              </a:avLst>
            </a:prstGeom>
            <a:noFill/>
            <a:ln w="28575">
              <a:solidFill>
                <a:srgbClr val="003C75"/>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solidFill>
                  <a:srgbClr val="003C75"/>
                </a:solidFill>
              </a:endParaRPr>
            </a:p>
          </p:txBody>
        </p:sp>
        <p:sp>
          <p:nvSpPr>
            <p:cNvPr id="40972" name="Text Box 13">
              <a:extLst>
                <a:ext uri="{FF2B5EF4-FFF2-40B4-BE49-F238E27FC236}">
                  <a16:creationId xmlns:a16="http://schemas.microsoft.com/office/drawing/2014/main" id="{A6CB0903-274D-456A-897D-808641CF3802}"/>
                </a:ext>
              </a:extLst>
            </p:cNvPr>
            <p:cNvSpPr txBox="1">
              <a:spLocks noChangeArrowheads="1"/>
            </p:cNvSpPr>
            <p:nvPr/>
          </p:nvSpPr>
          <p:spPr bwMode="auto">
            <a:xfrm>
              <a:off x="3120" y="1502"/>
              <a:ext cx="11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a:solidFill>
                    <a:srgbClr val="003C75"/>
                  </a:solidFill>
                </a:rPr>
                <a:t>Initialization</a:t>
              </a:r>
            </a:p>
          </p:txBody>
        </p:sp>
      </p:grpSp>
      <p:graphicFrame>
        <p:nvGraphicFramePr>
          <p:cNvPr id="27817" name="Group 169">
            <a:extLst>
              <a:ext uri="{FF2B5EF4-FFF2-40B4-BE49-F238E27FC236}">
                <a16:creationId xmlns:a16="http://schemas.microsoft.com/office/drawing/2014/main" id="{D38F60EB-5A08-4319-9C84-EAE28E9E755E}"/>
              </a:ext>
            </a:extLst>
          </p:cNvPr>
          <p:cNvGraphicFramePr>
            <a:graphicFrameLocks noGrp="1"/>
          </p:cNvGraphicFramePr>
          <p:nvPr/>
        </p:nvGraphicFramePr>
        <p:xfrm>
          <a:off x="1219200" y="2057400"/>
          <a:ext cx="3124200" cy="3403602"/>
        </p:xfrm>
        <a:graphic>
          <a:graphicData uri="http://schemas.openxmlformats.org/drawingml/2006/table">
            <a:tbl>
              <a:tblPr>
                <a:effectLst>
                  <a:outerShdw blurRad="50800" dist="38100" dir="2700000">
                    <a:srgbClr val="000000">
                      <a:alpha val="43000"/>
                    </a:srgbClr>
                  </a:outerShdw>
                </a:effectLst>
              </a:tblPr>
              <a:tblGrid>
                <a:gridCol w="4572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990600">
                  <a:extLst>
                    <a:ext uri="{9D8B030D-6E8A-4147-A177-3AD203B41FA5}">
                      <a16:colId xmlns:a16="http://schemas.microsoft.com/office/drawing/2014/main" val="20003"/>
                    </a:ext>
                  </a:extLst>
                </a:gridCol>
              </a:tblGrid>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loadI</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1</a:t>
                      </a:r>
                    </a:p>
                  </a:txBody>
                  <a:tcPr horzOverflow="overflow">
                    <a:lnL>
                      <a:noFill/>
                    </a:lnL>
                    <a:lnR>
                      <a:noFill/>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w="19050" cap="flat" cmpd="sng" algn="ctr">
                      <a:solidFill>
                        <a:srgbClr val="FFFFFF">
                          <a:lumMod val="50000"/>
                        </a:srgbClr>
                      </a:solidFill>
                      <a:prstDash val="solid"/>
                      <a:round/>
                      <a:headEnd type="none" w="med" len="med"/>
                      <a:tailEnd type="none" w="med" len="med"/>
                    </a:lnT>
                    <a:lnB>
                      <a:noFill/>
                    </a:lnB>
                    <a:lnTlToBr>
                      <a:noFill/>
                    </a:lnTlToBr>
                    <a:lnBlToTr>
                      <a:noFill/>
                    </a:lnBlToTr>
                    <a:solidFill>
                      <a:srgbClr val="E6E6E6"/>
                    </a:solidFill>
                  </a:tcPr>
                </a:tc>
                <a:extLst>
                  <a:ext uri="{0D108BD9-81ED-4DB2-BD59-A6C34878D82A}">
                    <a16:rowId xmlns:a16="http://schemas.microsoft.com/office/drawing/2014/main" val="10000"/>
                  </a:ext>
                </a:extLst>
              </a:tr>
              <a:tr h="338138">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loadI</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1</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1"/>
                  </a:ext>
                </a:extLst>
              </a:tr>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loadI</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100</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3</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2"/>
                  </a:ext>
                </a:extLst>
              </a:tr>
              <a:tr h="338138">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rPr>
                        <a:t>cmp_GE</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3</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4</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3"/>
                  </a:ext>
                </a:extLst>
              </a:tr>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cbr</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4</a:t>
                      </a:r>
                      <a:endPar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4"/>
                  </a:ext>
                </a:extLst>
              </a:tr>
              <a:tr h="338138">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gridSpan="3">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1" u="none" strike="noStrike" cap="none" normalizeH="0" baseline="0" dirty="0">
                          <a:ln>
                            <a:noFill/>
                          </a:ln>
                          <a:solidFill>
                            <a:srgbClr val="FF0065"/>
                          </a:solidFill>
                          <a:effectLst/>
                          <a:latin typeface="Geneva" charset="0"/>
                          <a:ea typeface="ヒラギノ角ゴ Pro W3" charset="-128"/>
                          <a:cs typeface="ヒラギノ角ゴ Pro W3" charset="-128"/>
                        </a:rPr>
                        <a:t>  loop body</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add</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1</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6"/>
                  </a:ext>
                </a:extLst>
              </a:tr>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cmp_LT</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rPr>
                        <a:t>3</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sym typeface="Symbol" charset="2"/>
                        </a:rPr>
                        <a:t> 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sym typeface="Symbol" charset="2"/>
                        </a:rPr>
                        <a:t>5</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7"/>
                  </a:ext>
                </a:extLst>
              </a:tr>
              <a:tr h="339725">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w="19050" cap="flat" cmpd="sng" algn="ctr">
                      <a:solidFill>
                        <a:srgbClr val="FFFFFF">
                          <a:lumMod val="50000"/>
                        </a:srgbClr>
                      </a:solidFill>
                      <a:prstDash val="solid"/>
                      <a:round/>
                      <a:headEnd type="none" w="med" len="med"/>
                      <a:tailEnd type="none" w="med" len="med"/>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cbr</a:t>
                      </a: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r</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5</a:t>
                      </a:r>
                      <a:endPar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endParaRPr>
                    </a:p>
                  </a:txBody>
                  <a:tcPr horzOverflow="overflow">
                    <a:lnL>
                      <a:noFill/>
                    </a:lnL>
                    <a:lnR>
                      <a:noFill/>
                    </a:lnR>
                    <a:lnT>
                      <a:noFill/>
                    </a:lnT>
                    <a:lnB>
                      <a:noFill/>
                    </a:lnB>
                    <a:lnTlToBr>
                      <a:noFill/>
                    </a:lnTlToBr>
                    <a:lnBlToTr>
                      <a:noFill/>
                    </a:lnBlToTr>
                    <a:solidFill>
                      <a:srgbClr val="E6E6E6"/>
                    </a:solidFill>
                  </a:tcPr>
                </a:tc>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dirty="0" err="1">
                          <a:ln>
                            <a:noFill/>
                          </a:ln>
                          <a:solidFill>
                            <a:schemeClr val="tx1"/>
                          </a:solidFill>
                          <a:effectLst/>
                          <a:latin typeface="Geneva" charset="0"/>
                          <a:ea typeface="ヒラギノ角ゴ Pro W3" charset="-128"/>
                          <a:cs typeface="ヒラギノ角ゴ Pro W3" charset="-128"/>
                          <a:sym typeface="Symbol" charset="2"/>
                        </a:rPr>
                        <a:t></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 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1</a:t>
                      </a:r>
                      <a:r>
                        <a:rPr kumimoji="0" lang="en-US" sz="1600" b="0" i="0" u="none" strike="noStrike" cap="none" normalizeH="0" baseline="0" dirty="0">
                          <a:ln>
                            <a:noFill/>
                          </a:ln>
                          <a:solidFill>
                            <a:schemeClr val="tx1"/>
                          </a:solidFill>
                          <a:effectLst/>
                          <a:latin typeface="Geneva" charset="0"/>
                          <a:ea typeface="ヒラギノ角ゴ Pro W3" charset="-128"/>
                          <a:cs typeface="ヒラギノ角ゴ Pro W3" charset="-128"/>
                          <a:sym typeface="Symbol" charset="2"/>
                        </a:rPr>
                        <a:t>,L</a:t>
                      </a:r>
                      <a:r>
                        <a:rPr kumimoji="0" lang="en-US" sz="1600" b="0" i="0" u="none" strike="noStrike" cap="none" normalizeH="0" baseline="-25000" dirty="0">
                          <a:ln>
                            <a:noFill/>
                          </a:ln>
                          <a:solidFill>
                            <a:schemeClr val="tx1"/>
                          </a:solidFill>
                          <a:effectLst/>
                          <a:latin typeface="Geneva" charset="0"/>
                          <a:ea typeface="ヒラギノ角ゴ Pro W3" charset="-128"/>
                          <a:cs typeface="ヒラギノ角ゴ Pro W3" charset="-128"/>
                          <a:sym typeface="Symbol" charset="2"/>
                        </a:rPr>
                        <a:t>2</a:t>
                      </a:r>
                    </a:p>
                  </a:txBody>
                  <a:tcPr horzOverflow="overflow">
                    <a:lnL>
                      <a:noFill/>
                    </a:lnL>
                    <a:lnR w="19050" cap="flat" cmpd="sng" algn="ctr">
                      <a:solidFill>
                        <a:srgbClr val="FFFFFF">
                          <a:lumMod val="50000"/>
                        </a:srgbClr>
                      </a:solidFill>
                      <a:prstDash val="solid"/>
                      <a:round/>
                      <a:headEnd type="none" w="med" len="med"/>
                      <a:tailEnd type="none" w="med" len="med"/>
                    </a:lnR>
                    <a:lnT>
                      <a:noFill/>
                    </a:lnT>
                    <a:lnB>
                      <a:noFill/>
                    </a:lnB>
                    <a:lnTlToBr>
                      <a:noFill/>
                    </a:lnTlToBr>
                    <a:lnBlToTr>
                      <a:noFill/>
                    </a:lnBlToTr>
                    <a:solidFill>
                      <a:srgbClr val="E6E6E6"/>
                    </a:solidFill>
                  </a:tcPr>
                </a:tc>
                <a:extLst>
                  <a:ext uri="{0D108BD9-81ED-4DB2-BD59-A6C34878D82A}">
                    <a16:rowId xmlns:a16="http://schemas.microsoft.com/office/drawing/2014/main" val="10008"/>
                  </a:ext>
                </a:extLst>
              </a:tr>
              <a:tr h="350838">
                <a:tc>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L</a:t>
                      </a:r>
                      <a:r>
                        <a:rPr kumimoji="0" lang="en-US" sz="1600" b="0" i="0" u="none" strike="noStrike" cap="none" normalizeH="0" baseline="-25000">
                          <a:ln>
                            <a:noFill/>
                          </a:ln>
                          <a:solidFill>
                            <a:schemeClr val="tx1"/>
                          </a:solidFill>
                          <a:effectLst/>
                          <a:latin typeface="Geneva" charset="0"/>
                          <a:ea typeface="ヒラギノ角ゴ Pro W3" charset="-128"/>
                          <a:cs typeface="ヒラギノ角ゴ Pro W3" charset="-128"/>
                        </a:rPr>
                        <a:t>2</a:t>
                      </a:r>
                      <a:r>
                        <a:rPr kumimoji="0" lang="en-US" sz="1600" b="0" i="0" u="none" strike="noStrike" cap="none" normalizeH="0" baseline="0">
                          <a:ln>
                            <a:noFill/>
                          </a:ln>
                          <a:solidFill>
                            <a:schemeClr val="tx1"/>
                          </a:solidFill>
                          <a:effectLst/>
                          <a:latin typeface="Geneva" charset="0"/>
                          <a:ea typeface="ヒラギノ角ゴ Pro W3" charset="-128"/>
                          <a:cs typeface="ヒラギノ角ゴ Pro W3" charset="-128"/>
                        </a:rPr>
                        <a:t>:</a:t>
                      </a:r>
                    </a:p>
                  </a:txBody>
                  <a:tcPr horzOverflow="overflow">
                    <a:lnL w="19050" cap="flat" cmpd="sng" algn="ctr">
                      <a:solidFill>
                        <a:srgbClr val="FFFFFF">
                          <a:lumMod val="50000"/>
                        </a:srgbClr>
                      </a:solidFill>
                      <a:prstDash val="solid"/>
                      <a:round/>
                      <a:headEnd type="none" w="med" len="med"/>
                      <a:tailEnd type="none" w="med" len="med"/>
                    </a:lnL>
                    <a:lnR>
                      <a:noFill/>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E6E6E6"/>
                    </a:solidFill>
                  </a:tcPr>
                </a:tc>
                <a:tc gridSpan="3">
                  <a:txBody>
                    <a:bodyPr/>
                    <a:lstStyle/>
                    <a:p>
                      <a:pPr marL="0" marR="0" lvl="0" indent="0" algn="l" defTabSz="914400" rtl="0" eaLnBrk="1" fontAlgn="base" latinLnBrk="0" hangingPunct="1">
                        <a:lnSpc>
                          <a:spcPct val="90000"/>
                        </a:lnSpc>
                        <a:spcBef>
                          <a:spcPct val="20000"/>
                        </a:spcBef>
                        <a:spcAft>
                          <a:spcPct val="0"/>
                        </a:spcAft>
                        <a:buClr>
                          <a:srgbClr val="003C75"/>
                        </a:buClr>
                        <a:buSzPct val="120000"/>
                        <a:buFont typeface="Times" charset="0"/>
                        <a:buNone/>
                        <a:tabLst/>
                      </a:pPr>
                      <a:r>
                        <a:rPr kumimoji="0" lang="en-US" sz="1600" b="0" i="1" u="none" strike="noStrike" cap="none" normalizeH="0" baseline="0" dirty="0">
                          <a:ln>
                            <a:noFill/>
                          </a:ln>
                          <a:solidFill>
                            <a:srgbClr val="FF0065"/>
                          </a:solidFill>
                          <a:effectLst/>
                          <a:latin typeface="Geneva" charset="0"/>
                          <a:ea typeface="ヒラギノ角ゴ Pro W3" charset="-128"/>
                          <a:cs typeface="ヒラギノ角ゴ Pro W3" charset="-128"/>
                        </a:rPr>
                        <a:t>  next statement</a:t>
                      </a:r>
                    </a:p>
                  </a:txBody>
                  <a:tcPr horzOverflow="overflow">
                    <a:lnL>
                      <a:noFill/>
                    </a:lnL>
                    <a:lnR w="19050" cap="flat" cmpd="sng" algn="ctr">
                      <a:solidFill>
                        <a:srgbClr val="FFFFFF">
                          <a:lumMod val="50000"/>
                        </a:srgbClr>
                      </a:solidFill>
                      <a:prstDash val="solid"/>
                      <a:round/>
                      <a:headEnd type="none" w="med" len="med"/>
                      <a:tailEnd type="none" w="med" len="med"/>
                    </a:lnR>
                    <a:lnT>
                      <a:noFill/>
                    </a:lnT>
                    <a:lnB w="19050" cap="flat" cmpd="sng" algn="ctr">
                      <a:solidFill>
                        <a:srgbClr val="FFFFFF">
                          <a:lumMod val="50000"/>
                        </a:srgbClr>
                      </a:solidFill>
                      <a:prstDash val="solid"/>
                      <a:round/>
                      <a:headEnd type="none" w="med" len="med"/>
                      <a:tailEnd type="none" w="med" len="med"/>
                    </a:lnB>
                    <a:lnTlToBr>
                      <a:noFill/>
                    </a:lnTlToBr>
                    <a:lnBlToTr>
                      <a:noFill/>
                    </a:lnBlToTr>
                    <a:solidFill>
                      <a:srgbClr val="E6E6E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Footer Placeholder 3">
            <a:extLst>
              <a:ext uri="{FF2B5EF4-FFF2-40B4-BE49-F238E27FC236}">
                <a16:creationId xmlns:a16="http://schemas.microsoft.com/office/drawing/2014/main" id="{C0F0BA97-66DF-477B-B593-888B50884B51}"/>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43010" name="Slide Number Placeholder 4">
            <a:extLst>
              <a:ext uri="{FF2B5EF4-FFF2-40B4-BE49-F238E27FC236}">
                <a16:creationId xmlns:a16="http://schemas.microsoft.com/office/drawing/2014/main" id="{ACD6E74C-855C-486B-9C08-1356D5C061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E1049532-2338-44E2-AF9D-95B70E681A15}" type="slidenum">
              <a:rPr lang="en-US" altLang="it-IT"/>
              <a:pPr/>
              <a:t>14</a:t>
            </a:fld>
            <a:endParaRPr lang="en-US" altLang="it-IT"/>
          </a:p>
        </p:txBody>
      </p:sp>
      <p:sp>
        <p:nvSpPr>
          <p:cNvPr id="43011" name="Rectangle 2">
            <a:extLst>
              <a:ext uri="{FF2B5EF4-FFF2-40B4-BE49-F238E27FC236}">
                <a16:creationId xmlns:a16="http://schemas.microsoft.com/office/drawing/2014/main" id="{C2AB59B1-E1CC-48D4-ACFF-F1C5A322C97A}"/>
              </a:ext>
            </a:extLst>
          </p:cNvPr>
          <p:cNvSpPr>
            <a:spLocks noGrp="1" noChangeArrowheads="1"/>
          </p:cNvSpPr>
          <p:nvPr>
            <p:ph type="title"/>
          </p:nvPr>
        </p:nvSpPr>
        <p:spPr/>
        <p:txBody>
          <a:bodyPr/>
          <a:lstStyle/>
          <a:p>
            <a:pPr eaLnBrk="1" hangingPunct="1"/>
            <a:r>
              <a:rPr lang="en-US" altLang="it-IT"/>
              <a:t>Break statements</a:t>
            </a:r>
          </a:p>
        </p:txBody>
      </p:sp>
      <p:sp>
        <p:nvSpPr>
          <p:cNvPr id="43012" name="Rectangle 3">
            <a:extLst>
              <a:ext uri="{FF2B5EF4-FFF2-40B4-BE49-F238E27FC236}">
                <a16:creationId xmlns:a16="http://schemas.microsoft.com/office/drawing/2014/main" id="{638A4968-5B48-4ED5-827C-BFA95FCB81DD}"/>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t>Many modern programming languages include a break</a:t>
            </a:r>
          </a:p>
          <a:p>
            <a:pPr eaLnBrk="1" hangingPunct="1"/>
            <a:r>
              <a:rPr lang="en-US" altLang="it-IT"/>
              <a:t>Exits from the innermost control-flow statement</a:t>
            </a:r>
          </a:p>
          <a:p>
            <a:pPr lvl="1" eaLnBrk="1" hangingPunct="1"/>
            <a:r>
              <a:rPr lang="en-US" altLang="it-IT"/>
              <a:t>Out of the innermost loop</a:t>
            </a:r>
          </a:p>
          <a:p>
            <a:pPr lvl="1" eaLnBrk="1" hangingPunct="1"/>
            <a:r>
              <a:rPr lang="en-US" altLang="it-IT"/>
              <a:t>Out of a case statement</a:t>
            </a:r>
          </a:p>
          <a:p>
            <a:pPr eaLnBrk="1" hangingPunct="1">
              <a:buFont typeface="Times" panose="02020603050405020304" pitchFamily="18" charset="0"/>
              <a:buNone/>
            </a:pPr>
            <a:endParaRPr lang="en-US" altLang="it-IT"/>
          </a:p>
          <a:p>
            <a:pPr eaLnBrk="1" hangingPunct="1">
              <a:buFont typeface="Times" panose="02020603050405020304" pitchFamily="18" charset="0"/>
              <a:buNone/>
            </a:pPr>
            <a:r>
              <a:rPr lang="en-US" altLang="it-IT"/>
              <a:t>Translates into a jump</a:t>
            </a:r>
          </a:p>
          <a:p>
            <a:pPr eaLnBrk="1" hangingPunct="1"/>
            <a:r>
              <a:rPr lang="en-US" altLang="it-IT"/>
              <a:t>Targets statement outside control-</a:t>
            </a:r>
          </a:p>
          <a:p>
            <a:pPr eaLnBrk="1" hangingPunct="1">
              <a:spcBef>
                <a:spcPct val="0"/>
              </a:spcBef>
              <a:buFont typeface="Times" panose="02020603050405020304" pitchFamily="18" charset="0"/>
              <a:buNone/>
            </a:pPr>
            <a:r>
              <a:rPr lang="en-US" altLang="it-IT"/>
              <a:t>	flow construct</a:t>
            </a:r>
          </a:p>
          <a:p>
            <a:pPr eaLnBrk="1" hangingPunct="1"/>
            <a:r>
              <a:rPr lang="en-US" altLang="it-IT"/>
              <a:t>Creates multiple-exit construct</a:t>
            </a:r>
          </a:p>
          <a:p>
            <a:pPr eaLnBrk="1" hangingPunct="1"/>
            <a:r>
              <a:rPr lang="en-US" altLang="it-IT"/>
              <a:t>Skip in loop goes to next iteration</a:t>
            </a:r>
          </a:p>
          <a:p>
            <a:pPr eaLnBrk="1" hangingPunct="1">
              <a:spcBef>
                <a:spcPct val="100000"/>
              </a:spcBef>
              <a:buFont typeface="Times" panose="02020603050405020304" pitchFamily="18" charset="0"/>
              <a:buNone/>
            </a:pPr>
            <a:r>
              <a:rPr lang="en-US" altLang="it-IT"/>
              <a:t>Only make sense if loop has &gt; 1 block</a:t>
            </a:r>
          </a:p>
        </p:txBody>
      </p:sp>
      <p:grpSp>
        <p:nvGrpSpPr>
          <p:cNvPr id="43013" name="Group 28">
            <a:extLst>
              <a:ext uri="{FF2B5EF4-FFF2-40B4-BE49-F238E27FC236}">
                <a16:creationId xmlns:a16="http://schemas.microsoft.com/office/drawing/2014/main" id="{EA5B2379-0B32-4B73-85D0-BA915DE8E0C3}"/>
              </a:ext>
            </a:extLst>
          </p:cNvPr>
          <p:cNvGrpSpPr>
            <a:grpSpLocks/>
          </p:cNvGrpSpPr>
          <p:nvPr/>
        </p:nvGrpSpPr>
        <p:grpSpPr bwMode="auto">
          <a:xfrm>
            <a:off x="5638800" y="1600200"/>
            <a:ext cx="3352800" cy="5029200"/>
            <a:chOff x="3552" y="1008"/>
            <a:chExt cx="2112" cy="3168"/>
          </a:xfrm>
        </p:grpSpPr>
        <p:sp>
          <p:nvSpPr>
            <p:cNvPr id="43014" name="Rectangle 4">
              <a:extLst>
                <a:ext uri="{FF2B5EF4-FFF2-40B4-BE49-F238E27FC236}">
                  <a16:creationId xmlns:a16="http://schemas.microsoft.com/office/drawing/2014/main" id="{17A6FC64-3325-41EA-A1E6-1ADF285700A9}"/>
                </a:ext>
              </a:extLst>
            </p:cNvPr>
            <p:cNvSpPr>
              <a:spLocks noChangeArrowheads="1"/>
            </p:cNvSpPr>
            <p:nvPr/>
          </p:nvSpPr>
          <p:spPr bwMode="auto">
            <a:xfrm>
              <a:off x="4439" y="4032"/>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p>
          </p:txBody>
        </p:sp>
        <p:cxnSp>
          <p:nvCxnSpPr>
            <p:cNvPr id="43015" name="AutoShape 6">
              <a:extLst>
                <a:ext uri="{FF2B5EF4-FFF2-40B4-BE49-F238E27FC236}">
                  <a16:creationId xmlns:a16="http://schemas.microsoft.com/office/drawing/2014/main" id="{46826837-4BE4-4BCA-9D0E-CE0A8DB4D3B0}"/>
                </a:ext>
              </a:extLst>
            </p:cNvPr>
            <p:cNvCxnSpPr>
              <a:cxnSpLocks noChangeShapeType="1"/>
              <a:stCxn id="43019" idx="2"/>
              <a:endCxn id="43020" idx="0"/>
            </p:cNvCxnSpPr>
            <p:nvPr/>
          </p:nvCxnSpPr>
          <p:spPr bwMode="auto">
            <a:xfrm>
              <a:off x="4631" y="1624"/>
              <a:ext cx="0" cy="27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16" name="AutoShape 7">
              <a:extLst>
                <a:ext uri="{FF2B5EF4-FFF2-40B4-BE49-F238E27FC236}">
                  <a16:creationId xmlns:a16="http://schemas.microsoft.com/office/drawing/2014/main" id="{87C3912E-17F4-4DDC-BF4B-22FF22D1ACF3}"/>
                </a:ext>
              </a:extLst>
            </p:cNvPr>
            <p:cNvCxnSpPr>
              <a:cxnSpLocks noChangeShapeType="1"/>
              <a:stCxn id="43020" idx="2"/>
              <a:endCxn id="43026" idx="0"/>
            </p:cNvCxnSpPr>
            <p:nvPr/>
          </p:nvCxnSpPr>
          <p:spPr bwMode="auto">
            <a:xfrm flipH="1">
              <a:off x="4368" y="2184"/>
              <a:ext cx="263" cy="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17" name="AutoShape 8">
              <a:extLst>
                <a:ext uri="{FF2B5EF4-FFF2-40B4-BE49-F238E27FC236}">
                  <a16:creationId xmlns:a16="http://schemas.microsoft.com/office/drawing/2014/main" id="{E80B437E-A311-4703-929A-BCB7B1709A24}"/>
                </a:ext>
              </a:extLst>
            </p:cNvPr>
            <p:cNvCxnSpPr>
              <a:cxnSpLocks noChangeShapeType="1"/>
              <a:stCxn id="43021" idx="2"/>
              <a:endCxn id="43022" idx="0"/>
            </p:cNvCxnSpPr>
            <p:nvPr/>
          </p:nvCxnSpPr>
          <p:spPr bwMode="auto">
            <a:xfrm flipH="1">
              <a:off x="4631" y="3136"/>
              <a:ext cx="1" cy="28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18" name="AutoShape 10">
              <a:extLst>
                <a:ext uri="{FF2B5EF4-FFF2-40B4-BE49-F238E27FC236}">
                  <a16:creationId xmlns:a16="http://schemas.microsoft.com/office/drawing/2014/main" id="{E6D5B09C-1BE9-4586-9DF9-F936C4636748}"/>
                </a:ext>
              </a:extLst>
            </p:cNvPr>
            <p:cNvCxnSpPr>
              <a:cxnSpLocks noChangeShapeType="1"/>
              <a:stCxn id="43019" idx="3"/>
              <a:endCxn id="43022" idx="3"/>
            </p:cNvCxnSpPr>
            <p:nvPr/>
          </p:nvCxnSpPr>
          <p:spPr bwMode="auto">
            <a:xfrm>
              <a:off x="4991" y="1480"/>
              <a:ext cx="1" cy="2080"/>
            </a:xfrm>
            <a:prstGeom prst="bentConnector3">
              <a:avLst>
                <a:gd name="adj1" fmla="val 41100014"/>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3019" name="Rectangle 11">
              <a:extLst>
                <a:ext uri="{FF2B5EF4-FFF2-40B4-BE49-F238E27FC236}">
                  <a16:creationId xmlns:a16="http://schemas.microsoft.com/office/drawing/2014/main" id="{ADB05E2F-7BD2-44EA-89EA-77457C1DD5C8}"/>
                </a:ext>
              </a:extLst>
            </p:cNvPr>
            <p:cNvSpPr>
              <a:spLocks noChangeArrowheads="1"/>
            </p:cNvSpPr>
            <p:nvPr/>
          </p:nvSpPr>
          <p:spPr bwMode="auto">
            <a:xfrm>
              <a:off x="4271" y="1336"/>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Pre-test</a:t>
              </a:r>
            </a:p>
          </p:txBody>
        </p:sp>
        <p:sp>
          <p:nvSpPr>
            <p:cNvPr id="43020" name="Rectangle 12">
              <a:extLst>
                <a:ext uri="{FF2B5EF4-FFF2-40B4-BE49-F238E27FC236}">
                  <a16:creationId xmlns:a16="http://schemas.microsoft.com/office/drawing/2014/main" id="{898F0E70-3DE5-4D45-8F17-6C3EF20B362B}"/>
                </a:ext>
              </a:extLst>
            </p:cNvPr>
            <p:cNvSpPr>
              <a:spLocks noChangeArrowheads="1"/>
            </p:cNvSpPr>
            <p:nvPr/>
          </p:nvSpPr>
          <p:spPr bwMode="auto">
            <a:xfrm>
              <a:off x="4271" y="1896"/>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Loop head</a:t>
              </a:r>
            </a:p>
          </p:txBody>
        </p:sp>
        <p:sp>
          <p:nvSpPr>
            <p:cNvPr id="43021" name="Rectangle 13">
              <a:extLst>
                <a:ext uri="{FF2B5EF4-FFF2-40B4-BE49-F238E27FC236}">
                  <a16:creationId xmlns:a16="http://schemas.microsoft.com/office/drawing/2014/main" id="{2B107402-6947-4BD8-84E8-807E634DE4E1}"/>
                </a:ext>
              </a:extLst>
            </p:cNvPr>
            <p:cNvSpPr>
              <a:spLocks noChangeArrowheads="1"/>
            </p:cNvSpPr>
            <p:nvPr/>
          </p:nvSpPr>
          <p:spPr bwMode="auto">
            <a:xfrm>
              <a:off x="4272" y="2848"/>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Post-test</a:t>
              </a:r>
            </a:p>
          </p:txBody>
        </p:sp>
        <p:sp>
          <p:nvSpPr>
            <p:cNvPr id="43022" name="Rectangle 14">
              <a:extLst>
                <a:ext uri="{FF2B5EF4-FFF2-40B4-BE49-F238E27FC236}">
                  <a16:creationId xmlns:a16="http://schemas.microsoft.com/office/drawing/2014/main" id="{74FA6A03-74C3-4E76-B56E-9FC41C686675}"/>
                </a:ext>
              </a:extLst>
            </p:cNvPr>
            <p:cNvSpPr>
              <a:spLocks noChangeArrowheads="1"/>
            </p:cNvSpPr>
            <p:nvPr/>
          </p:nvSpPr>
          <p:spPr bwMode="auto">
            <a:xfrm>
              <a:off x="4271" y="3416"/>
              <a:ext cx="720"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Next block</a:t>
              </a:r>
            </a:p>
          </p:txBody>
        </p:sp>
        <p:cxnSp>
          <p:nvCxnSpPr>
            <p:cNvPr id="43023" name="AutoShape 15">
              <a:extLst>
                <a:ext uri="{FF2B5EF4-FFF2-40B4-BE49-F238E27FC236}">
                  <a16:creationId xmlns:a16="http://schemas.microsoft.com/office/drawing/2014/main" id="{D3B906AE-910E-4FD6-8E22-003D2483BACF}"/>
                </a:ext>
              </a:extLst>
            </p:cNvPr>
            <p:cNvCxnSpPr>
              <a:cxnSpLocks noChangeShapeType="1"/>
              <a:stCxn id="43022" idx="2"/>
              <a:endCxn id="43014" idx="0"/>
            </p:cNvCxnSpPr>
            <p:nvPr/>
          </p:nvCxnSpPr>
          <p:spPr bwMode="auto">
            <a:xfrm>
              <a:off x="4631" y="3704"/>
              <a:ext cx="0" cy="32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024" name="Rectangle 16">
              <a:extLst>
                <a:ext uri="{FF2B5EF4-FFF2-40B4-BE49-F238E27FC236}">
                  <a16:creationId xmlns:a16="http://schemas.microsoft.com/office/drawing/2014/main" id="{140A8A0B-A5D8-4470-896E-C6FFC5CE5804}"/>
                </a:ext>
              </a:extLst>
            </p:cNvPr>
            <p:cNvSpPr>
              <a:spLocks noChangeArrowheads="1"/>
            </p:cNvSpPr>
            <p:nvPr/>
          </p:nvSpPr>
          <p:spPr bwMode="auto">
            <a:xfrm>
              <a:off x="4439" y="1008"/>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endParaRPr lang="en-GB" altLang="it-IT"/>
            </a:p>
          </p:txBody>
        </p:sp>
        <p:cxnSp>
          <p:nvCxnSpPr>
            <p:cNvPr id="43025" name="AutoShape 17">
              <a:extLst>
                <a:ext uri="{FF2B5EF4-FFF2-40B4-BE49-F238E27FC236}">
                  <a16:creationId xmlns:a16="http://schemas.microsoft.com/office/drawing/2014/main" id="{1542B1F6-A428-4CE8-A6C5-73CB5C49E3A8}"/>
                </a:ext>
              </a:extLst>
            </p:cNvPr>
            <p:cNvCxnSpPr>
              <a:cxnSpLocks noChangeShapeType="1"/>
              <a:stCxn id="43024" idx="2"/>
              <a:endCxn id="43019" idx="0"/>
            </p:cNvCxnSpPr>
            <p:nvPr/>
          </p:nvCxnSpPr>
          <p:spPr bwMode="auto">
            <a:xfrm>
              <a:off x="4631" y="1152"/>
              <a:ext cx="0" cy="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026" name="Rectangle 18">
              <a:extLst>
                <a:ext uri="{FF2B5EF4-FFF2-40B4-BE49-F238E27FC236}">
                  <a16:creationId xmlns:a16="http://schemas.microsoft.com/office/drawing/2014/main" id="{58706616-37FE-4ED0-954F-5F6CD0ACCBE3}"/>
                </a:ext>
              </a:extLst>
            </p:cNvPr>
            <p:cNvSpPr>
              <a:spLocks noChangeArrowheads="1"/>
            </p:cNvSpPr>
            <p:nvPr/>
          </p:nvSpPr>
          <p:spPr bwMode="auto">
            <a:xfrm>
              <a:off x="4224" y="2368"/>
              <a:ext cx="288"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B 1</a:t>
              </a:r>
            </a:p>
          </p:txBody>
        </p:sp>
        <p:sp>
          <p:nvSpPr>
            <p:cNvPr id="43027" name="Rectangle 19">
              <a:extLst>
                <a:ext uri="{FF2B5EF4-FFF2-40B4-BE49-F238E27FC236}">
                  <a16:creationId xmlns:a16="http://schemas.microsoft.com/office/drawing/2014/main" id="{BB898312-B9C2-4BC2-8303-DA38DFB84FB1}"/>
                </a:ext>
              </a:extLst>
            </p:cNvPr>
            <p:cNvSpPr>
              <a:spLocks noChangeArrowheads="1"/>
            </p:cNvSpPr>
            <p:nvPr/>
          </p:nvSpPr>
          <p:spPr bwMode="auto">
            <a:xfrm>
              <a:off x="4752" y="2368"/>
              <a:ext cx="288" cy="28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lgn="ctr"/>
              <a:r>
                <a:rPr lang="en-US" altLang="it-IT" sz="1600"/>
                <a:t>B 2</a:t>
              </a:r>
            </a:p>
          </p:txBody>
        </p:sp>
        <p:cxnSp>
          <p:nvCxnSpPr>
            <p:cNvPr id="43028" name="AutoShape 20">
              <a:extLst>
                <a:ext uri="{FF2B5EF4-FFF2-40B4-BE49-F238E27FC236}">
                  <a16:creationId xmlns:a16="http://schemas.microsoft.com/office/drawing/2014/main" id="{B5704FF9-42EF-4DB2-8294-6224369690D3}"/>
                </a:ext>
              </a:extLst>
            </p:cNvPr>
            <p:cNvCxnSpPr>
              <a:cxnSpLocks noChangeShapeType="1"/>
              <a:stCxn id="43020" idx="2"/>
              <a:endCxn id="43027" idx="0"/>
            </p:cNvCxnSpPr>
            <p:nvPr/>
          </p:nvCxnSpPr>
          <p:spPr bwMode="auto">
            <a:xfrm>
              <a:off x="4631" y="2184"/>
              <a:ext cx="265" cy="18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29" name="AutoShape 21">
              <a:extLst>
                <a:ext uri="{FF2B5EF4-FFF2-40B4-BE49-F238E27FC236}">
                  <a16:creationId xmlns:a16="http://schemas.microsoft.com/office/drawing/2014/main" id="{13C0AD8A-51CB-4B55-A07F-85CFF861B2A3}"/>
                </a:ext>
              </a:extLst>
            </p:cNvPr>
            <p:cNvCxnSpPr>
              <a:cxnSpLocks noChangeShapeType="1"/>
              <a:stCxn id="43027" idx="2"/>
              <a:endCxn id="43021" idx="0"/>
            </p:cNvCxnSpPr>
            <p:nvPr/>
          </p:nvCxnSpPr>
          <p:spPr bwMode="auto">
            <a:xfrm flipH="1">
              <a:off x="4632" y="2656"/>
              <a:ext cx="264" cy="19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030" name="AutoShape 22">
              <a:extLst>
                <a:ext uri="{FF2B5EF4-FFF2-40B4-BE49-F238E27FC236}">
                  <a16:creationId xmlns:a16="http://schemas.microsoft.com/office/drawing/2014/main" id="{9EA25AAF-50FC-449E-9BEB-53BDC7542615}"/>
                </a:ext>
              </a:extLst>
            </p:cNvPr>
            <p:cNvCxnSpPr>
              <a:cxnSpLocks noChangeShapeType="1"/>
              <a:stCxn id="43026" idx="2"/>
              <a:endCxn id="43021" idx="0"/>
            </p:cNvCxnSpPr>
            <p:nvPr/>
          </p:nvCxnSpPr>
          <p:spPr bwMode="auto">
            <a:xfrm>
              <a:off x="4368" y="2656"/>
              <a:ext cx="264" cy="192"/>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3031" name="Text Box 24">
              <a:extLst>
                <a:ext uri="{FF2B5EF4-FFF2-40B4-BE49-F238E27FC236}">
                  <a16:creationId xmlns:a16="http://schemas.microsoft.com/office/drawing/2014/main" id="{872D0B5C-F2D1-47E0-8846-46638975BD61}"/>
                </a:ext>
              </a:extLst>
            </p:cNvPr>
            <p:cNvSpPr txBox="1">
              <a:spLocks noChangeArrowheads="1"/>
            </p:cNvSpPr>
            <p:nvPr/>
          </p:nvSpPr>
          <p:spPr bwMode="auto">
            <a:xfrm>
              <a:off x="3552" y="2400"/>
              <a:ext cx="576" cy="36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sz="1600">
                  <a:solidFill>
                    <a:srgbClr val="003C75"/>
                  </a:solidFill>
                </a:rPr>
                <a:t>Break in B 1</a:t>
              </a:r>
            </a:p>
          </p:txBody>
        </p:sp>
        <p:sp>
          <p:nvSpPr>
            <p:cNvPr id="43032" name="Text Box 26">
              <a:extLst>
                <a:ext uri="{FF2B5EF4-FFF2-40B4-BE49-F238E27FC236}">
                  <a16:creationId xmlns:a16="http://schemas.microsoft.com/office/drawing/2014/main" id="{4577E2BD-C25E-4280-B48C-EF9E578DB932}"/>
                </a:ext>
              </a:extLst>
            </p:cNvPr>
            <p:cNvSpPr txBox="1">
              <a:spLocks noChangeArrowheads="1"/>
            </p:cNvSpPr>
            <p:nvPr/>
          </p:nvSpPr>
          <p:spPr bwMode="auto">
            <a:xfrm>
              <a:off x="5136" y="2448"/>
              <a:ext cx="528" cy="3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pPr>
                <a:spcBef>
                  <a:spcPct val="50000"/>
                </a:spcBef>
              </a:pPr>
              <a:r>
                <a:rPr lang="en-US" altLang="it-IT" sz="1600">
                  <a:solidFill>
                    <a:srgbClr val="003C75"/>
                  </a:solidFill>
                </a:rPr>
                <a:t>Skip in B 2</a:t>
              </a:r>
            </a:p>
          </p:txBody>
        </p:sp>
        <p:cxnSp>
          <p:nvCxnSpPr>
            <p:cNvPr id="43033" name="AutoShape 23">
              <a:extLst>
                <a:ext uri="{FF2B5EF4-FFF2-40B4-BE49-F238E27FC236}">
                  <a16:creationId xmlns:a16="http://schemas.microsoft.com/office/drawing/2014/main" id="{5F012AA5-7818-41EE-8AAE-58A718AED4D5}"/>
                </a:ext>
              </a:extLst>
            </p:cNvPr>
            <p:cNvCxnSpPr>
              <a:cxnSpLocks noChangeShapeType="1"/>
              <a:stCxn id="43026" idx="1"/>
              <a:endCxn id="43022" idx="0"/>
            </p:cNvCxnSpPr>
            <p:nvPr/>
          </p:nvCxnSpPr>
          <p:spPr bwMode="auto">
            <a:xfrm rot="10800000" flipH="1" flipV="1">
              <a:off x="4224" y="2512"/>
              <a:ext cx="407" cy="904"/>
            </a:xfrm>
            <a:prstGeom prst="curvedConnector4">
              <a:avLst>
                <a:gd name="adj1" fmla="val -57250"/>
                <a:gd name="adj2" fmla="val 78426"/>
              </a:avLst>
            </a:prstGeom>
            <a:noFill/>
            <a:ln w="19050">
              <a:solidFill>
                <a:srgbClr val="003C75"/>
              </a:solidFill>
              <a:round/>
              <a:headEnd/>
              <a:tailEnd type="triangle" w="med" len="med"/>
            </a:ln>
            <a:extLst>
              <a:ext uri="{909E8E84-426E-40DD-AFC4-6F175D3DCCD1}">
                <a14:hiddenFill xmlns:a14="http://schemas.microsoft.com/office/drawing/2010/main">
                  <a:noFill/>
                </a14:hiddenFill>
              </a:ext>
            </a:extLst>
          </p:spPr>
        </p:cxnSp>
        <p:cxnSp>
          <p:nvCxnSpPr>
            <p:cNvPr id="43034" name="AutoShape 9">
              <a:extLst>
                <a:ext uri="{FF2B5EF4-FFF2-40B4-BE49-F238E27FC236}">
                  <a16:creationId xmlns:a16="http://schemas.microsoft.com/office/drawing/2014/main" id="{99F11C3B-E6F9-4536-8D6F-B40A9469BB39}"/>
                </a:ext>
              </a:extLst>
            </p:cNvPr>
            <p:cNvCxnSpPr>
              <a:cxnSpLocks noChangeShapeType="1"/>
              <a:stCxn id="43021" idx="3"/>
              <a:endCxn id="43020" idx="3"/>
            </p:cNvCxnSpPr>
            <p:nvPr/>
          </p:nvCxnSpPr>
          <p:spPr bwMode="auto">
            <a:xfrm flipH="1" flipV="1">
              <a:off x="4991" y="2040"/>
              <a:ext cx="1" cy="952"/>
            </a:xfrm>
            <a:prstGeom prst="bentConnector3">
              <a:avLst>
                <a:gd name="adj1" fmla="val -14400005"/>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3035" name="AutoShape 25">
              <a:extLst>
                <a:ext uri="{FF2B5EF4-FFF2-40B4-BE49-F238E27FC236}">
                  <a16:creationId xmlns:a16="http://schemas.microsoft.com/office/drawing/2014/main" id="{08935A75-834E-4792-88DC-DA83A0461660}"/>
                </a:ext>
              </a:extLst>
            </p:cNvPr>
            <p:cNvCxnSpPr>
              <a:cxnSpLocks noChangeShapeType="1"/>
              <a:stCxn id="43027" idx="3"/>
              <a:endCxn id="43021" idx="0"/>
            </p:cNvCxnSpPr>
            <p:nvPr/>
          </p:nvCxnSpPr>
          <p:spPr bwMode="auto">
            <a:xfrm flipH="1">
              <a:off x="4632" y="2512"/>
              <a:ext cx="408" cy="336"/>
            </a:xfrm>
            <a:prstGeom prst="curvedConnector4">
              <a:avLst>
                <a:gd name="adj1" fmla="val -35296"/>
                <a:gd name="adj2" fmla="val 71431"/>
              </a:avLst>
            </a:prstGeom>
            <a:noFill/>
            <a:ln w="19050">
              <a:solidFill>
                <a:srgbClr val="003C75"/>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Footer Placeholder 3">
            <a:extLst>
              <a:ext uri="{FF2B5EF4-FFF2-40B4-BE49-F238E27FC236}">
                <a16:creationId xmlns:a16="http://schemas.microsoft.com/office/drawing/2014/main" id="{15F43CDF-26F1-49DE-B70E-8DD1F00FA23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45058" name="Slide Number Placeholder 4">
            <a:extLst>
              <a:ext uri="{FF2B5EF4-FFF2-40B4-BE49-F238E27FC236}">
                <a16:creationId xmlns:a16="http://schemas.microsoft.com/office/drawing/2014/main" id="{CCF9B7FA-3530-4AB2-A57C-D3B55E5AEE5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FB1F5960-B6F9-40B6-9D0A-2885A91F9013}" type="slidenum">
              <a:rPr lang="en-US" altLang="it-IT"/>
              <a:pPr/>
              <a:t>15</a:t>
            </a:fld>
            <a:endParaRPr lang="en-US" altLang="it-IT"/>
          </a:p>
        </p:txBody>
      </p:sp>
      <p:sp>
        <p:nvSpPr>
          <p:cNvPr id="45059" name="Rectangle 2">
            <a:extLst>
              <a:ext uri="{FF2B5EF4-FFF2-40B4-BE49-F238E27FC236}">
                <a16:creationId xmlns:a16="http://schemas.microsoft.com/office/drawing/2014/main" id="{80A77A6F-D06C-4608-93EE-74E7735BEB7D}"/>
              </a:ext>
            </a:extLst>
          </p:cNvPr>
          <p:cNvSpPr>
            <a:spLocks noGrp="1" noChangeArrowheads="1"/>
          </p:cNvSpPr>
          <p:nvPr>
            <p:ph type="title"/>
          </p:nvPr>
        </p:nvSpPr>
        <p:spPr/>
        <p:txBody>
          <a:bodyPr/>
          <a:lstStyle/>
          <a:p>
            <a:pPr eaLnBrk="1" hangingPunct="1"/>
            <a:r>
              <a:rPr lang="en-US" altLang="it-IT"/>
              <a:t>Control Flow</a:t>
            </a:r>
          </a:p>
        </p:txBody>
      </p:sp>
      <p:sp>
        <p:nvSpPr>
          <p:cNvPr id="45060" name="Rectangle 3">
            <a:extLst>
              <a:ext uri="{FF2B5EF4-FFF2-40B4-BE49-F238E27FC236}">
                <a16:creationId xmlns:a16="http://schemas.microsoft.com/office/drawing/2014/main" id="{BB4FC7B3-721A-4AC9-B87B-05350E7120C1}"/>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t>Case Statements</a:t>
            </a:r>
          </a:p>
          <a:p>
            <a:pPr eaLnBrk="1" hangingPunct="1">
              <a:buSzPct val="90000"/>
              <a:buFontTx/>
              <a:buChar char="1"/>
            </a:pPr>
            <a:r>
              <a:rPr lang="en-US" altLang="it-IT"/>
              <a:t>Evaluate the controlling expression</a:t>
            </a:r>
          </a:p>
          <a:p>
            <a:pPr eaLnBrk="1" hangingPunct="1">
              <a:buSzPct val="90000"/>
              <a:buFontTx/>
              <a:buChar char="2"/>
            </a:pPr>
            <a:r>
              <a:rPr lang="en-US" altLang="it-IT"/>
              <a:t>Branch to the selected case</a:t>
            </a:r>
          </a:p>
          <a:p>
            <a:pPr eaLnBrk="1" hangingPunct="1">
              <a:buSzPct val="90000"/>
              <a:buFontTx/>
              <a:buChar char="3"/>
            </a:pPr>
            <a:r>
              <a:rPr lang="en-US" altLang="it-IT"/>
              <a:t>Execute the code for that case</a:t>
            </a:r>
          </a:p>
          <a:p>
            <a:pPr eaLnBrk="1" hangingPunct="1">
              <a:buSzPct val="90000"/>
              <a:buFontTx/>
              <a:buChar char="4"/>
            </a:pPr>
            <a:r>
              <a:rPr lang="en-US" altLang="it-IT"/>
              <a:t>Branch to the statement after the case</a:t>
            </a:r>
          </a:p>
          <a:p>
            <a:pPr eaLnBrk="1" hangingPunct="1">
              <a:buFont typeface="Times" panose="02020603050405020304" pitchFamily="18" charset="0"/>
              <a:buNone/>
            </a:pPr>
            <a:r>
              <a:rPr lang="en-US" altLang="it-IT"/>
              <a:t>Parts </a:t>
            </a:r>
            <a:r>
              <a:rPr lang="en-US" altLang="it-IT">
                <a:solidFill>
                  <a:srgbClr val="003C75"/>
                </a:solidFill>
              </a:rPr>
              <a:t>1</a:t>
            </a:r>
            <a:r>
              <a:rPr lang="en-US" altLang="it-IT"/>
              <a:t>, </a:t>
            </a:r>
            <a:r>
              <a:rPr lang="en-US" altLang="it-IT">
                <a:solidFill>
                  <a:srgbClr val="003C75"/>
                </a:solidFill>
              </a:rPr>
              <a:t>3</a:t>
            </a:r>
            <a:r>
              <a:rPr lang="en-US" altLang="it-IT"/>
              <a:t>, &amp; </a:t>
            </a:r>
            <a:r>
              <a:rPr lang="en-US" altLang="it-IT">
                <a:solidFill>
                  <a:srgbClr val="003C75"/>
                </a:solidFill>
              </a:rPr>
              <a:t>4</a:t>
            </a:r>
            <a:r>
              <a:rPr lang="en-US" altLang="it-IT"/>
              <a:t> are well understood, part </a:t>
            </a:r>
            <a:r>
              <a:rPr lang="en-US" altLang="it-IT">
                <a:solidFill>
                  <a:srgbClr val="003C75"/>
                </a:solidFill>
              </a:rPr>
              <a:t>2</a:t>
            </a:r>
            <a:r>
              <a:rPr lang="en-US" altLang="it-IT"/>
              <a:t> is the key</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Footer Placeholder 3">
            <a:extLst>
              <a:ext uri="{FF2B5EF4-FFF2-40B4-BE49-F238E27FC236}">
                <a16:creationId xmlns:a16="http://schemas.microsoft.com/office/drawing/2014/main" id="{F6E2F356-D367-42DA-87AC-53E2913CD55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r>
              <a:rPr lang="en-US" altLang="it-IT"/>
              <a:t>Comp 412, Fall 2010</a:t>
            </a:r>
          </a:p>
        </p:txBody>
      </p:sp>
      <p:sp>
        <p:nvSpPr>
          <p:cNvPr id="47106" name="Slide Number Placeholder 4">
            <a:extLst>
              <a:ext uri="{FF2B5EF4-FFF2-40B4-BE49-F238E27FC236}">
                <a16:creationId xmlns:a16="http://schemas.microsoft.com/office/drawing/2014/main" id="{3B7C9EC5-052B-4552-A7AE-51D5B166DA3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Comic Sans MS" panose="030F0702030302020204" pitchFamily="66" charset="0"/>
                <a:ea typeface="ヒラギノ角ゴ Pro W3"/>
                <a:cs typeface="ヒラギノ角ゴ Pro W3"/>
              </a:defRPr>
            </a:lvl1pPr>
            <a:lvl2pPr marL="742950" indent="-285750" eaLnBrk="0" hangingPunct="0">
              <a:defRPr>
                <a:solidFill>
                  <a:schemeClr val="tx1"/>
                </a:solidFill>
                <a:latin typeface="Comic Sans MS" panose="030F0702030302020204" pitchFamily="66" charset="0"/>
                <a:ea typeface="ヒラギノ角ゴ Pro W3"/>
                <a:cs typeface="ヒラギノ角ゴ Pro W3"/>
              </a:defRPr>
            </a:lvl2pPr>
            <a:lvl3pPr marL="1143000" indent="-228600" eaLnBrk="0" hangingPunct="0">
              <a:defRPr>
                <a:solidFill>
                  <a:schemeClr val="tx1"/>
                </a:solidFill>
                <a:latin typeface="Comic Sans MS" panose="030F0702030302020204" pitchFamily="66" charset="0"/>
                <a:ea typeface="ヒラギノ角ゴ Pro W3"/>
                <a:cs typeface="ヒラギノ角ゴ Pro W3"/>
              </a:defRPr>
            </a:lvl3pPr>
            <a:lvl4pPr marL="1600200" indent="-228600" eaLnBrk="0" hangingPunct="0">
              <a:defRPr>
                <a:solidFill>
                  <a:schemeClr val="tx1"/>
                </a:solidFill>
                <a:latin typeface="Comic Sans MS" panose="030F0702030302020204" pitchFamily="66" charset="0"/>
                <a:ea typeface="ヒラギノ角ゴ Pro W3"/>
                <a:cs typeface="ヒラギノ角ゴ Pro W3"/>
              </a:defRPr>
            </a:lvl4pPr>
            <a:lvl5pPr marL="2057400" indent="-228600" eaLnBrk="0" hangingPunct="0">
              <a:defRPr>
                <a:solidFill>
                  <a:schemeClr val="tx1"/>
                </a:solidFill>
                <a:latin typeface="Comic Sans MS" panose="030F0702030302020204" pitchFamily="66" charset="0"/>
                <a:ea typeface="ヒラギノ角ゴ Pro W3"/>
                <a:cs typeface="ヒラギノ角ゴ Pro W3"/>
              </a:defRPr>
            </a:lvl5pPr>
            <a:lvl6pPr marL="25146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6pPr>
            <a:lvl7pPr marL="29718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7pPr>
            <a:lvl8pPr marL="34290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8pPr>
            <a:lvl9pPr marL="3886200" indent="-228600" eaLnBrk="0" fontAlgn="base" hangingPunct="0">
              <a:spcBef>
                <a:spcPct val="0"/>
              </a:spcBef>
              <a:spcAft>
                <a:spcPct val="0"/>
              </a:spcAft>
              <a:defRPr>
                <a:solidFill>
                  <a:schemeClr val="tx1"/>
                </a:solidFill>
                <a:latin typeface="Comic Sans MS" panose="030F0702030302020204" pitchFamily="66" charset="0"/>
                <a:ea typeface="ヒラギノ角ゴ Pro W3"/>
                <a:cs typeface="ヒラギノ角ゴ Pro W3"/>
              </a:defRPr>
            </a:lvl9pPr>
          </a:lstStyle>
          <a:p>
            <a:fld id="{338B2AD3-9B31-4941-9A81-9856A05EE6F2}" type="slidenum">
              <a:rPr lang="en-US" altLang="it-IT"/>
              <a:pPr/>
              <a:t>16</a:t>
            </a:fld>
            <a:endParaRPr lang="en-US" altLang="it-IT"/>
          </a:p>
        </p:txBody>
      </p:sp>
      <p:sp>
        <p:nvSpPr>
          <p:cNvPr id="47107" name="Rectangle 2">
            <a:extLst>
              <a:ext uri="{FF2B5EF4-FFF2-40B4-BE49-F238E27FC236}">
                <a16:creationId xmlns:a16="http://schemas.microsoft.com/office/drawing/2014/main" id="{333AAEF6-30CC-48C1-A82A-ED3C8A598DD6}"/>
              </a:ext>
            </a:extLst>
          </p:cNvPr>
          <p:cNvSpPr>
            <a:spLocks noGrp="1" noChangeArrowheads="1"/>
          </p:cNvSpPr>
          <p:nvPr>
            <p:ph type="title"/>
          </p:nvPr>
        </p:nvSpPr>
        <p:spPr/>
        <p:txBody>
          <a:bodyPr/>
          <a:lstStyle/>
          <a:p>
            <a:pPr eaLnBrk="1" hangingPunct="1"/>
            <a:r>
              <a:rPr lang="en-US" altLang="it-IT"/>
              <a:t>Control Flow</a:t>
            </a:r>
          </a:p>
        </p:txBody>
      </p:sp>
      <p:sp>
        <p:nvSpPr>
          <p:cNvPr id="47108" name="Rectangle 3">
            <a:extLst>
              <a:ext uri="{FF2B5EF4-FFF2-40B4-BE49-F238E27FC236}">
                <a16:creationId xmlns:a16="http://schemas.microsoft.com/office/drawing/2014/main" id="{B0B28D75-1E2D-4A65-8665-9A3B0221655D}"/>
              </a:ext>
            </a:extLst>
          </p:cNvPr>
          <p:cNvSpPr>
            <a:spLocks noGrp="1" noChangeArrowheads="1"/>
          </p:cNvSpPr>
          <p:nvPr>
            <p:ph type="body" idx="1"/>
          </p:nvPr>
        </p:nvSpPr>
        <p:spPr/>
        <p:txBody>
          <a:bodyPr/>
          <a:lstStyle/>
          <a:p>
            <a:pPr eaLnBrk="1" hangingPunct="1">
              <a:buFont typeface="Times" panose="02020603050405020304" pitchFamily="18" charset="0"/>
              <a:buNone/>
            </a:pPr>
            <a:r>
              <a:rPr lang="en-US" altLang="it-IT"/>
              <a:t>Case Statements</a:t>
            </a:r>
          </a:p>
          <a:p>
            <a:pPr eaLnBrk="1" hangingPunct="1">
              <a:buSzPct val="90000"/>
              <a:buFontTx/>
              <a:buChar char="1"/>
            </a:pPr>
            <a:r>
              <a:rPr lang="en-US" altLang="it-IT"/>
              <a:t>Evaluate the controlling expression</a:t>
            </a:r>
          </a:p>
          <a:p>
            <a:pPr eaLnBrk="1" hangingPunct="1">
              <a:buSzPct val="90000"/>
              <a:buFontTx/>
              <a:buChar char="2"/>
            </a:pPr>
            <a:r>
              <a:rPr lang="en-US" altLang="it-IT"/>
              <a:t>Branch to the selected case</a:t>
            </a:r>
          </a:p>
          <a:p>
            <a:pPr eaLnBrk="1" hangingPunct="1">
              <a:buSzPct val="90000"/>
              <a:buFontTx/>
              <a:buChar char="3"/>
            </a:pPr>
            <a:r>
              <a:rPr lang="en-US" altLang="it-IT"/>
              <a:t>Execute the code for that case</a:t>
            </a:r>
          </a:p>
          <a:p>
            <a:pPr eaLnBrk="1" hangingPunct="1">
              <a:buSzPct val="90000"/>
              <a:buFontTx/>
              <a:buChar char="4"/>
            </a:pPr>
            <a:r>
              <a:rPr lang="en-US" altLang="it-IT"/>
              <a:t>Branch to the statement after the case                </a:t>
            </a:r>
            <a:r>
              <a:rPr lang="en-US" altLang="it-IT">
                <a:solidFill>
                  <a:srgbClr val="003C75"/>
                </a:solidFill>
              </a:rPr>
              <a:t>(</a:t>
            </a:r>
            <a:r>
              <a:rPr lang="en-US" altLang="it-IT" sz="1800" i="1">
                <a:solidFill>
                  <a:srgbClr val="003C75"/>
                </a:solidFill>
              </a:rPr>
              <a:t>use break</a:t>
            </a:r>
            <a:r>
              <a:rPr lang="en-US" altLang="it-IT">
                <a:solidFill>
                  <a:srgbClr val="003C75"/>
                </a:solidFill>
              </a:rPr>
              <a:t>)</a:t>
            </a:r>
          </a:p>
          <a:p>
            <a:pPr eaLnBrk="1" hangingPunct="1">
              <a:buFont typeface="Times" panose="02020603050405020304" pitchFamily="18" charset="0"/>
              <a:buNone/>
            </a:pPr>
            <a:r>
              <a:rPr lang="en-US" altLang="it-IT"/>
              <a:t>Parts </a:t>
            </a:r>
            <a:r>
              <a:rPr lang="en-US" altLang="it-IT">
                <a:solidFill>
                  <a:srgbClr val="003C75"/>
                </a:solidFill>
              </a:rPr>
              <a:t>1</a:t>
            </a:r>
            <a:r>
              <a:rPr lang="en-US" altLang="it-IT"/>
              <a:t>, </a:t>
            </a:r>
            <a:r>
              <a:rPr lang="en-US" altLang="it-IT">
                <a:solidFill>
                  <a:srgbClr val="003C75"/>
                </a:solidFill>
              </a:rPr>
              <a:t>3</a:t>
            </a:r>
            <a:r>
              <a:rPr lang="en-US" altLang="it-IT"/>
              <a:t>, &amp; </a:t>
            </a:r>
            <a:r>
              <a:rPr lang="en-US" altLang="it-IT">
                <a:solidFill>
                  <a:srgbClr val="003C75"/>
                </a:solidFill>
              </a:rPr>
              <a:t>4</a:t>
            </a:r>
            <a:r>
              <a:rPr lang="en-US" altLang="it-IT"/>
              <a:t> are well understood, part </a:t>
            </a:r>
            <a:r>
              <a:rPr lang="en-US" altLang="it-IT">
                <a:solidFill>
                  <a:srgbClr val="003C75"/>
                </a:solidFill>
              </a:rPr>
              <a:t>2</a:t>
            </a:r>
            <a:r>
              <a:rPr lang="en-US" altLang="it-IT"/>
              <a:t> is the key</a:t>
            </a:r>
          </a:p>
          <a:p>
            <a:pPr eaLnBrk="1" hangingPunct="1">
              <a:spcBef>
                <a:spcPct val="200000"/>
              </a:spcBef>
              <a:buFont typeface="Times" panose="02020603050405020304" pitchFamily="18" charset="0"/>
              <a:buNone/>
            </a:pPr>
            <a:r>
              <a:rPr lang="en-US" altLang="it-IT"/>
              <a:t>Strategies</a:t>
            </a:r>
          </a:p>
          <a:p>
            <a:pPr eaLnBrk="1" hangingPunct="1"/>
            <a:r>
              <a:rPr lang="en-US" altLang="it-IT"/>
              <a:t>Linear search  (nested if-then-else constructs)</a:t>
            </a:r>
          </a:p>
          <a:p>
            <a:pPr eaLnBrk="1" hangingPunct="1"/>
            <a:r>
              <a:rPr lang="en-US" altLang="it-IT"/>
              <a:t>Build a table of case expressions &amp; binary search it</a:t>
            </a:r>
          </a:p>
          <a:p>
            <a:pPr eaLnBrk="1" hangingPunct="1"/>
            <a:r>
              <a:rPr lang="en-US" altLang="it-IT"/>
              <a:t>Directly compute an address (requires dense case set)</a:t>
            </a:r>
          </a:p>
        </p:txBody>
      </p:sp>
      <p:sp>
        <p:nvSpPr>
          <p:cNvPr id="7" name="TextBox 6">
            <a:extLst>
              <a:ext uri="{FF2B5EF4-FFF2-40B4-BE49-F238E27FC236}">
                <a16:creationId xmlns:a16="http://schemas.microsoft.com/office/drawing/2014/main" id="{93E76E44-A9F2-4D85-B175-35ADFDD8A83E}"/>
              </a:ext>
            </a:extLst>
          </p:cNvPr>
          <p:cNvSpPr txBox="1"/>
          <p:nvPr/>
        </p:nvSpPr>
        <p:spPr>
          <a:xfrm>
            <a:off x="3048000" y="5983288"/>
            <a:ext cx="5029200" cy="646112"/>
          </a:xfrm>
          <a:prstGeom prst="rect">
            <a:avLst/>
          </a:prstGeom>
          <a:solidFill>
            <a:schemeClr val="bg1">
              <a:lumMod val="75000"/>
            </a:schemeClr>
          </a:solidFill>
          <a:ln>
            <a:solidFill>
              <a:srgbClr val="7F7F7F"/>
            </a:solidFill>
          </a:ln>
          <a:effectLst>
            <a:outerShdw blurRad="50800" dist="38100" dir="2700000">
              <a:srgbClr val="000000">
                <a:alpha val="43000"/>
              </a:srgbClr>
            </a:outerShdw>
          </a:effectLst>
        </p:spPr>
        <p:txBody>
          <a:bodyPr>
            <a:spAutoFit/>
          </a:bodyPr>
          <a:lstStyle/>
          <a:p>
            <a:pPr eaLnBrk="0" hangingPunct="0">
              <a:defRPr/>
            </a:pPr>
            <a:r>
              <a:rPr lang="en-US" dirty="0">
                <a:solidFill>
                  <a:srgbClr val="003C75"/>
                </a:solidFill>
                <a:latin typeface="Comic Sans MS" charset="0"/>
                <a:ea typeface="ヒラギノ角ゴ Pro W3" charset="-128"/>
                <a:cs typeface="ヒラギノ角ゴ Pro W3" charset="-128"/>
              </a:rPr>
              <a:t>Case statements are a place where attention to code shape pays off handsomely.</a:t>
            </a:r>
          </a:p>
        </p:txBody>
      </p:sp>
    </p:spTree>
  </p:cSld>
  <p:clrMapOvr>
    <a:masterClrMapping/>
  </p:clrMapOvr>
  <p:transition>
    <p:wipe dir="r"/>
  </p:transition>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omic Sans MS"/>
        <a:ea typeface="ヒラギノ角ゴ Pro W3"/>
        <a:cs typeface="ヒラギノ角ゴ Pro W3"/>
      </a:majorFont>
      <a:minorFont>
        <a:latin typeface="Comic Sans MS"/>
        <a:ea typeface="ヒラギノ角ゴ Pro W3"/>
        <a:cs typeface="ヒラギノ角ゴ Pro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Comic Sans MS" charset="0"/>
            <a:ea typeface="ヒラギノ角ゴ Pro W3" charset="-128"/>
            <a:cs typeface="ヒラギノ角ゴ Pro W3"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Comic Sans MS" charset="0"/>
            <a:ea typeface="ヒラギノ角ゴ Pro W3" charset="-128"/>
            <a:cs typeface="ヒラギノ角ゴ Pro W3"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524</TotalTime>
  <Words>979</Words>
  <Application>Microsoft Office PowerPoint</Application>
  <PresentationFormat>Presentazione su schermo (4:3)</PresentationFormat>
  <Paragraphs>247</Paragraphs>
  <Slides>17</Slides>
  <Notes>16</Notes>
  <HiddenSlides>0</HiddenSlides>
  <MMClips>0</MMClips>
  <ScaleCrop>false</ScaleCrop>
  <HeadingPairs>
    <vt:vector size="4" baseType="variant">
      <vt:variant>
        <vt:lpstr>Tema</vt:lpstr>
      </vt:variant>
      <vt:variant>
        <vt:i4>1</vt:i4>
      </vt:variant>
      <vt:variant>
        <vt:lpstr>Titoli diapositive</vt:lpstr>
      </vt:variant>
      <vt:variant>
        <vt:i4>17</vt:i4>
      </vt:variant>
    </vt:vector>
  </HeadingPairs>
  <TitlesOfParts>
    <vt:vector size="18" baseType="lpstr">
      <vt:lpstr>Blank Presentation</vt:lpstr>
      <vt:lpstr>Boolean &amp; Relational Values Control-flow Constructs  Comp 412</vt:lpstr>
      <vt:lpstr>Boolean &amp; Relational Values</vt:lpstr>
      <vt:lpstr>Boolean &amp; Relational Expressions</vt:lpstr>
      <vt:lpstr>Boolean &amp; Relational Values</vt:lpstr>
      <vt:lpstr>Boolean &amp; Relational Values</vt:lpstr>
      <vt:lpstr>Boolean &amp; Relational Values</vt:lpstr>
      <vt:lpstr>Boolean &amp; Relational Values</vt:lpstr>
      <vt:lpstr>Boolean &amp; Relational Values</vt:lpstr>
      <vt:lpstr>Boolean &amp; Relational Values</vt:lpstr>
      <vt:lpstr>Boolean &amp; Relational Values</vt:lpstr>
      <vt:lpstr>Control Flow</vt:lpstr>
      <vt:lpstr>Short-circuit Evaluation</vt:lpstr>
      <vt:lpstr>Control Flow</vt:lpstr>
      <vt:lpstr>Implementing Loops</vt:lpstr>
      <vt:lpstr>Break statements</vt:lpstr>
      <vt:lpstr>Control Flow</vt:lpstr>
      <vt:lpstr>Control Flow</vt:lpstr>
    </vt:vector>
  </TitlesOfParts>
  <Company>Rice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Keith Cooper</dc:creator>
  <cp:lastModifiedBy>Elsevier</cp:lastModifiedBy>
  <cp:revision>25</cp:revision>
  <cp:lastPrinted>2009-11-18T16:22:53Z</cp:lastPrinted>
  <dcterms:created xsi:type="dcterms:W3CDTF">2010-11-02T14:50:31Z</dcterms:created>
  <dcterms:modified xsi:type="dcterms:W3CDTF">2020-10-20T11:44:12Z</dcterms:modified>
</cp:coreProperties>
</file>