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5" r:id="rId1"/>
  </p:sldMasterIdLst>
  <p:notesMasterIdLst>
    <p:notesMasterId r:id="rId17"/>
  </p:notesMasterIdLst>
  <p:sldIdLst>
    <p:sldId id="256" r:id="rId2"/>
    <p:sldId id="296" r:id="rId3"/>
    <p:sldId id="261" r:id="rId4"/>
    <p:sldId id="262" r:id="rId5"/>
    <p:sldId id="263" r:id="rId6"/>
    <p:sldId id="298" r:id="rId7"/>
    <p:sldId id="297" r:id="rId8"/>
    <p:sldId id="299" r:id="rId9"/>
    <p:sldId id="266" r:id="rId10"/>
    <p:sldId id="258" r:id="rId11"/>
    <p:sldId id="300" r:id="rId12"/>
    <p:sldId id="276" r:id="rId13"/>
    <p:sldId id="302" r:id="rId14"/>
    <p:sldId id="304" r:id="rId15"/>
    <p:sldId id="277" r:id="rId16"/>
  </p:sldIdLst>
  <p:sldSz cx="9144000" cy="5143500" type="screen16x9"/>
  <p:notesSz cx="6858000" cy="9144000"/>
  <p:embeddedFontLst>
    <p:embeddedFont>
      <p:font typeface="Alegreya" pitchFamily="2" charset="0"/>
      <p:regular r:id="rId18"/>
      <p:bold r:id="rId19"/>
      <p:italic r:id="rId20"/>
      <p:boldItalic r:id="rId21"/>
    </p:embeddedFont>
    <p:embeddedFont>
      <p:font typeface="Raleway" pitchFamily="2" charset="77"/>
      <p:regular r:id="rId22"/>
      <p:bold r:id="rId23"/>
      <p:italic r:id="rId24"/>
      <p:boldItalic r:id="rId25"/>
    </p:embeddedFont>
    <p:embeddedFont>
      <p:font typeface="Ubuntu" panose="020B0504030602030204" pitchFamily="34" charset="0"/>
      <p:regular r:id="rId26"/>
      <p:bold r:id="rId27"/>
      <p:italic r:id="rId28"/>
      <p:boldItalic r:id="rId2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2A50879-95F6-4A5E-8673-50E7FDD98FFA}">
  <a:tblStyle styleId="{92A50879-95F6-4A5E-8673-50E7FDD98FF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5CEA9146-E332-423E-871E-6CCF24080CAB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52"/>
    <p:restoredTop sz="94745"/>
  </p:normalViewPr>
  <p:slideViewPr>
    <p:cSldViewPr snapToGrid="0">
      <p:cViewPr varScale="1">
        <p:scale>
          <a:sx n="141" d="100"/>
          <a:sy n="141" d="100"/>
        </p:scale>
        <p:origin x="70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font" Target="fonts/font9.fntdata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29" Type="http://schemas.openxmlformats.org/officeDocument/2006/relationships/font" Target="fonts/font1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font" Target="fonts/font10.fntdata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27a585bf99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27a585bf99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4">
          <a:extLst>
            <a:ext uri="{FF2B5EF4-FFF2-40B4-BE49-F238E27FC236}">
              <a16:creationId xmlns:a16="http://schemas.microsoft.com/office/drawing/2014/main" id="{F8398275-D484-214C-839C-A60F16DAC6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212f97afb56_1_145:notes">
            <a:extLst>
              <a:ext uri="{FF2B5EF4-FFF2-40B4-BE49-F238E27FC236}">
                <a16:creationId xmlns:a16="http://schemas.microsoft.com/office/drawing/2014/main" id="{E27EA471-AD82-B833-CE94-30FE691C77A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6" name="Google Shape;286;g212f97afb56_1_145:notes">
            <a:extLst>
              <a:ext uri="{FF2B5EF4-FFF2-40B4-BE49-F238E27FC236}">
                <a16:creationId xmlns:a16="http://schemas.microsoft.com/office/drawing/2014/main" id="{22FA4B23-70DE-FF73-9B0C-EE35E7BB4C7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512210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110860aa576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" name="Google Shape;248;g110860aa576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1125d80b419_0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1125d80b419_0_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212f97afb56_1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" name="Google Shape;269;g212f97afb56_1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>
          <a:extLst>
            <a:ext uri="{FF2B5EF4-FFF2-40B4-BE49-F238E27FC236}">
              <a16:creationId xmlns:a16="http://schemas.microsoft.com/office/drawing/2014/main" id="{4463C69B-8F0C-2007-9AAA-8F0D2E0A4B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10fb8bc67f7_0_0:notes">
            <a:extLst>
              <a:ext uri="{FF2B5EF4-FFF2-40B4-BE49-F238E27FC236}">
                <a16:creationId xmlns:a16="http://schemas.microsoft.com/office/drawing/2014/main" id="{CA360811-2928-F024-995B-F5C34396673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10fb8bc67f7_0_0:notes">
            <a:extLst>
              <a:ext uri="{FF2B5EF4-FFF2-40B4-BE49-F238E27FC236}">
                <a16:creationId xmlns:a16="http://schemas.microsoft.com/office/drawing/2014/main" id="{AE539FF6-604B-14E7-0697-08C1F68BB4D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9598617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3">
          <a:extLst>
            <a:ext uri="{FF2B5EF4-FFF2-40B4-BE49-F238E27FC236}">
              <a16:creationId xmlns:a16="http://schemas.microsoft.com/office/drawing/2014/main" id="{F868DCFF-F1D3-FD05-B05D-BDB22DC8C4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g212f97afb56_1_1419:notes">
            <a:extLst>
              <a:ext uri="{FF2B5EF4-FFF2-40B4-BE49-F238E27FC236}">
                <a16:creationId xmlns:a16="http://schemas.microsoft.com/office/drawing/2014/main" id="{CB0C6168-D581-096C-048A-F7C38507886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5" name="Google Shape;445;g212f97afb56_1_1419:notes">
            <a:extLst>
              <a:ext uri="{FF2B5EF4-FFF2-40B4-BE49-F238E27FC236}">
                <a16:creationId xmlns:a16="http://schemas.microsoft.com/office/drawing/2014/main" id="{AAE6680B-EA09-46D6-2E91-4D20F377200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4415477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3">
          <a:extLst>
            <a:ext uri="{FF2B5EF4-FFF2-40B4-BE49-F238E27FC236}">
              <a16:creationId xmlns:a16="http://schemas.microsoft.com/office/drawing/2014/main" id="{1F5313A1-44C9-5777-30ED-4488593203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g212f97afb56_1_1419:notes">
            <a:extLst>
              <a:ext uri="{FF2B5EF4-FFF2-40B4-BE49-F238E27FC236}">
                <a16:creationId xmlns:a16="http://schemas.microsoft.com/office/drawing/2014/main" id="{22326A47-0457-7F35-3E7E-236BCED0B5A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5" name="Google Shape;445;g212f97afb56_1_1419:notes">
            <a:extLst>
              <a:ext uri="{FF2B5EF4-FFF2-40B4-BE49-F238E27FC236}">
                <a16:creationId xmlns:a16="http://schemas.microsoft.com/office/drawing/2014/main" id="{D2F403EA-5ABC-6E65-FCD4-F0563366E44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3707439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212f97afb56_1_3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8" name="Google Shape;318;g212f97afb56_1_3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1ff18b49f31_1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1ff18b49f31_1_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>
          <a:extLst>
            <a:ext uri="{FF2B5EF4-FFF2-40B4-BE49-F238E27FC236}">
              <a16:creationId xmlns:a16="http://schemas.microsoft.com/office/drawing/2014/main" id="{B52FC091-7EA9-3EA2-6884-01D4A3C208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1125d80b419_0_49:notes">
            <a:extLst>
              <a:ext uri="{FF2B5EF4-FFF2-40B4-BE49-F238E27FC236}">
                <a16:creationId xmlns:a16="http://schemas.microsoft.com/office/drawing/2014/main" id="{04721067-36F3-7E5B-530A-51004F419A6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1125d80b419_0_49:notes">
            <a:extLst>
              <a:ext uri="{FF2B5EF4-FFF2-40B4-BE49-F238E27FC236}">
                <a16:creationId xmlns:a16="http://schemas.microsoft.com/office/drawing/2014/main" id="{B888AE57-3CE1-6D7F-1257-77BD843583F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98242732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g27aa241a8ba_0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7" name="Google Shape;507;g27aa241a8ba_0_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>
          <a:extLst>
            <a:ext uri="{FF2B5EF4-FFF2-40B4-BE49-F238E27FC236}">
              <a16:creationId xmlns:a16="http://schemas.microsoft.com/office/drawing/2014/main" id="{7231811F-079B-F7D3-40BB-F9EA5C5377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1125d80b419_0_49:notes">
            <a:extLst>
              <a:ext uri="{FF2B5EF4-FFF2-40B4-BE49-F238E27FC236}">
                <a16:creationId xmlns:a16="http://schemas.microsoft.com/office/drawing/2014/main" id="{C7B25077-3565-B729-D42E-910D60F5AA9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1125d80b419_0_49:notes">
            <a:extLst>
              <a:ext uri="{FF2B5EF4-FFF2-40B4-BE49-F238E27FC236}">
                <a16:creationId xmlns:a16="http://schemas.microsoft.com/office/drawing/2014/main" id="{56B420B2-5D44-1811-DA69-FCC713923E1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2359887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5">
          <a:extLst>
            <a:ext uri="{FF2B5EF4-FFF2-40B4-BE49-F238E27FC236}">
              <a16:creationId xmlns:a16="http://schemas.microsoft.com/office/drawing/2014/main" id="{EB929BE6-2A1B-E4AC-740D-7C10AFAA2E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g27aa241a8ba_0_37:notes">
            <a:extLst>
              <a:ext uri="{FF2B5EF4-FFF2-40B4-BE49-F238E27FC236}">
                <a16:creationId xmlns:a16="http://schemas.microsoft.com/office/drawing/2014/main" id="{9A478ED7-925F-80C9-2B47-EB6309A3645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7" name="Google Shape;507;g27aa241a8ba_0_37:notes">
            <a:extLst>
              <a:ext uri="{FF2B5EF4-FFF2-40B4-BE49-F238E27FC236}">
                <a16:creationId xmlns:a16="http://schemas.microsoft.com/office/drawing/2014/main" id="{6A02F14E-7038-324C-93F0-CB1FB43904E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7496959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g27aa241a8ba_0_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4" name="Google Shape;554;g27aa241a8ba_0_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1978800" y="1388575"/>
            <a:ext cx="5186400" cy="1639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1978788" y="3150897"/>
            <a:ext cx="5186400" cy="4377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-141775" y="-154049"/>
            <a:ext cx="6633181" cy="775806"/>
          </a:xfrm>
          <a:custGeom>
            <a:avLst/>
            <a:gdLst/>
            <a:ahLst/>
            <a:cxnLst/>
            <a:rect l="l" t="t" r="r" b="b"/>
            <a:pathLst>
              <a:path w="162121" h="51600" extrusionOk="0">
                <a:moveTo>
                  <a:pt x="0" y="1"/>
                </a:moveTo>
                <a:lnTo>
                  <a:pt x="0" y="45639"/>
                </a:lnTo>
                <a:cubicBezTo>
                  <a:pt x="0" y="45639"/>
                  <a:pt x="14099" y="51599"/>
                  <a:pt x="29780" y="51599"/>
                </a:cubicBezTo>
                <a:cubicBezTo>
                  <a:pt x="39392" y="51599"/>
                  <a:pt x="49663" y="49312"/>
                  <a:pt x="57647" y="41988"/>
                </a:cubicBezTo>
                <a:cubicBezTo>
                  <a:pt x="64685" y="35565"/>
                  <a:pt x="70096" y="33542"/>
                  <a:pt x="75331" y="33542"/>
                </a:cubicBezTo>
                <a:cubicBezTo>
                  <a:pt x="79642" y="33542"/>
                  <a:pt x="83754" y="34928"/>
                  <a:pt x="88615" y="36291"/>
                </a:cubicBezTo>
                <a:cubicBezTo>
                  <a:pt x="93388" y="37677"/>
                  <a:pt x="98975" y="39040"/>
                  <a:pt x="105925" y="39040"/>
                </a:cubicBezTo>
                <a:cubicBezTo>
                  <a:pt x="108498" y="39040"/>
                  <a:pt x="111247" y="38865"/>
                  <a:pt x="114283" y="38491"/>
                </a:cubicBezTo>
                <a:cubicBezTo>
                  <a:pt x="143601" y="34202"/>
                  <a:pt x="162120" y="1"/>
                  <a:pt x="162120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3576000" y="4608500"/>
            <a:ext cx="5682208" cy="618869"/>
          </a:xfrm>
          <a:custGeom>
            <a:avLst/>
            <a:gdLst/>
            <a:ahLst/>
            <a:cxnLst/>
            <a:rect l="l" t="t" r="r" b="b"/>
            <a:pathLst>
              <a:path w="159635" h="50852" extrusionOk="0">
                <a:moveTo>
                  <a:pt x="130317" y="1"/>
                </a:moveTo>
                <a:cubicBezTo>
                  <a:pt x="120771" y="1"/>
                  <a:pt x="110698" y="2200"/>
                  <a:pt x="102824" y="9436"/>
                </a:cubicBezTo>
                <a:cubicBezTo>
                  <a:pt x="95851" y="15858"/>
                  <a:pt x="90529" y="17772"/>
                  <a:pt x="85404" y="17772"/>
                </a:cubicBezTo>
                <a:cubicBezTo>
                  <a:pt x="81181" y="17772"/>
                  <a:pt x="77156" y="16408"/>
                  <a:pt x="72384" y="15023"/>
                </a:cubicBezTo>
                <a:cubicBezTo>
                  <a:pt x="67633" y="13659"/>
                  <a:pt x="62222" y="12273"/>
                  <a:pt x="55250" y="12273"/>
                </a:cubicBezTo>
                <a:cubicBezTo>
                  <a:pt x="52787" y="12273"/>
                  <a:pt x="50037" y="12471"/>
                  <a:pt x="47090" y="12911"/>
                </a:cubicBezTo>
                <a:cubicBezTo>
                  <a:pt x="18146" y="17134"/>
                  <a:pt x="0" y="50851"/>
                  <a:pt x="0" y="50851"/>
                </a:cubicBezTo>
                <a:lnTo>
                  <a:pt x="159547" y="50851"/>
                </a:lnTo>
                <a:lnTo>
                  <a:pt x="159635" y="5873"/>
                </a:lnTo>
                <a:cubicBezTo>
                  <a:pt x="159635" y="5873"/>
                  <a:pt x="145713" y="1"/>
                  <a:pt x="130317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648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720000" y="999017"/>
            <a:ext cx="7704000" cy="37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/>
          <p:nvPr/>
        </p:nvSpPr>
        <p:spPr>
          <a:xfrm rot="10800000" flipH="1">
            <a:off x="-43875" y="4683150"/>
            <a:ext cx="3570310" cy="545025"/>
          </a:xfrm>
          <a:custGeom>
            <a:avLst/>
            <a:gdLst/>
            <a:ahLst/>
            <a:cxnLst/>
            <a:rect l="l" t="t" r="r" b="b"/>
            <a:pathLst>
              <a:path w="162121" h="51600" extrusionOk="0">
                <a:moveTo>
                  <a:pt x="0" y="1"/>
                </a:moveTo>
                <a:lnTo>
                  <a:pt x="0" y="45639"/>
                </a:lnTo>
                <a:cubicBezTo>
                  <a:pt x="0" y="45639"/>
                  <a:pt x="14099" y="51599"/>
                  <a:pt x="29780" y="51599"/>
                </a:cubicBezTo>
                <a:cubicBezTo>
                  <a:pt x="39392" y="51599"/>
                  <a:pt x="49663" y="49312"/>
                  <a:pt x="57647" y="41988"/>
                </a:cubicBezTo>
                <a:cubicBezTo>
                  <a:pt x="64685" y="35565"/>
                  <a:pt x="70096" y="33542"/>
                  <a:pt x="75331" y="33542"/>
                </a:cubicBezTo>
                <a:cubicBezTo>
                  <a:pt x="79642" y="33542"/>
                  <a:pt x="83754" y="34928"/>
                  <a:pt x="88615" y="36291"/>
                </a:cubicBezTo>
                <a:cubicBezTo>
                  <a:pt x="93388" y="37677"/>
                  <a:pt x="98975" y="39040"/>
                  <a:pt x="105925" y="39040"/>
                </a:cubicBezTo>
                <a:cubicBezTo>
                  <a:pt x="108498" y="39040"/>
                  <a:pt x="111247" y="38865"/>
                  <a:pt x="114283" y="38491"/>
                </a:cubicBezTo>
                <a:cubicBezTo>
                  <a:pt x="143601" y="34202"/>
                  <a:pt x="162120" y="1"/>
                  <a:pt x="162120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</a:t>
            </a:r>
            <a:endParaRPr/>
          </a:p>
        </p:txBody>
      </p:sp>
      <p:sp>
        <p:nvSpPr>
          <p:cNvPr id="20" name="Google Shape;20;p4"/>
          <p:cNvSpPr/>
          <p:nvPr/>
        </p:nvSpPr>
        <p:spPr>
          <a:xfrm rot="5400000">
            <a:off x="6930241" y="1312244"/>
            <a:ext cx="3562204" cy="888165"/>
          </a:xfrm>
          <a:custGeom>
            <a:avLst/>
            <a:gdLst/>
            <a:ahLst/>
            <a:cxnLst/>
            <a:rect l="l" t="t" r="r" b="b"/>
            <a:pathLst>
              <a:path w="162121" h="51600" extrusionOk="0">
                <a:moveTo>
                  <a:pt x="0" y="1"/>
                </a:moveTo>
                <a:lnTo>
                  <a:pt x="0" y="45639"/>
                </a:lnTo>
                <a:cubicBezTo>
                  <a:pt x="0" y="45639"/>
                  <a:pt x="14099" y="51599"/>
                  <a:pt x="29780" y="51599"/>
                </a:cubicBezTo>
                <a:cubicBezTo>
                  <a:pt x="39392" y="51599"/>
                  <a:pt x="49663" y="49312"/>
                  <a:pt x="57647" y="41988"/>
                </a:cubicBezTo>
                <a:cubicBezTo>
                  <a:pt x="64685" y="35565"/>
                  <a:pt x="70096" y="33542"/>
                  <a:pt x="75331" y="33542"/>
                </a:cubicBezTo>
                <a:cubicBezTo>
                  <a:pt x="79642" y="33542"/>
                  <a:pt x="83754" y="34928"/>
                  <a:pt x="88615" y="36291"/>
                </a:cubicBezTo>
                <a:cubicBezTo>
                  <a:pt x="93388" y="37677"/>
                  <a:pt x="98975" y="39040"/>
                  <a:pt x="105925" y="39040"/>
                </a:cubicBezTo>
                <a:cubicBezTo>
                  <a:pt x="108498" y="39040"/>
                  <a:pt x="111247" y="38865"/>
                  <a:pt x="114283" y="38491"/>
                </a:cubicBezTo>
                <a:cubicBezTo>
                  <a:pt x="143601" y="34202"/>
                  <a:pt x="162120" y="1"/>
                  <a:pt x="162120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</a:t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>
            <a:spLocks noGrp="1"/>
          </p:cNvSpPr>
          <p:nvPr>
            <p:ph type="subTitle" idx="1"/>
          </p:nvPr>
        </p:nvSpPr>
        <p:spPr>
          <a:xfrm>
            <a:off x="923826" y="1658988"/>
            <a:ext cx="35082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000" b="1">
                <a:latin typeface="Alegreya"/>
                <a:ea typeface="Alegreya"/>
                <a:cs typeface="Alegreya"/>
                <a:sym typeface="Alegrey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subTitle" idx="2"/>
          </p:nvPr>
        </p:nvSpPr>
        <p:spPr>
          <a:xfrm>
            <a:off x="4711958" y="2231663"/>
            <a:ext cx="35082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000" b="1">
                <a:latin typeface="Alegreya"/>
                <a:ea typeface="Alegreya"/>
                <a:cs typeface="Alegreya"/>
                <a:sym typeface="Alegreya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ubTitle" idx="3"/>
          </p:nvPr>
        </p:nvSpPr>
        <p:spPr>
          <a:xfrm>
            <a:off x="923826" y="2231663"/>
            <a:ext cx="3508200" cy="154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subTitle" idx="4"/>
          </p:nvPr>
        </p:nvSpPr>
        <p:spPr>
          <a:xfrm>
            <a:off x="4711958" y="2804338"/>
            <a:ext cx="3508200" cy="154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5"/>
          <p:cNvSpPr/>
          <p:nvPr/>
        </p:nvSpPr>
        <p:spPr>
          <a:xfrm flipH="1">
            <a:off x="5266471" y="-203198"/>
            <a:ext cx="3877529" cy="916545"/>
          </a:xfrm>
          <a:custGeom>
            <a:avLst/>
            <a:gdLst/>
            <a:ahLst/>
            <a:cxnLst/>
            <a:rect l="l" t="t" r="r" b="b"/>
            <a:pathLst>
              <a:path w="162121" h="51600" extrusionOk="0">
                <a:moveTo>
                  <a:pt x="0" y="1"/>
                </a:moveTo>
                <a:lnTo>
                  <a:pt x="0" y="45639"/>
                </a:lnTo>
                <a:cubicBezTo>
                  <a:pt x="0" y="45639"/>
                  <a:pt x="14099" y="51599"/>
                  <a:pt x="29780" y="51599"/>
                </a:cubicBezTo>
                <a:cubicBezTo>
                  <a:pt x="39392" y="51599"/>
                  <a:pt x="49663" y="49312"/>
                  <a:pt x="57647" y="41988"/>
                </a:cubicBezTo>
                <a:cubicBezTo>
                  <a:pt x="64685" y="35565"/>
                  <a:pt x="70096" y="33542"/>
                  <a:pt x="75331" y="33542"/>
                </a:cubicBezTo>
                <a:cubicBezTo>
                  <a:pt x="79642" y="33542"/>
                  <a:pt x="83754" y="34928"/>
                  <a:pt x="88615" y="36291"/>
                </a:cubicBezTo>
                <a:cubicBezTo>
                  <a:pt x="93388" y="37677"/>
                  <a:pt x="98975" y="39040"/>
                  <a:pt x="105925" y="39040"/>
                </a:cubicBezTo>
                <a:cubicBezTo>
                  <a:pt x="108498" y="39040"/>
                  <a:pt x="111247" y="38865"/>
                  <a:pt x="114283" y="38491"/>
                </a:cubicBezTo>
                <a:cubicBezTo>
                  <a:pt x="143601" y="34202"/>
                  <a:pt x="162120" y="1"/>
                  <a:pt x="162120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" name="Google Shape;28;p5"/>
          <p:cNvSpPr/>
          <p:nvPr/>
        </p:nvSpPr>
        <p:spPr>
          <a:xfrm flipH="1">
            <a:off x="-317526" y="4369425"/>
            <a:ext cx="4198401" cy="916607"/>
          </a:xfrm>
          <a:custGeom>
            <a:avLst/>
            <a:gdLst/>
            <a:ahLst/>
            <a:cxnLst/>
            <a:rect l="l" t="t" r="r" b="b"/>
            <a:pathLst>
              <a:path w="159635" h="50852" extrusionOk="0">
                <a:moveTo>
                  <a:pt x="130317" y="1"/>
                </a:moveTo>
                <a:cubicBezTo>
                  <a:pt x="120771" y="1"/>
                  <a:pt x="110698" y="2200"/>
                  <a:pt x="102824" y="9436"/>
                </a:cubicBezTo>
                <a:cubicBezTo>
                  <a:pt x="95851" y="15858"/>
                  <a:pt x="90529" y="17772"/>
                  <a:pt x="85404" y="17772"/>
                </a:cubicBezTo>
                <a:cubicBezTo>
                  <a:pt x="81181" y="17772"/>
                  <a:pt x="77156" y="16408"/>
                  <a:pt x="72384" y="15023"/>
                </a:cubicBezTo>
                <a:cubicBezTo>
                  <a:pt x="67633" y="13659"/>
                  <a:pt x="62222" y="12273"/>
                  <a:pt x="55250" y="12273"/>
                </a:cubicBezTo>
                <a:cubicBezTo>
                  <a:pt x="52787" y="12273"/>
                  <a:pt x="50037" y="12471"/>
                  <a:pt x="47090" y="12911"/>
                </a:cubicBezTo>
                <a:cubicBezTo>
                  <a:pt x="18146" y="17134"/>
                  <a:pt x="0" y="50851"/>
                  <a:pt x="0" y="50851"/>
                </a:cubicBezTo>
                <a:lnTo>
                  <a:pt x="159547" y="50851"/>
                </a:lnTo>
                <a:lnTo>
                  <a:pt x="159635" y="5873"/>
                </a:lnTo>
                <a:cubicBezTo>
                  <a:pt x="159635" y="5873"/>
                  <a:pt x="145713" y="1"/>
                  <a:pt x="130317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6"/>
          <p:cNvSpPr/>
          <p:nvPr/>
        </p:nvSpPr>
        <p:spPr>
          <a:xfrm rot="-5400000">
            <a:off x="-1516356" y="3007332"/>
            <a:ext cx="3635158" cy="721497"/>
          </a:xfrm>
          <a:custGeom>
            <a:avLst/>
            <a:gdLst/>
            <a:ahLst/>
            <a:cxnLst/>
            <a:rect l="l" t="t" r="r" b="b"/>
            <a:pathLst>
              <a:path w="162121" h="51600" extrusionOk="0">
                <a:moveTo>
                  <a:pt x="0" y="1"/>
                </a:moveTo>
                <a:lnTo>
                  <a:pt x="0" y="45639"/>
                </a:lnTo>
                <a:cubicBezTo>
                  <a:pt x="0" y="45639"/>
                  <a:pt x="14099" y="51599"/>
                  <a:pt x="29780" y="51599"/>
                </a:cubicBezTo>
                <a:cubicBezTo>
                  <a:pt x="39392" y="51599"/>
                  <a:pt x="49663" y="49312"/>
                  <a:pt x="57647" y="41988"/>
                </a:cubicBezTo>
                <a:cubicBezTo>
                  <a:pt x="64685" y="35565"/>
                  <a:pt x="70096" y="33542"/>
                  <a:pt x="75331" y="33542"/>
                </a:cubicBezTo>
                <a:cubicBezTo>
                  <a:pt x="79642" y="33542"/>
                  <a:pt x="83754" y="34928"/>
                  <a:pt x="88615" y="36291"/>
                </a:cubicBezTo>
                <a:cubicBezTo>
                  <a:pt x="93388" y="37677"/>
                  <a:pt x="98975" y="39040"/>
                  <a:pt x="105925" y="39040"/>
                </a:cubicBezTo>
                <a:cubicBezTo>
                  <a:pt x="108498" y="39040"/>
                  <a:pt x="111247" y="38865"/>
                  <a:pt x="114283" y="38491"/>
                </a:cubicBezTo>
                <a:cubicBezTo>
                  <a:pt x="143601" y="34202"/>
                  <a:pt x="162120" y="1"/>
                  <a:pt x="162120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" name="Google Shape;32;p6"/>
          <p:cNvSpPr/>
          <p:nvPr/>
        </p:nvSpPr>
        <p:spPr>
          <a:xfrm rot="-5400000">
            <a:off x="7152681" y="1319085"/>
            <a:ext cx="3478846" cy="688282"/>
          </a:xfrm>
          <a:custGeom>
            <a:avLst/>
            <a:gdLst/>
            <a:ahLst/>
            <a:cxnLst/>
            <a:rect l="l" t="t" r="r" b="b"/>
            <a:pathLst>
              <a:path w="159635" h="50852" extrusionOk="0">
                <a:moveTo>
                  <a:pt x="130317" y="1"/>
                </a:moveTo>
                <a:cubicBezTo>
                  <a:pt x="120771" y="1"/>
                  <a:pt x="110698" y="2200"/>
                  <a:pt x="102824" y="9436"/>
                </a:cubicBezTo>
                <a:cubicBezTo>
                  <a:pt x="95851" y="15858"/>
                  <a:pt x="90529" y="17772"/>
                  <a:pt x="85404" y="17772"/>
                </a:cubicBezTo>
                <a:cubicBezTo>
                  <a:pt x="81181" y="17772"/>
                  <a:pt x="77156" y="16408"/>
                  <a:pt x="72384" y="15023"/>
                </a:cubicBezTo>
                <a:cubicBezTo>
                  <a:pt x="67633" y="13659"/>
                  <a:pt x="62222" y="12273"/>
                  <a:pt x="55250" y="12273"/>
                </a:cubicBezTo>
                <a:cubicBezTo>
                  <a:pt x="52787" y="12273"/>
                  <a:pt x="50037" y="12471"/>
                  <a:pt x="47090" y="12911"/>
                </a:cubicBezTo>
                <a:cubicBezTo>
                  <a:pt x="18146" y="17134"/>
                  <a:pt x="0" y="50851"/>
                  <a:pt x="0" y="50851"/>
                </a:cubicBezTo>
                <a:lnTo>
                  <a:pt x="159547" y="50851"/>
                </a:lnTo>
                <a:lnTo>
                  <a:pt x="159635" y="5873"/>
                </a:lnTo>
                <a:cubicBezTo>
                  <a:pt x="159635" y="5873"/>
                  <a:pt x="145713" y="1"/>
                  <a:pt x="130317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" name="Google Shape;33;p6"/>
          <p:cNvSpPr/>
          <p:nvPr/>
        </p:nvSpPr>
        <p:spPr>
          <a:xfrm rot="-360906">
            <a:off x="-548105" y="4170666"/>
            <a:ext cx="1628799" cy="1243251"/>
          </a:xfrm>
          <a:custGeom>
            <a:avLst/>
            <a:gdLst/>
            <a:ahLst/>
            <a:cxnLst/>
            <a:rect l="l" t="t" r="r" b="b"/>
            <a:pathLst>
              <a:path w="82655" h="63090" extrusionOk="0">
                <a:moveTo>
                  <a:pt x="0" y="0"/>
                </a:moveTo>
                <a:cubicBezTo>
                  <a:pt x="176" y="176"/>
                  <a:pt x="374" y="374"/>
                  <a:pt x="550" y="550"/>
                </a:cubicBezTo>
                <a:cubicBezTo>
                  <a:pt x="3299" y="2661"/>
                  <a:pt x="6137" y="4861"/>
                  <a:pt x="8974" y="6972"/>
                </a:cubicBezTo>
                <a:cubicBezTo>
                  <a:pt x="11635" y="8974"/>
                  <a:pt x="14385" y="10997"/>
                  <a:pt x="17046" y="13021"/>
                </a:cubicBezTo>
                <a:cubicBezTo>
                  <a:pt x="19069" y="14582"/>
                  <a:pt x="20895" y="16232"/>
                  <a:pt x="22918" y="17881"/>
                </a:cubicBezTo>
                <a:cubicBezTo>
                  <a:pt x="24194" y="18871"/>
                  <a:pt x="25558" y="19795"/>
                  <a:pt x="26855" y="20807"/>
                </a:cubicBezTo>
                <a:cubicBezTo>
                  <a:pt x="28967" y="22632"/>
                  <a:pt x="31056" y="24480"/>
                  <a:pt x="32816" y="26679"/>
                </a:cubicBezTo>
                <a:cubicBezTo>
                  <a:pt x="34092" y="28131"/>
                  <a:pt x="35191" y="29692"/>
                  <a:pt x="35829" y="31518"/>
                </a:cubicBezTo>
                <a:cubicBezTo>
                  <a:pt x="36115" y="32442"/>
                  <a:pt x="36467" y="33453"/>
                  <a:pt x="36929" y="34267"/>
                </a:cubicBezTo>
                <a:cubicBezTo>
                  <a:pt x="38314" y="36840"/>
                  <a:pt x="39766" y="39326"/>
                  <a:pt x="41064" y="41877"/>
                </a:cubicBezTo>
                <a:cubicBezTo>
                  <a:pt x="42053" y="43615"/>
                  <a:pt x="43065" y="45264"/>
                  <a:pt x="44539" y="46650"/>
                </a:cubicBezTo>
                <a:cubicBezTo>
                  <a:pt x="44715" y="46826"/>
                  <a:pt x="44803" y="47112"/>
                  <a:pt x="44913" y="47288"/>
                </a:cubicBezTo>
                <a:cubicBezTo>
                  <a:pt x="45353" y="48761"/>
                  <a:pt x="45814" y="50125"/>
                  <a:pt x="46364" y="51511"/>
                </a:cubicBezTo>
                <a:cubicBezTo>
                  <a:pt x="46738" y="52698"/>
                  <a:pt x="47200" y="53886"/>
                  <a:pt x="47750" y="54986"/>
                </a:cubicBezTo>
                <a:cubicBezTo>
                  <a:pt x="48212" y="55997"/>
                  <a:pt x="48762" y="57009"/>
                  <a:pt x="49400" y="58021"/>
                </a:cubicBezTo>
                <a:cubicBezTo>
                  <a:pt x="50301" y="59208"/>
                  <a:pt x="51225" y="60484"/>
                  <a:pt x="52149" y="61672"/>
                </a:cubicBezTo>
                <a:cubicBezTo>
                  <a:pt x="52595" y="62185"/>
                  <a:pt x="53215" y="62450"/>
                  <a:pt x="53821" y="62450"/>
                </a:cubicBezTo>
                <a:cubicBezTo>
                  <a:pt x="54201" y="62450"/>
                  <a:pt x="54576" y="62346"/>
                  <a:pt x="54898" y="62134"/>
                </a:cubicBezTo>
                <a:cubicBezTo>
                  <a:pt x="55712" y="61584"/>
                  <a:pt x="55910" y="60770"/>
                  <a:pt x="55360" y="59670"/>
                </a:cubicBezTo>
                <a:cubicBezTo>
                  <a:pt x="54898" y="58747"/>
                  <a:pt x="54348" y="57823"/>
                  <a:pt x="53886" y="56921"/>
                </a:cubicBezTo>
                <a:cubicBezTo>
                  <a:pt x="53249" y="55535"/>
                  <a:pt x="52501" y="54172"/>
                  <a:pt x="51863" y="52786"/>
                </a:cubicBezTo>
                <a:cubicBezTo>
                  <a:pt x="51511" y="51972"/>
                  <a:pt x="51313" y="51137"/>
                  <a:pt x="51049" y="50323"/>
                </a:cubicBezTo>
                <a:cubicBezTo>
                  <a:pt x="50675" y="49399"/>
                  <a:pt x="50301" y="48475"/>
                  <a:pt x="50037" y="47574"/>
                </a:cubicBezTo>
                <a:cubicBezTo>
                  <a:pt x="49861" y="47112"/>
                  <a:pt x="50125" y="46738"/>
                  <a:pt x="50587" y="46562"/>
                </a:cubicBezTo>
                <a:cubicBezTo>
                  <a:pt x="50902" y="46455"/>
                  <a:pt x="51179" y="46402"/>
                  <a:pt x="51428" y="46402"/>
                </a:cubicBezTo>
                <a:cubicBezTo>
                  <a:pt x="52052" y="46402"/>
                  <a:pt x="52507" y="46732"/>
                  <a:pt x="52963" y="47376"/>
                </a:cubicBezTo>
                <a:cubicBezTo>
                  <a:pt x="53161" y="47662"/>
                  <a:pt x="53249" y="47837"/>
                  <a:pt x="53425" y="48123"/>
                </a:cubicBezTo>
                <a:cubicBezTo>
                  <a:pt x="54700" y="50499"/>
                  <a:pt x="56086" y="52874"/>
                  <a:pt x="58109" y="54810"/>
                </a:cubicBezTo>
                <a:cubicBezTo>
                  <a:pt x="60661" y="57273"/>
                  <a:pt x="63058" y="59846"/>
                  <a:pt x="65521" y="62420"/>
                </a:cubicBezTo>
                <a:cubicBezTo>
                  <a:pt x="66023" y="62861"/>
                  <a:pt x="66654" y="63089"/>
                  <a:pt x="67260" y="63089"/>
                </a:cubicBezTo>
                <a:cubicBezTo>
                  <a:pt x="67770" y="63089"/>
                  <a:pt x="68262" y="62927"/>
                  <a:pt x="68645" y="62596"/>
                </a:cubicBezTo>
                <a:cubicBezTo>
                  <a:pt x="69546" y="61870"/>
                  <a:pt x="69832" y="60946"/>
                  <a:pt x="69106" y="60110"/>
                </a:cubicBezTo>
                <a:cubicBezTo>
                  <a:pt x="67633" y="58461"/>
                  <a:pt x="66159" y="56723"/>
                  <a:pt x="64708" y="55074"/>
                </a:cubicBezTo>
                <a:cubicBezTo>
                  <a:pt x="64048" y="54348"/>
                  <a:pt x="63498" y="53622"/>
                  <a:pt x="62948" y="52874"/>
                </a:cubicBezTo>
                <a:cubicBezTo>
                  <a:pt x="62046" y="51686"/>
                  <a:pt x="61210" y="50411"/>
                  <a:pt x="60309" y="49223"/>
                </a:cubicBezTo>
                <a:cubicBezTo>
                  <a:pt x="59561" y="48013"/>
                  <a:pt x="58747" y="46914"/>
                  <a:pt x="57911" y="45726"/>
                </a:cubicBezTo>
                <a:cubicBezTo>
                  <a:pt x="58129" y="45606"/>
                  <a:pt x="58348" y="45548"/>
                  <a:pt x="58561" y="45548"/>
                </a:cubicBezTo>
                <a:cubicBezTo>
                  <a:pt x="58973" y="45548"/>
                  <a:pt x="59359" y="45767"/>
                  <a:pt x="59649" y="46188"/>
                </a:cubicBezTo>
                <a:cubicBezTo>
                  <a:pt x="60111" y="46650"/>
                  <a:pt x="60485" y="47288"/>
                  <a:pt x="60859" y="47749"/>
                </a:cubicBezTo>
                <a:cubicBezTo>
                  <a:pt x="62046" y="49223"/>
                  <a:pt x="63146" y="50587"/>
                  <a:pt x="64334" y="51862"/>
                </a:cubicBezTo>
                <a:cubicBezTo>
                  <a:pt x="65807" y="53424"/>
                  <a:pt x="67347" y="54810"/>
                  <a:pt x="68821" y="56371"/>
                </a:cubicBezTo>
                <a:cubicBezTo>
                  <a:pt x="70382" y="57911"/>
                  <a:pt x="71856" y="59560"/>
                  <a:pt x="73395" y="61210"/>
                </a:cubicBezTo>
                <a:cubicBezTo>
                  <a:pt x="73776" y="61667"/>
                  <a:pt x="74252" y="61892"/>
                  <a:pt x="74779" y="61892"/>
                </a:cubicBezTo>
                <a:cubicBezTo>
                  <a:pt x="75013" y="61892"/>
                  <a:pt x="75257" y="61848"/>
                  <a:pt x="75507" y="61760"/>
                </a:cubicBezTo>
                <a:cubicBezTo>
                  <a:pt x="76694" y="61320"/>
                  <a:pt x="77794" y="59560"/>
                  <a:pt x="76694" y="58197"/>
                </a:cubicBezTo>
                <a:cubicBezTo>
                  <a:pt x="76145" y="57471"/>
                  <a:pt x="75595" y="56723"/>
                  <a:pt x="75045" y="55997"/>
                </a:cubicBezTo>
                <a:lnTo>
                  <a:pt x="72582" y="52698"/>
                </a:lnTo>
                <a:cubicBezTo>
                  <a:pt x="71746" y="51774"/>
                  <a:pt x="71020" y="50763"/>
                  <a:pt x="70206" y="49861"/>
                </a:cubicBezTo>
                <a:cubicBezTo>
                  <a:pt x="69370" y="48937"/>
                  <a:pt x="68557" y="48013"/>
                  <a:pt x="67721" y="47112"/>
                </a:cubicBezTo>
                <a:cubicBezTo>
                  <a:pt x="67259" y="46562"/>
                  <a:pt x="66709" y="46188"/>
                  <a:pt x="66247" y="45638"/>
                </a:cubicBezTo>
                <a:cubicBezTo>
                  <a:pt x="65345" y="44824"/>
                  <a:pt x="64422" y="43900"/>
                  <a:pt x="63608" y="42977"/>
                </a:cubicBezTo>
                <a:cubicBezTo>
                  <a:pt x="63498" y="42889"/>
                  <a:pt x="63410" y="42713"/>
                  <a:pt x="63410" y="42625"/>
                </a:cubicBezTo>
                <a:cubicBezTo>
                  <a:pt x="63498" y="42625"/>
                  <a:pt x="63498" y="42515"/>
                  <a:pt x="63498" y="42515"/>
                </a:cubicBezTo>
                <a:lnTo>
                  <a:pt x="63784" y="42515"/>
                </a:lnTo>
                <a:cubicBezTo>
                  <a:pt x="63883" y="42501"/>
                  <a:pt x="63982" y="42494"/>
                  <a:pt x="64081" y="42494"/>
                </a:cubicBezTo>
                <a:cubicBezTo>
                  <a:pt x="64616" y="42494"/>
                  <a:pt x="65131" y="42693"/>
                  <a:pt x="65521" y="43065"/>
                </a:cubicBezTo>
                <a:cubicBezTo>
                  <a:pt x="66995" y="44450"/>
                  <a:pt x="68645" y="45638"/>
                  <a:pt x="70294" y="46738"/>
                </a:cubicBezTo>
                <a:cubicBezTo>
                  <a:pt x="71746" y="47662"/>
                  <a:pt x="73219" y="48761"/>
                  <a:pt x="74605" y="49861"/>
                </a:cubicBezTo>
                <a:cubicBezTo>
                  <a:pt x="75507" y="50587"/>
                  <a:pt x="76343" y="51511"/>
                  <a:pt x="77354" y="52236"/>
                </a:cubicBezTo>
                <a:cubicBezTo>
                  <a:pt x="77992" y="52786"/>
                  <a:pt x="78718" y="53160"/>
                  <a:pt x="79554" y="53512"/>
                </a:cubicBezTo>
                <a:cubicBezTo>
                  <a:pt x="79807" y="53628"/>
                  <a:pt x="80063" y="53683"/>
                  <a:pt x="80314" y="53683"/>
                </a:cubicBezTo>
                <a:cubicBezTo>
                  <a:pt x="80869" y="53683"/>
                  <a:pt x="81402" y="53416"/>
                  <a:pt x="81841" y="52962"/>
                </a:cubicBezTo>
                <a:cubicBezTo>
                  <a:pt x="82391" y="52236"/>
                  <a:pt x="82655" y="51423"/>
                  <a:pt x="82105" y="50587"/>
                </a:cubicBezTo>
                <a:cubicBezTo>
                  <a:pt x="81643" y="49861"/>
                  <a:pt x="81005" y="49113"/>
                  <a:pt x="80280" y="48387"/>
                </a:cubicBezTo>
                <a:cubicBezTo>
                  <a:pt x="78894" y="47024"/>
                  <a:pt x="77354" y="45814"/>
                  <a:pt x="75969" y="44274"/>
                </a:cubicBezTo>
                <a:cubicBezTo>
                  <a:pt x="74143" y="42339"/>
                  <a:pt x="72032" y="40865"/>
                  <a:pt x="69832" y="39326"/>
                </a:cubicBezTo>
                <a:cubicBezTo>
                  <a:pt x="68821" y="38490"/>
                  <a:pt x="67633" y="37852"/>
                  <a:pt x="66709" y="37016"/>
                </a:cubicBezTo>
                <a:cubicBezTo>
                  <a:pt x="65521" y="35917"/>
                  <a:pt x="64510" y="34729"/>
                  <a:pt x="63498" y="33629"/>
                </a:cubicBezTo>
                <a:cubicBezTo>
                  <a:pt x="62596" y="32727"/>
                  <a:pt x="62134" y="31518"/>
                  <a:pt x="61760" y="30330"/>
                </a:cubicBezTo>
                <a:cubicBezTo>
                  <a:pt x="61496" y="29604"/>
                  <a:pt x="61672" y="29428"/>
                  <a:pt x="62398" y="29318"/>
                </a:cubicBezTo>
                <a:cubicBezTo>
                  <a:pt x="62541" y="29274"/>
                  <a:pt x="62679" y="29252"/>
                  <a:pt x="62816" y="29252"/>
                </a:cubicBezTo>
                <a:cubicBezTo>
                  <a:pt x="62954" y="29252"/>
                  <a:pt x="63091" y="29274"/>
                  <a:pt x="63234" y="29318"/>
                </a:cubicBezTo>
                <a:cubicBezTo>
                  <a:pt x="64158" y="29604"/>
                  <a:pt x="65059" y="29978"/>
                  <a:pt x="65983" y="30330"/>
                </a:cubicBezTo>
                <a:cubicBezTo>
                  <a:pt x="67259" y="30704"/>
                  <a:pt x="68557" y="31254"/>
                  <a:pt x="69832" y="31518"/>
                </a:cubicBezTo>
                <a:cubicBezTo>
                  <a:pt x="70338" y="31604"/>
                  <a:pt x="70839" y="31646"/>
                  <a:pt x="71334" y="31646"/>
                </a:cubicBezTo>
                <a:cubicBezTo>
                  <a:pt x="72992" y="31646"/>
                  <a:pt x="74583" y="31177"/>
                  <a:pt x="76057" y="30330"/>
                </a:cubicBezTo>
                <a:cubicBezTo>
                  <a:pt x="76980" y="29868"/>
                  <a:pt x="77530" y="29054"/>
                  <a:pt x="77706" y="28043"/>
                </a:cubicBezTo>
                <a:cubicBezTo>
                  <a:pt x="77794" y="27229"/>
                  <a:pt x="77530" y="26855"/>
                  <a:pt x="76804" y="26767"/>
                </a:cubicBezTo>
                <a:cubicBezTo>
                  <a:pt x="76387" y="26723"/>
                  <a:pt x="75974" y="26723"/>
                  <a:pt x="75562" y="26723"/>
                </a:cubicBezTo>
                <a:cubicBezTo>
                  <a:pt x="75149" y="26723"/>
                  <a:pt x="74737" y="26723"/>
                  <a:pt x="74319" y="26679"/>
                </a:cubicBezTo>
                <a:cubicBezTo>
                  <a:pt x="74019" y="26679"/>
                  <a:pt x="73699" y="26698"/>
                  <a:pt x="73388" y="26698"/>
                </a:cubicBezTo>
                <a:cubicBezTo>
                  <a:pt x="73037" y="26698"/>
                  <a:pt x="72697" y="26674"/>
                  <a:pt x="72406" y="26569"/>
                </a:cubicBezTo>
                <a:cubicBezTo>
                  <a:pt x="71306" y="26305"/>
                  <a:pt x="70294" y="25931"/>
                  <a:pt x="69194" y="25469"/>
                </a:cubicBezTo>
                <a:cubicBezTo>
                  <a:pt x="67259" y="24656"/>
                  <a:pt x="65345" y="23820"/>
                  <a:pt x="63410" y="22918"/>
                </a:cubicBezTo>
                <a:cubicBezTo>
                  <a:pt x="62684" y="22544"/>
                  <a:pt x="61958" y="22082"/>
                  <a:pt x="61210" y="21818"/>
                </a:cubicBezTo>
                <a:cubicBezTo>
                  <a:pt x="58835" y="20895"/>
                  <a:pt x="56460" y="19971"/>
                  <a:pt x="54062" y="19245"/>
                </a:cubicBezTo>
                <a:cubicBezTo>
                  <a:pt x="51511" y="18519"/>
                  <a:pt x="49026" y="17595"/>
                  <a:pt x="46738" y="16232"/>
                </a:cubicBezTo>
                <a:cubicBezTo>
                  <a:pt x="45177" y="15396"/>
                  <a:pt x="43813" y="14296"/>
                  <a:pt x="42427" y="13197"/>
                </a:cubicBezTo>
                <a:cubicBezTo>
                  <a:pt x="40602" y="11723"/>
                  <a:pt x="38666" y="10447"/>
                  <a:pt x="36841" y="8974"/>
                </a:cubicBezTo>
                <a:cubicBezTo>
                  <a:pt x="34179" y="6972"/>
                  <a:pt x="31606" y="4949"/>
                  <a:pt x="29055" y="2837"/>
                </a:cubicBezTo>
                <a:cubicBezTo>
                  <a:pt x="27955" y="1935"/>
                  <a:pt x="26943" y="924"/>
                  <a:pt x="25932" y="0"/>
                </a:cubicBezTo>
                <a:close/>
              </a:path>
            </a:pathLst>
          </a:custGeom>
          <a:solidFill>
            <a:srgbClr val="7D302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" name="Google Shape;34;p6"/>
          <p:cNvSpPr/>
          <p:nvPr/>
        </p:nvSpPr>
        <p:spPr>
          <a:xfrm rot="4970927">
            <a:off x="8428798" y="2571823"/>
            <a:ext cx="1386391" cy="1570749"/>
          </a:xfrm>
          <a:custGeom>
            <a:avLst/>
            <a:gdLst/>
            <a:ahLst/>
            <a:cxnLst/>
            <a:rect l="l" t="t" r="r" b="b"/>
            <a:pathLst>
              <a:path w="55273" h="62623" extrusionOk="0">
                <a:moveTo>
                  <a:pt x="41878" y="44275"/>
                </a:moveTo>
                <a:cubicBezTo>
                  <a:pt x="42515" y="45199"/>
                  <a:pt x="43175" y="46101"/>
                  <a:pt x="43813" y="47112"/>
                </a:cubicBezTo>
                <a:cubicBezTo>
                  <a:pt x="42515" y="46013"/>
                  <a:pt x="41702" y="44737"/>
                  <a:pt x="41878" y="44275"/>
                </a:cubicBezTo>
                <a:close/>
                <a:moveTo>
                  <a:pt x="46101" y="50038"/>
                </a:moveTo>
                <a:cubicBezTo>
                  <a:pt x="47200" y="51137"/>
                  <a:pt x="47926" y="52523"/>
                  <a:pt x="48564" y="53799"/>
                </a:cubicBezTo>
                <a:lnTo>
                  <a:pt x="48476" y="53887"/>
                </a:lnTo>
                <a:cubicBezTo>
                  <a:pt x="47662" y="52611"/>
                  <a:pt x="46826" y="51335"/>
                  <a:pt x="46101" y="50038"/>
                </a:cubicBezTo>
                <a:close/>
                <a:moveTo>
                  <a:pt x="0" y="1"/>
                </a:moveTo>
                <a:lnTo>
                  <a:pt x="0" y="661"/>
                </a:lnTo>
                <a:lnTo>
                  <a:pt x="0" y="7809"/>
                </a:lnTo>
                <a:lnTo>
                  <a:pt x="0" y="20631"/>
                </a:lnTo>
                <a:cubicBezTo>
                  <a:pt x="0" y="20895"/>
                  <a:pt x="0" y="21181"/>
                  <a:pt x="286" y="21357"/>
                </a:cubicBezTo>
                <a:cubicBezTo>
                  <a:pt x="4311" y="24304"/>
                  <a:pt x="8622" y="26856"/>
                  <a:pt x="12823" y="29341"/>
                </a:cubicBezTo>
                <a:cubicBezTo>
                  <a:pt x="14583" y="30353"/>
                  <a:pt x="16122" y="31540"/>
                  <a:pt x="17420" y="32904"/>
                </a:cubicBezTo>
                <a:cubicBezTo>
                  <a:pt x="18432" y="34092"/>
                  <a:pt x="19421" y="35301"/>
                  <a:pt x="19883" y="36841"/>
                </a:cubicBezTo>
                <a:cubicBezTo>
                  <a:pt x="20081" y="37303"/>
                  <a:pt x="20257" y="37853"/>
                  <a:pt x="20521" y="38315"/>
                </a:cubicBezTo>
                <a:cubicBezTo>
                  <a:pt x="21731" y="40338"/>
                  <a:pt x="22721" y="42340"/>
                  <a:pt x="24018" y="44275"/>
                </a:cubicBezTo>
                <a:cubicBezTo>
                  <a:pt x="24920" y="45639"/>
                  <a:pt x="25932" y="47024"/>
                  <a:pt x="27229" y="48124"/>
                </a:cubicBezTo>
                <a:cubicBezTo>
                  <a:pt x="27779" y="48586"/>
                  <a:pt x="28329" y="49048"/>
                  <a:pt x="28769" y="49686"/>
                </a:cubicBezTo>
                <a:cubicBezTo>
                  <a:pt x="30331" y="51797"/>
                  <a:pt x="31892" y="53997"/>
                  <a:pt x="34004" y="55646"/>
                </a:cubicBezTo>
                <a:cubicBezTo>
                  <a:pt x="35191" y="56636"/>
                  <a:pt x="36291" y="57736"/>
                  <a:pt x="37479" y="58659"/>
                </a:cubicBezTo>
                <a:cubicBezTo>
                  <a:pt x="38315" y="59297"/>
                  <a:pt x="39128" y="59759"/>
                  <a:pt x="39964" y="60221"/>
                </a:cubicBezTo>
                <a:cubicBezTo>
                  <a:pt x="40132" y="60335"/>
                  <a:pt x="40343" y="60388"/>
                  <a:pt x="40564" y="60388"/>
                </a:cubicBezTo>
                <a:cubicBezTo>
                  <a:pt x="41070" y="60388"/>
                  <a:pt x="41633" y="60114"/>
                  <a:pt x="41878" y="59671"/>
                </a:cubicBezTo>
                <a:cubicBezTo>
                  <a:pt x="41966" y="59583"/>
                  <a:pt x="42076" y="59385"/>
                  <a:pt x="42076" y="59297"/>
                </a:cubicBezTo>
                <a:cubicBezTo>
                  <a:pt x="42164" y="59385"/>
                  <a:pt x="42252" y="59385"/>
                  <a:pt x="42252" y="59385"/>
                </a:cubicBezTo>
                <a:cubicBezTo>
                  <a:pt x="43065" y="60133"/>
                  <a:pt x="43901" y="60859"/>
                  <a:pt x="44627" y="61695"/>
                </a:cubicBezTo>
                <a:cubicBezTo>
                  <a:pt x="45133" y="62189"/>
                  <a:pt x="45732" y="62437"/>
                  <a:pt x="46318" y="62437"/>
                </a:cubicBezTo>
                <a:cubicBezTo>
                  <a:pt x="46903" y="62437"/>
                  <a:pt x="47475" y="62189"/>
                  <a:pt x="47926" y="61695"/>
                </a:cubicBezTo>
                <a:cubicBezTo>
                  <a:pt x="48014" y="61497"/>
                  <a:pt x="48124" y="61321"/>
                  <a:pt x="48300" y="61035"/>
                </a:cubicBezTo>
                <a:cubicBezTo>
                  <a:pt x="48674" y="61497"/>
                  <a:pt x="49026" y="61870"/>
                  <a:pt x="49400" y="62244"/>
                </a:cubicBezTo>
                <a:cubicBezTo>
                  <a:pt x="49692" y="62501"/>
                  <a:pt x="50017" y="62623"/>
                  <a:pt x="50336" y="62623"/>
                </a:cubicBezTo>
                <a:cubicBezTo>
                  <a:pt x="50809" y="62623"/>
                  <a:pt x="51271" y="62356"/>
                  <a:pt x="51599" y="61870"/>
                </a:cubicBezTo>
                <a:cubicBezTo>
                  <a:pt x="51687" y="61783"/>
                  <a:pt x="51775" y="61409"/>
                  <a:pt x="51863" y="61409"/>
                </a:cubicBezTo>
                <a:cubicBezTo>
                  <a:pt x="52325" y="61409"/>
                  <a:pt x="52325" y="61035"/>
                  <a:pt x="52237" y="60859"/>
                </a:cubicBezTo>
                <a:cubicBezTo>
                  <a:pt x="52149" y="60309"/>
                  <a:pt x="51973" y="59759"/>
                  <a:pt x="51687" y="59209"/>
                </a:cubicBezTo>
                <a:cubicBezTo>
                  <a:pt x="51599" y="58747"/>
                  <a:pt x="51313" y="58395"/>
                  <a:pt x="51049" y="58021"/>
                </a:cubicBezTo>
                <a:lnTo>
                  <a:pt x="51049" y="58021"/>
                </a:lnTo>
                <a:cubicBezTo>
                  <a:pt x="51441" y="58164"/>
                  <a:pt x="51792" y="58243"/>
                  <a:pt x="52095" y="58243"/>
                </a:cubicBezTo>
                <a:cubicBezTo>
                  <a:pt x="52776" y="58243"/>
                  <a:pt x="53215" y="57839"/>
                  <a:pt x="53337" y="56834"/>
                </a:cubicBezTo>
                <a:cubicBezTo>
                  <a:pt x="53425" y="56922"/>
                  <a:pt x="53425" y="57010"/>
                  <a:pt x="53623" y="57186"/>
                </a:cubicBezTo>
                <a:cubicBezTo>
                  <a:pt x="53623" y="56922"/>
                  <a:pt x="53799" y="56834"/>
                  <a:pt x="53711" y="56746"/>
                </a:cubicBezTo>
                <a:cubicBezTo>
                  <a:pt x="53711" y="56196"/>
                  <a:pt x="53711" y="55734"/>
                  <a:pt x="53513" y="55272"/>
                </a:cubicBezTo>
                <a:cubicBezTo>
                  <a:pt x="53425" y="54898"/>
                  <a:pt x="53249" y="54436"/>
                  <a:pt x="53161" y="54085"/>
                </a:cubicBezTo>
                <a:cubicBezTo>
                  <a:pt x="52787" y="53161"/>
                  <a:pt x="52523" y="52149"/>
                  <a:pt x="51973" y="51247"/>
                </a:cubicBezTo>
                <a:cubicBezTo>
                  <a:pt x="51423" y="50324"/>
                  <a:pt x="50961" y="49224"/>
                  <a:pt x="50411" y="48300"/>
                </a:cubicBezTo>
                <a:cubicBezTo>
                  <a:pt x="50038" y="47486"/>
                  <a:pt x="49664" y="46650"/>
                  <a:pt x="49224" y="46013"/>
                </a:cubicBezTo>
                <a:cubicBezTo>
                  <a:pt x="48014" y="44275"/>
                  <a:pt x="46738" y="42538"/>
                  <a:pt x="45551" y="40888"/>
                </a:cubicBezTo>
                <a:cubicBezTo>
                  <a:pt x="45177" y="40426"/>
                  <a:pt x="44913" y="39876"/>
                  <a:pt x="44627" y="39326"/>
                </a:cubicBezTo>
                <a:cubicBezTo>
                  <a:pt x="43989" y="38139"/>
                  <a:pt x="43439" y="36753"/>
                  <a:pt x="42801" y="35565"/>
                </a:cubicBezTo>
                <a:cubicBezTo>
                  <a:pt x="42340" y="34840"/>
                  <a:pt x="41878" y="34004"/>
                  <a:pt x="41702" y="33102"/>
                </a:cubicBezTo>
                <a:cubicBezTo>
                  <a:pt x="41614" y="32992"/>
                  <a:pt x="41702" y="32816"/>
                  <a:pt x="41614" y="32640"/>
                </a:cubicBezTo>
                <a:lnTo>
                  <a:pt x="41614" y="32640"/>
                </a:lnTo>
                <a:cubicBezTo>
                  <a:pt x="41702" y="32684"/>
                  <a:pt x="41790" y="32684"/>
                  <a:pt x="41869" y="32684"/>
                </a:cubicBezTo>
                <a:cubicBezTo>
                  <a:pt x="41949" y="32684"/>
                  <a:pt x="42021" y="32684"/>
                  <a:pt x="42076" y="32728"/>
                </a:cubicBezTo>
                <a:cubicBezTo>
                  <a:pt x="42713" y="32992"/>
                  <a:pt x="43263" y="33278"/>
                  <a:pt x="43813" y="33740"/>
                </a:cubicBezTo>
                <a:cubicBezTo>
                  <a:pt x="44913" y="34554"/>
                  <a:pt x="46013" y="35477"/>
                  <a:pt x="47024" y="36291"/>
                </a:cubicBezTo>
                <a:cubicBezTo>
                  <a:pt x="48604" y="37551"/>
                  <a:pt x="50330" y="38338"/>
                  <a:pt x="52284" y="38338"/>
                </a:cubicBezTo>
                <a:cubicBezTo>
                  <a:pt x="52478" y="38338"/>
                  <a:pt x="52675" y="38331"/>
                  <a:pt x="52875" y="38315"/>
                </a:cubicBezTo>
                <a:cubicBezTo>
                  <a:pt x="53513" y="38227"/>
                  <a:pt x="54172" y="37941"/>
                  <a:pt x="54722" y="37391"/>
                </a:cubicBezTo>
                <a:cubicBezTo>
                  <a:pt x="55272" y="36841"/>
                  <a:pt x="55162" y="36203"/>
                  <a:pt x="54524" y="35851"/>
                </a:cubicBezTo>
                <a:cubicBezTo>
                  <a:pt x="53974" y="35477"/>
                  <a:pt x="53425" y="35191"/>
                  <a:pt x="52963" y="34928"/>
                </a:cubicBezTo>
                <a:cubicBezTo>
                  <a:pt x="52611" y="34752"/>
                  <a:pt x="52237" y="34554"/>
                  <a:pt x="51973" y="34378"/>
                </a:cubicBezTo>
                <a:cubicBezTo>
                  <a:pt x="51225" y="33652"/>
                  <a:pt x="50587" y="32816"/>
                  <a:pt x="49774" y="32178"/>
                </a:cubicBezTo>
                <a:cubicBezTo>
                  <a:pt x="48762" y="31255"/>
                  <a:pt x="47662" y="30353"/>
                  <a:pt x="46562" y="29429"/>
                </a:cubicBezTo>
                <a:cubicBezTo>
                  <a:pt x="45727" y="28703"/>
                  <a:pt x="44913" y="27867"/>
                  <a:pt x="44077" y="27054"/>
                </a:cubicBezTo>
                <a:cubicBezTo>
                  <a:pt x="43263" y="26130"/>
                  <a:pt x="42252" y="25404"/>
                  <a:pt x="40976" y="25118"/>
                </a:cubicBezTo>
                <a:cubicBezTo>
                  <a:pt x="39216" y="24744"/>
                  <a:pt x="37479" y="24304"/>
                  <a:pt x="35741" y="23842"/>
                </a:cubicBezTo>
                <a:cubicBezTo>
                  <a:pt x="34554" y="23469"/>
                  <a:pt x="33366" y="23205"/>
                  <a:pt x="32068" y="23205"/>
                </a:cubicBezTo>
                <a:cubicBezTo>
                  <a:pt x="30243" y="23095"/>
                  <a:pt x="28505" y="22369"/>
                  <a:pt x="27031" y="21357"/>
                </a:cubicBezTo>
                <a:cubicBezTo>
                  <a:pt x="26130" y="20719"/>
                  <a:pt x="25294" y="19993"/>
                  <a:pt x="24480" y="19356"/>
                </a:cubicBezTo>
                <a:cubicBezTo>
                  <a:pt x="23182" y="18432"/>
                  <a:pt x="21907" y="17508"/>
                  <a:pt x="20631" y="16606"/>
                </a:cubicBezTo>
                <a:cubicBezTo>
                  <a:pt x="18982" y="15397"/>
                  <a:pt x="17332" y="14121"/>
                  <a:pt x="15572" y="12933"/>
                </a:cubicBezTo>
                <a:cubicBezTo>
                  <a:pt x="13835" y="11658"/>
                  <a:pt x="12097" y="10360"/>
                  <a:pt x="10272" y="9172"/>
                </a:cubicBezTo>
                <a:cubicBezTo>
                  <a:pt x="6885" y="6797"/>
                  <a:pt x="3937" y="4136"/>
                  <a:pt x="1276" y="1012"/>
                </a:cubicBezTo>
                <a:cubicBezTo>
                  <a:pt x="924" y="661"/>
                  <a:pt x="462" y="375"/>
                  <a:pt x="0" y="1"/>
                </a:cubicBezTo>
                <a:close/>
              </a:path>
            </a:pathLst>
          </a:custGeom>
          <a:solidFill>
            <a:srgbClr val="AC674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/>
          <p:cNvSpPr txBox="1">
            <a:spLocks noGrp="1"/>
          </p:cNvSpPr>
          <p:nvPr>
            <p:ph type="title"/>
          </p:nvPr>
        </p:nvSpPr>
        <p:spPr>
          <a:xfrm>
            <a:off x="3486850" y="1838011"/>
            <a:ext cx="4661100" cy="8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44" name="Google Shape;44;p9"/>
          <p:cNvSpPr txBox="1">
            <a:spLocks noGrp="1"/>
          </p:cNvSpPr>
          <p:nvPr>
            <p:ph type="subTitle" idx="1"/>
          </p:nvPr>
        </p:nvSpPr>
        <p:spPr>
          <a:xfrm>
            <a:off x="3486900" y="2866600"/>
            <a:ext cx="4661100" cy="4389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9"/>
          <p:cNvSpPr/>
          <p:nvPr/>
        </p:nvSpPr>
        <p:spPr>
          <a:xfrm flipH="1">
            <a:off x="-141775" y="4608500"/>
            <a:ext cx="5682208" cy="618869"/>
          </a:xfrm>
          <a:custGeom>
            <a:avLst/>
            <a:gdLst/>
            <a:ahLst/>
            <a:cxnLst/>
            <a:rect l="l" t="t" r="r" b="b"/>
            <a:pathLst>
              <a:path w="159635" h="50852" extrusionOk="0">
                <a:moveTo>
                  <a:pt x="130317" y="1"/>
                </a:moveTo>
                <a:cubicBezTo>
                  <a:pt x="120771" y="1"/>
                  <a:pt x="110698" y="2200"/>
                  <a:pt x="102824" y="9436"/>
                </a:cubicBezTo>
                <a:cubicBezTo>
                  <a:pt x="95851" y="15858"/>
                  <a:pt x="90529" y="17772"/>
                  <a:pt x="85404" y="17772"/>
                </a:cubicBezTo>
                <a:cubicBezTo>
                  <a:pt x="81181" y="17772"/>
                  <a:pt x="77156" y="16408"/>
                  <a:pt x="72384" y="15023"/>
                </a:cubicBezTo>
                <a:cubicBezTo>
                  <a:pt x="67633" y="13659"/>
                  <a:pt x="62222" y="12273"/>
                  <a:pt x="55250" y="12273"/>
                </a:cubicBezTo>
                <a:cubicBezTo>
                  <a:pt x="52787" y="12273"/>
                  <a:pt x="50037" y="12471"/>
                  <a:pt x="47090" y="12911"/>
                </a:cubicBezTo>
                <a:cubicBezTo>
                  <a:pt x="18146" y="17134"/>
                  <a:pt x="0" y="50851"/>
                  <a:pt x="0" y="50851"/>
                </a:cubicBezTo>
                <a:lnTo>
                  <a:pt x="159547" y="50851"/>
                </a:lnTo>
                <a:lnTo>
                  <a:pt x="159635" y="5873"/>
                </a:lnTo>
                <a:cubicBezTo>
                  <a:pt x="159635" y="5873"/>
                  <a:pt x="145713" y="1"/>
                  <a:pt x="130317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" name="Google Shape;46;p9"/>
          <p:cNvSpPr/>
          <p:nvPr/>
        </p:nvSpPr>
        <p:spPr>
          <a:xfrm rot="-5987592">
            <a:off x="-814000" y="3014180"/>
            <a:ext cx="1900029" cy="1450280"/>
          </a:xfrm>
          <a:custGeom>
            <a:avLst/>
            <a:gdLst/>
            <a:ahLst/>
            <a:cxnLst/>
            <a:rect l="l" t="t" r="r" b="b"/>
            <a:pathLst>
              <a:path w="82655" h="63090" extrusionOk="0">
                <a:moveTo>
                  <a:pt x="0" y="0"/>
                </a:moveTo>
                <a:cubicBezTo>
                  <a:pt x="176" y="176"/>
                  <a:pt x="374" y="374"/>
                  <a:pt x="550" y="550"/>
                </a:cubicBezTo>
                <a:cubicBezTo>
                  <a:pt x="3299" y="2661"/>
                  <a:pt x="6137" y="4861"/>
                  <a:pt x="8974" y="6972"/>
                </a:cubicBezTo>
                <a:cubicBezTo>
                  <a:pt x="11635" y="8974"/>
                  <a:pt x="14385" y="10997"/>
                  <a:pt x="17046" y="13021"/>
                </a:cubicBezTo>
                <a:cubicBezTo>
                  <a:pt x="19069" y="14582"/>
                  <a:pt x="20895" y="16232"/>
                  <a:pt x="22918" y="17881"/>
                </a:cubicBezTo>
                <a:cubicBezTo>
                  <a:pt x="24194" y="18871"/>
                  <a:pt x="25558" y="19795"/>
                  <a:pt x="26855" y="20807"/>
                </a:cubicBezTo>
                <a:cubicBezTo>
                  <a:pt x="28967" y="22632"/>
                  <a:pt x="31056" y="24480"/>
                  <a:pt x="32816" y="26679"/>
                </a:cubicBezTo>
                <a:cubicBezTo>
                  <a:pt x="34092" y="28131"/>
                  <a:pt x="35191" y="29692"/>
                  <a:pt x="35829" y="31518"/>
                </a:cubicBezTo>
                <a:cubicBezTo>
                  <a:pt x="36115" y="32442"/>
                  <a:pt x="36467" y="33453"/>
                  <a:pt x="36929" y="34267"/>
                </a:cubicBezTo>
                <a:cubicBezTo>
                  <a:pt x="38314" y="36840"/>
                  <a:pt x="39766" y="39326"/>
                  <a:pt x="41064" y="41877"/>
                </a:cubicBezTo>
                <a:cubicBezTo>
                  <a:pt x="42053" y="43615"/>
                  <a:pt x="43065" y="45264"/>
                  <a:pt x="44539" y="46650"/>
                </a:cubicBezTo>
                <a:cubicBezTo>
                  <a:pt x="44715" y="46826"/>
                  <a:pt x="44803" y="47112"/>
                  <a:pt x="44913" y="47288"/>
                </a:cubicBezTo>
                <a:cubicBezTo>
                  <a:pt x="45353" y="48761"/>
                  <a:pt x="45814" y="50125"/>
                  <a:pt x="46364" y="51511"/>
                </a:cubicBezTo>
                <a:cubicBezTo>
                  <a:pt x="46738" y="52698"/>
                  <a:pt x="47200" y="53886"/>
                  <a:pt x="47750" y="54986"/>
                </a:cubicBezTo>
                <a:cubicBezTo>
                  <a:pt x="48212" y="55997"/>
                  <a:pt x="48762" y="57009"/>
                  <a:pt x="49400" y="58021"/>
                </a:cubicBezTo>
                <a:cubicBezTo>
                  <a:pt x="50301" y="59208"/>
                  <a:pt x="51225" y="60484"/>
                  <a:pt x="52149" y="61672"/>
                </a:cubicBezTo>
                <a:cubicBezTo>
                  <a:pt x="52595" y="62185"/>
                  <a:pt x="53215" y="62450"/>
                  <a:pt x="53821" y="62450"/>
                </a:cubicBezTo>
                <a:cubicBezTo>
                  <a:pt x="54201" y="62450"/>
                  <a:pt x="54576" y="62346"/>
                  <a:pt x="54898" y="62134"/>
                </a:cubicBezTo>
                <a:cubicBezTo>
                  <a:pt x="55712" y="61584"/>
                  <a:pt x="55910" y="60770"/>
                  <a:pt x="55360" y="59670"/>
                </a:cubicBezTo>
                <a:cubicBezTo>
                  <a:pt x="54898" y="58747"/>
                  <a:pt x="54348" y="57823"/>
                  <a:pt x="53886" y="56921"/>
                </a:cubicBezTo>
                <a:cubicBezTo>
                  <a:pt x="53249" y="55535"/>
                  <a:pt x="52501" y="54172"/>
                  <a:pt x="51863" y="52786"/>
                </a:cubicBezTo>
                <a:cubicBezTo>
                  <a:pt x="51511" y="51972"/>
                  <a:pt x="51313" y="51137"/>
                  <a:pt x="51049" y="50323"/>
                </a:cubicBezTo>
                <a:cubicBezTo>
                  <a:pt x="50675" y="49399"/>
                  <a:pt x="50301" y="48475"/>
                  <a:pt x="50037" y="47574"/>
                </a:cubicBezTo>
                <a:cubicBezTo>
                  <a:pt x="49861" y="47112"/>
                  <a:pt x="50125" y="46738"/>
                  <a:pt x="50587" y="46562"/>
                </a:cubicBezTo>
                <a:cubicBezTo>
                  <a:pt x="50902" y="46455"/>
                  <a:pt x="51179" y="46402"/>
                  <a:pt x="51428" y="46402"/>
                </a:cubicBezTo>
                <a:cubicBezTo>
                  <a:pt x="52052" y="46402"/>
                  <a:pt x="52507" y="46732"/>
                  <a:pt x="52963" y="47376"/>
                </a:cubicBezTo>
                <a:cubicBezTo>
                  <a:pt x="53161" y="47662"/>
                  <a:pt x="53249" y="47837"/>
                  <a:pt x="53425" y="48123"/>
                </a:cubicBezTo>
                <a:cubicBezTo>
                  <a:pt x="54700" y="50499"/>
                  <a:pt x="56086" y="52874"/>
                  <a:pt x="58109" y="54810"/>
                </a:cubicBezTo>
                <a:cubicBezTo>
                  <a:pt x="60661" y="57273"/>
                  <a:pt x="63058" y="59846"/>
                  <a:pt x="65521" y="62420"/>
                </a:cubicBezTo>
                <a:cubicBezTo>
                  <a:pt x="66023" y="62861"/>
                  <a:pt x="66654" y="63089"/>
                  <a:pt x="67260" y="63089"/>
                </a:cubicBezTo>
                <a:cubicBezTo>
                  <a:pt x="67770" y="63089"/>
                  <a:pt x="68262" y="62927"/>
                  <a:pt x="68645" y="62596"/>
                </a:cubicBezTo>
                <a:cubicBezTo>
                  <a:pt x="69546" y="61870"/>
                  <a:pt x="69832" y="60946"/>
                  <a:pt x="69106" y="60110"/>
                </a:cubicBezTo>
                <a:cubicBezTo>
                  <a:pt x="67633" y="58461"/>
                  <a:pt x="66159" y="56723"/>
                  <a:pt x="64708" y="55074"/>
                </a:cubicBezTo>
                <a:cubicBezTo>
                  <a:pt x="64048" y="54348"/>
                  <a:pt x="63498" y="53622"/>
                  <a:pt x="62948" y="52874"/>
                </a:cubicBezTo>
                <a:cubicBezTo>
                  <a:pt x="62046" y="51686"/>
                  <a:pt x="61210" y="50411"/>
                  <a:pt x="60309" y="49223"/>
                </a:cubicBezTo>
                <a:cubicBezTo>
                  <a:pt x="59561" y="48013"/>
                  <a:pt x="58747" y="46914"/>
                  <a:pt x="57911" y="45726"/>
                </a:cubicBezTo>
                <a:cubicBezTo>
                  <a:pt x="58129" y="45606"/>
                  <a:pt x="58348" y="45548"/>
                  <a:pt x="58561" y="45548"/>
                </a:cubicBezTo>
                <a:cubicBezTo>
                  <a:pt x="58973" y="45548"/>
                  <a:pt x="59359" y="45767"/>
                  <a:pt x="59649" y="46188"/>
                </a:cubicBezTo>
                <a:cubicBezTo>
                  <a:pt x="60111" y="46650"/>
                  <a:pt x="60485" y="47288"/>
                  <a:pt x="60859" y="47749"/>
                </a:cubicBezTo>
                <a:cubicBezTo>
                  <a:pt x="62046" y="49223"/>
                  <a:pt x="63146" y="50587"/>
                  <a:pt x="64334" y="51862"/>
                </a:cubicBezTo>
                <a:cubicBezTo>
                  <a:pt x="65807" y="53424"/>
                  <a:pt x="67347" y="54810"/>
                  <a:pt x="68821" y="56371"/>
                </a:cubicBezTo>
                <a:cubicBezTo>
                  <a:pt x="70382" y="57911"/>
                  <a:pt x="71856" y="59560"/>
                  <a:pt x="73395" y="61210"/>
                </a:cubicBezTo>
                <a:cubicBezTo>
                  <a:pt x="73776" y="61667"/>
                  <a:pt x="74252" y="61892"/>
                  <a:pt x="74779" y="61892"/>
                </a:cubicBezTo>
                <a:cubicBezTo>
                  <a:pt x="75013" y="61892"/>
                  <a:pt x="75257" y="61848"/>
                  <a:pt x="75507" y="61760"/>
                </a:cubicBezTo>
                <a:cubicBezTo>
                  <a:pt x="76694" y="61320"/>
                  <a:pt x="77794" y="59560"/>
                  <a:pt x="76694" y="58197"/>
                </a:cubicBezTo>
                <a:cubicBezTo>
                  <a:pt x="76145" y="57471"/>
                  <a:pt x="75595" y="56723"/>
                  <a:pt x="75045" y="55997"/>
                </a:cubicBezTo>
                <a:lnTo>
                  <a:pt x="72582" y="52698"/>
                </a:lnTo>
                <a:cubicBezTo>
                  <a:pt x="71746" y="51774"/>
                  <a:pt x="71020" y="50763"/>
                  <a:pt x="70206" y="49861"/>
                </a:cubicBezTo>
                <a:cubicBezTo>
                  <a:pt x="69370" y="48937"/>
                  <a:pt x="68557" y="48013"/>
                  <a:pt x="67721" y="47112"/>
                </a:cubicBezTo>
                <a:cubicBezTo>
                  <a:pt x="67259" y="46562"/>
                  <a:pt x="66709" y="46188"/>
                  <a:pt x="66247" y="45638"/>
                </a:cubicBezTo>
                <a:cubicBezTo>
                  <a:pt x="65345" y="44824"/>
                  <a:pt x="64422" y="43900"/>
                  <a:pt x="63608" y="42977"/>
                </a:cubicBezTo>
                <a:cubicBezTo>
                  <a:pt x="63498" y="42889"/>
                  <a:pt x="63410" y="42713"/>
                  <a:pt x="63410" y="42625"/>
                </a:cubicBezTo>
                <a:cubicBezTo>
                  <a:pt x="63498" y="42625"/>
                  <a:pt x="63498" y="42515"/>
                  <a:pt x="63498" y="42515"/>
                </a:cubicBezTo>
                <a:lnTo>
                  <a:pt x="63784" y="42515"/>
                </a:lnTo>
                <a:cubicBezTo>
                  <a:pt x="63883" y="42501"/>
                  <a:pt x="63982" y="42494"/>
                  <a:pt x="64081" y="42494"/>
                </a:cubicBezTo>
                <a:cubicBezTo>
                  <a:pt x="64616" y="42494"/>
                  <a:pt x="65131" y="42693"/>
                  <a:pt x="65521" y="43065"/>
                </a:cubicBezTo>
                <a:cubicBezTo>
                  <a:pt x="66995" y="44450"/>
                  <a:pt x="68645" y="45638"/>
                  <a:pt x="70294" y="46738"/>
                </a:cubicBezTo>
                <a:cubicBezTo>
                  <a:pt x="71746" y="47662"/>
                  <a:pt x="73219" y="48761"/>
                  <a:pt x="74605" y="49861"/>
                </a:cubicBezTo>
                <a:cubicBezTo>
                  <a:pt x="75507" y="50587"/>
                  <a:pt x="76343" y="51511"/>
                  <a:pt x="77354" y="52236"/>
                </a:cubicBezTo>
                <a:cubicBezTo>
                  <a:pt x="77992" y="52786"/>
                  <a:pt x="78718" y="53160"/>
                  <a:pt x="79554" y="53512"/>
                </a:cubicBezTo>
                <a:cubicBezTo>
                  <a:pt x="79807" y="53628"/>
                  <a:pt x="80063" y="53683"/>
                  <a:pt x="80314" y="53683"/>
                </a:cubicBezTo>
                <a:cubicBezTo>
                  <a:pt x="80869" y="53683"/>
                  <a:pt x="81402" y="53416"/>
                  <a:pt x="81841" y="52962"/>
                </a:cubicBezTo>
                <a:cubicBezTo>
                  <a:pt x="82391" y="52236"/>
                  <a:pt x="82655" y="51423"/>
                  <a:pt x="82105" y="50587"/>
                </a:cubicBezTo>
                <a:cubicBezTo>
                  <a:pt x="81643" y="49861"/>
                  <a:pt x="81005" y="49113"/>
                  <a:pt x="80280" y="48387"/>
                </a:cubicBezTo>
                <a:cubicBezTo>
                  <a:pt x="78894" y="47024"/>
                  <a:pt x="77354" y="45814"/>
                  <a:pt x="75969" y="44274"/>
                </a:cubicBezTo>
                <a:cubicBezTo>
                  <a:pt x="74143" y="42339"/>
                  <a:pt x="72032" y="40865"/>
                  <a:pt x="69832" y="39326"/>
                </a:cubicBezTo>
                <a:cubicBezTo>
                  <a:pt x="68821" y="38490"/>
                  <a:pt x="67633" y="37852"/>
                  <a:pt x="66709" y="37016"/>
                </a:cubicBezTo>
                <a:cubicBezTo>
                  <a:pt x="65521" y="35917"/>
                  <a:pt x="64510" y="34729"/>
                  <a:pt x="63498" y="33629"/>
                </a:cubicBezTo>
                <a:cubicBezTo>
                  <a:pt x="62596" y="32727"/>
                  <a:pt x="62134" y="31518"/>
                  <a:pt x="61760" y="30330"/>
                </a:cubicBezTo>
                <a:cubicBezTo>
                  <a:pt x="61496" y="29604"/>
                  <a:pt x="61672" y="29428"/>
                  <a:pt x="62398" y="29318"/>
                </a:cubicBezTo>
                <a:cubicBezTo>
                  <a:pt x="62541" y="29274"/>
                  <a:pt x="62679" y="29252"/>
                  <a:pt x="62816" y="29252"/>
                </a:cubicBezTo>
                <a:cubicBezTo>
                  <a:pt x="62954" y="29252"/>
                  <a:pt x="63091" y="29274"/>
                  <a:pt x="63234" y="29318"/>
                </a:cubicBezTo>
                <a:cubicBezTo>
                  <a:pt x="64158" y="29604"/>
                  <a:pt x="65059" y="29978"/>
                  <a:pt x="65983" y="30330"/>
                </a:cubicBezTo>
                <a:cubicBezTo>
                  <a:pt x="67259" y="30704"/>
                  <a:pt x="68557" y="31254"/>
                  <a:pt x="69832" y="31518"/>
                </a:cubicBezTo>
                <a:cubicBezTo>
                  <a:pt x="70338" y="31604"/>
                  <a:pt x="70839" y="31646"/>
                  <a:pt x="71334" y="31646"/>
                </a:cubicBezTo>
                <a:cubicBezTo>
                  <a:pt x="72992" y="31646"/>
                  <a:pt x="74583" y="31177"/>
                  <a:pt x="76057" y="30330"/>
                </a:cubicBezTo>
                <a:cubicBezTo>
                  <a:pt x="76980" y="29868"/>
                  <a:pt x="77530" y="29054"/>
                  <a:pt x="77706" y="28043"/>
                </a:cubicBezTo>
                <a:cubicBezTo>
                  <a:pt x="77794" y="27229"/>
                  <a:pt x="77530" y="26855"/>
                  <a:pt x="76804" y="26767"/>
                </a:cubicBezTo>
                <a:cubicBezTo>
                  <a:pt x="76387" y="26723"/>
                  <a:pt x="75974" y="26723"/>
                  <a:pt x="75562" y="26723"/>
                </a:cubicBezTo>
                <a:cubicBezTo>
                  <a:pt x="75149" y="26723"/>
                  <a:pt x="74737" y="26723"/>
                  <a:pt x="74319" y="26679"/>
                </a:cubicBezTo>
                <a:cubicBezTo>
                  <a:pt x="74019" y="26679"/>
                  <a:pt x="73699" y="26698"/>
                  <a:pt x="73388" y="26698"/>
                </a:cubicBezTo>
                <a:cubicBezTo>
                  <a:pt x="73037" y="26698"/>
                  <a:pt x="72697" y="26674"/>
                  <a:pt x="72406" y="26569"/>
                </a:cubicBezTo>
                <a:cubicBezTo>
                  <a:pt x="71306" y="26305"/>
                  <a:pt x="70294" y="25931"/>
                  <a:pt x="69194" y="25469"/>
                </a:cubicBezTo>
                <a:cubicBezTo>
                  <a:pt x="67259" y="24656"/>
                  <a:pt x="65345" y="23820"/>
                  <a:pt x="63410" y="22918"/>
                </a:cubicBezTo>
                <a:cubicBezTo>
                  <a:pt x="62684" y="22544"/>
                  <a:pt x="61958" y="22082"/>
                  <a:pt x="61210" y="21818"/>
                </a:cubicBezTo>
                <a:cubicBezTo>
                  <a:pt x="58835" y="20895"/>
                  <a:pt x="56460" y="19971"/>
                  <a:pt x="54062" y="19245"/>
                </a:cubicBezTo>
                <a:cubicBezTo>
                  <a:pt x="51511" y="18519"/>
                  <a:pt x="49026" y="17595"/>
                  <a:pt x="46738" y="16232"/>
                </a:cubicBezTo>
                <a:cubicBezTo>
                  <a:pt x="45177" y="15396"/>
                  <a:pt x="43813" y="14296"/>
                  <a:pt x="42427" y="13197"/>
                </a:cubicBezTo>
                <a:cubicBezTo>
                  <a:pt x="40602" y="11723"/>
                  <a:pt x="38666" y="10447"/>
                  <a:pt x="36841" y="8974"/>
                </a:cubicBezTo>
                <a:cubicBezTo>
                  <a:pt x="34179" y="6972"/>
                  <a:pt x="31606" y="4949"/>
                  <a:pt x="29055" y="2837"/>
                </a:cubicBezTo>
                <a:cubicBezTo>
                  <a:pt x="27955" y="1935"/>
                  <a:pt x="26943" y="924"/>
                  <a:pt x="25932" y="0"/>
                </a:cubicBezTo>
                <a:close/>
              </a:path>
            </a:pathLst>
          </a:custGeom>
          <a:solidFill>
            <a:srgbClr val="7D302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47;p9"/>
          <p:cNvSpPr/>
          <p:nvPr/>
        </p:nvSpPr>
        <p:spPr>
          <a:xfrm rot="-9437123">
            <a:off x="8219633" y="1517496"/>
            <a:ext cx="1626091" cy="1842323"/>
          </a:xfrm>
          <a:custGeom>
            <a:avLst/>
            <a:gdLst/>
            <a:ahLst/>
            <a:cxnLst/>
            <a:rect l="l" t="t" r="r" b="b"/>
            <a:pathLst>
              <a:path w="55273" h="62623" extrusionOk="0">
                <a:moveTo>
                  <a:pt x="41878" y="44275"/>
                </a:moveTo>
                <a:cubicBezTo>
                  <a:pt x="42515" y="45199"/>
                  <a:pt x="43175" y="46101"/>
                  <a:pt x="43813" y="47112"/>
                </a:cubicBezTo>
                <a:cubicBezTo>
                  <a:pt x="42515" y="46013"/>
                  <a:pt x="41702" y="44737"/>
                  <a:pt x="41878" y="44275"/>
                </a:cubicBezTo>
                <a:close/>
                <a:moveTo>
                  <a:pt x="46101" y="50038"/>
                </a:moveTo>
                <a:cubicBezTo>
                  <a:pt x="47200" y="51137"/>
                  <a:pt x="47926" y="52523"/>
                  <a:pt x="48564" y="53799"/>
                </a:cubicBezTo>
                <a:lnTo>
                  <a:pt x="48476" y="53887"/>
                </a:lnTo>
                <a:cubicBezTo>
                  <a:pt x="47662" y="52611"/>
                  <a:pt x="46826" y="51335"/>
                  <a:pt x="46101" y="50038"/>
                </a:cubicBezTo>
                <a:close/>
                <a:moveTo>
                  <a:pt x="0" y="1"/>
                </a:moveTo>
                <a:lnTo>
                  <a:pt x="0" y="661"/>
                </a:lnTo>
                <a:lnTo>
                  <a:pt x="0" y="7809"/>
                </a:lnTo>
                <a:lnTo>
                  <a:pt x="0" y="20631"/>
                </a:lnTo>
                <a:cubicBezTo>
                  <a:pt x="0" y="20895"/>
                  <a:pt x="0" y="21181"/>
                  <a:pt x="286" y="21357"/>
                </a:cubicBezTo>
                <a:cubicBezTo>
                  <a:pt x="4311" y="24304"/>
                  <a:pt x="8622" y="26856"/>
                  <a:pt x="12823" y="29341"/>
                </a:cubicBezTo>
                <a:cubicBezTo>
                  <a:pt x="14583" y="30353"/>
                  <a:pt x="16122" y="31540"/>
                  <a:pt x="17420" y="32904"/>
                </a:cubicBezTo>
                <a:cubicBezTo>
                  <a:pt x="18432" y="34092"/>
                  <a:pt x="19421" y="35301"/>
                  <a:pt x="19883" y="36841"/>
                </a:cubicBezTo>
                <a:cubicBezTo>
                  <a:pt x="20081" y="37303"/>
                  <a:pt x="20257" y="37853"/>
                  <a:pt x="20521" y="38315"/>
                </a:cubicBezTo>
                <a:cubicBezTo>
                  <a:pt x="21731" y="40338"/>
                  <a:pt x="22721" y="42340"/>
                  <a:pt x="24018" y="44275"/>
                </a:cubicBezTo>
                <a:cubicBezTo>
                  <a:pt x="24920" y="45639"/>
                  <a:pt x="25932" y="47024"/>
                  <a:pt x="27229" y="48124"/>
                </a:cubicBezTo>
                <a:cubicBezTo>
                  <a:pt x="27779" y="48586"/>
                  <a:pt x="28329" y="49048"/>
                  <a:pt x="28769" y="49686"/>
                </a:cubicBezTo>
                <a:cubicBezTo>
                  <a:pt x="30331" y="51797"/>
                  <a:pt x="31892" y="53997"/>
                  <a:pt x="34004" y="55646"/>
                </a:cubicBezTo>
                <a:cubicBezTo>
                  <a:pt x="35191" y="56636"/>
                  <a:pt x="36291" y="57736"/>
                  <a:pt x="37479" y="58659"/>
                </a:cubicBezTo>
                <a:cubicBezTo>
                  <a:pt x="38315" y="59297"/>
                  <a:pt x="39128" y="59759"/>
                  <a:pt x="39964" y="60221"/>
                </a:cubicBezTo>
                <a:cubicBezTo>
                  <a:pt x="40132" y="60335"/>
                  <a:pt x="40343" y="60388"/>
                  <a:pt x="40564" y="60388"/>
                </a:cubicBezTo>
                <a:cubicBezTo>
                  <a:pt x="41070" y="60388"/>
                  <a:pt x="41633" y="60114"/>
                  <a:pt x="41878" y="59671"/>
                </a:cubicBezTo>
                <a:cubicBezTo>
                  <a:pt x="41966" y="59583"/>
                  <a:pt x="42076" y="59385"/>
                  <a:pt x="42076" y="59297"/>
                </a:cubicBezTo>
                <a:cubicBezTo>
                  <a:pt x="42164" y="59385"/>
                  <a:pt x="42252" y="59385"/>
                  <a:pt x="42252" y="59385"/>
                </a:cubicBezTo>
                <a:cubicBezTo>
                  <a:pt x="43065" y="60133"/>
                  <a:pt x="43901" y="60859"/>
                  <a:pt x="44627" y="61695"/>
                </a:cubicBezTo>
                <a:cubicBezTo>
                  <a:pt x="45133" y="62189"/>
                  <a:pt x="45732" y="62437"/>
                  <a:pt x="46318" y="62437"/>
                </a:cubicBezTo>
                <a:cubicBezTo>
                  <a:pt x="46903" y="62437"/>
                  <a:pt x="47475" y="62189"/>
                  <a:pt x="47926" y="61695"/>
                </a:cubicBezTo>
                <a:cubicBezTo>
                  <a:pt x="48014" y="61497"/>
                  <a:pt x="48124" y="61321"/>
                  <a:pt x="48300" y="61035"/>
                </a:cubicBezTo>
                <a:cubicBezTo>
                  <a:pt x="48674" y="61497"/>
                  <a:pt x="49026" y="61870"/>
                  <a:pt x="49400" y="62244"/>
                </a:cubicBezTo>
                <a:cubicBezTo>
                  <a:pt x="49692" y="62501"/>
                  <a:pt x="50017" y="62623"/>
                  <a:pt x="50336" y="62623"/>
                </a:cubicBezTo>
                <a:cubicBezTo>
                  <a:pt x="50809" y="62623"/>
                  <a:pt x="51271" y="62356"/>
                  <a:pt x="51599" y="61870"/>
                </a:cubicBezTo>
                <a:cubicBezTo>
                  <a:pt x="51687" y="61783"/>
                  <a:pt x="51775" y="61409"/>
                  <a:pt x="51863" y="61409"/>
                </a:cubicBezTo>
                <a:cubicBezTo>
                  <a:pt x="52325" y="61409"/>
                  <a:pt x="52325" y="61035"/>
                  <a:pt x="52237" y="60859"/>
                </a:cubicBezTo>
                <a:cubicBezTo>
                  <a:pt x="52149" y="60309"/>
                  <a:pt x="51973" y="59759"/>
                  <a:pt x="51687" y="59209"/>
                </a:cubicBezTo>
                <a:cubicBezTo>
                  <a:pt x="51599" y="58747"/>
                  <a:pt x="51313" y="58395"/>
                  <a:pt x="51049" y="58021"/>
                </a:cubicBezTo>
                <a:lnTo>
                  <a:pt x="51049" y="58021"/>
                </a:lnTo>
                <a:cubicBezTo>
                  <a:pt x="51441" y="58164"/>
                  <a:pt x="51792" y="58243"/>
                  <a:pt x="52095" y="58243"/>
                </a:cubicBezTo>
                <a:cubicBezTo>
                  <a:pt x="52776" y="58243"/>
                  <a:pt x="53215" y="57839"/>
                  <a:pt x="53337" y="56834"/>
                </a:cubicBezTo>
                <a:cubicBezTo>
                  <a:pt x="53425" y="56922"/>
                  <a:pt x="53425" y="57010"/>
                  <a:pt x="53623" y="57186"/>
                </a:cubicBezTo>
                <a:cubicBezTo>
                  <a:pt x="53623" y="56922"/>
                  <a:pt x="53799" y="56834"/>
                  <a:pt x="53711" y="56746"/>
                </a:cubicBezTo>
                <a:cubicBezTo>
                  <a:pt x="53711" y="56196"/>
                  <a:pt x="53711" y="55734"/>
                  <a:pt x="53513" y="55272"/>
                </a:cubicBezTo>
                <a:cubicBezTo>
                  <a:pt x="53425" y="54898"/>
                  <a:pt x="53249" y="54436"/>
                  <a:pt x="53161" y="54085"/>
                </a:cubicBezTo>
                <a:cubicBezTo>
                  <a:pt x="52787" y="53161"/>
                  <a:pt x="52523" y="52149"/>
                  <a:pt x="51973" y="51247"/>
                </a:cubicBezTo>
                <a:cubicBezTo>
                  <a:pt x="51423" y="50324"/>
                  <a:pt x="50961" y="49224"/>
                  <a:pt x="50411" y="48300"/>
                </a:cubicBezTo>
                <a:cubicBezTo>
                  <a:pt x="50038" y="47486"/>
                  <a:pt x="49664" y="46650"/>
                  <a:pt x="49224" y="46013"/>
                </a:cubicBezTo>
                <a:cubicBezTo>
                  <a:pt x="48014" y="44275"/>
                  <a:pt x="46738" y="42538"/>
                  <a:pt x="45551" y="40888"/>
                </a:cubicBezTo>
                <a:cubicBezTo>
                  <a:pt x="45177" y="40426"/>
                  <a:pt x="44913" y="39876"/>
                  <a:pt x="44627" y="39326"/>
                </a:cubicBezTo>
                <a:cubicBezTo>
                  <a:pt x="43989" y="38139"/>
                  <a:pt x="43439" y="36753"/>
                  <a:pt x="42801" y="35565"/>
                </a:cubicBezTo>
                <a:cubicBezTo>
                  <a:pt x="42340" y="34840"/>
                  <a:pt x="41878" y="34004"/>
                  <a:pt x="41702" y="33102"/>
                </a:cubicBezTo>
                <a:cubicBezTo>
                  <a:pt x="41614" y="32992"/>
                  <a:pt x="41702" y="32816"/>
                  <a:pt x="41614" y="32640"/>
                </a:cubicBezTo>
                <a:lnTo>
                  <a:pt x="41614" y="32640"/>
                </a:lnTo>
                <a:cubicBezTo>
                  <a:pt x="41702" y="32684"/>
                  <a:pt x="41790" y="32684"/>
                  <a:pt x="41869" y="32684"/>
                </a:cubicBezTo>
                <a:cubicBezTo>
                  <a:pt x="41949" y="32684"/>
                  <a:pt x="42021" y="32684"/>
                  <a:pt x="42076" y="32728"/>
                </a:cubicBezTo>
                <a:cubicBezTo>
                  <a:pt x="42713" y="32992"/>
                  <a:pt x="43263" y="33278"/>
                  <a:pt x="43813" y="33740"/>
                </a:cubicBezTo>
                <a:cubicBezTo>
                  <a:pt x="44913" y="34554"/>
                  <a:pt x="46013" y="35477"/>
                  <a:pt x="47024" y="36291"/>
                </a:cubicBezTo>
                <a:cubicBezTo>
                  <a:pt x="48604" y="37551"/>
                  <a:pt x="50330" y="38338"/>
                  <a:pt x="52284" y="38338"/>
                </a:cubicBezTo>
                <a:cubicBezTo>
                  <a:pt x="52478" y="38338"/>
                  <a:pt x="52675" y="38331"/>
                  <a:pt x="52875" y="38315"/>
                </a:cubicBezTo>
                <a:cubicBezTo>
                  <a:pt x="53513" y="38227"/>
                  <a:pt x="54172" y="37941"/>
                  <a:pt x="54722" y="37391"/>
                </a:cubicBezTo>
                <a:cubicBezTo>
                  <a:pt x="55272" y="36841"/>
                  <a:pt x="55162" y="36203"/>
                  <a:pt x="54524" y="35851"/>
                </a:cubicBezTo>
                <a:cubicBezTo>
                  <a:pt x="53974" y="35477"/>
                  <a:pt x="53425" y="35191"/>
                  <a:pt x="52963" y="34928"/>
                </a:cubicBezTo>
                <a:cubicBezTo>
                  <a:pt x="52611" y="34752"/>
                  <a:pt x="52237" y="34554"/>
                  <a:pt x="51973" y="34378"/>
                </a:cubicBezTo>
                <a:cubicBezTo>
                  <a:pt x="51225" y="33652"/>
                  <a:pt x="50587" y="32816"/>
                  <a:pt x="49774" y="32178"/>
                </a:cubicBezTo>
                <a:cubicBezTo>
                  <a:pt x="48762" y="31255"/>
                  <a:pt x="47662" y="30353"/>
                  <a:pt x="46562" y="29429"/>
                </a:cubicBezTo>
                <a:cubicBezTo>
                  <a:pt x="45727" y="28703"/>
                  <a:pt x="44913" y="27867"/>
                  <a:pt x="44077" y="27054"/>
                </a:cubicBezTo>
                <a:cubicBezTo>
                  <a:pt x="43263" y="26130"/>
                  <a:pt x="42252" y="25404"/>
                  <a:pt x="40976" y="25118"/>
                </a:cubicBezTo>
                <a:cubicBezTo>
                  <a:pt x="39216" y="24744"/>
                  <a:pt x="37479" y="24304"/>
                  <a:pt x="35741" y="23842"/>
                </a:cubicBezTo>
                <a:cubicBezTo>
                  <a:pt x="34554" y="23469"/>
                  <a:pt x="33366" y="23205"/>
                  <a:pt x="32068" y="23205"/>
                </a:cubicBezTo>
                <a:cubicBezTo>
                  <a:pt x="30243" y="23095"/>
                  <a:pt x="28505" y="22369"/>
                  <a:pt x="27031" y="21357"/>
                </a:cubicBezTo>
                <a:cubicBezTo>
                  <a:pt x="26130" y="20719"/>
                  <a:pt x="25294" y="19993"/>
                  <a:pt x="24480" y="19356"/>
                </a:cubicBezTo>
                <a:cubicBezTo>
                  <a:pt x="23182" y="18432"/>
                  <a:pt x="21907" y="17508"/>
                  <a:pt x="20631" y="16606"/>
                </a:cubicBezTo>
                <a:cubicBezTo>
                  <a:pt x="18982" y="15397"/>
                  <a:pt x="17332" y="14121"/>
                  <a:pt x="15572" y="12933"/>
                </a:cubicBezTo>
                <a:cubicBezTo>
                  <a:pt x="13835" y="11658"/>
                  <a:pt x="12097" y="10360"/>
                  <a:pt x="10272" y="9172"/>
                </a:cubicBezTo>
                <a:cubicBezTo>
                  <a:pt x="6885" y="6797"/>
                  <a:pt x="3937" y="4136"/>
                  <a:pt x="1276" y="1012"/>
                </a:cubicBezTo>
                <a:cubicBezTo>
                  <a:pt x="924" y="661"/>
                  <a:pt x="462" y="375"/>
                  <a:pt x="0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48;p9"/>
          <p:cNvSpPr/>
          <p:nvPr/>
        </p:nvSpPr>
        <p:spPr>
          <a:xfrm flipH="1">
            <a:off x="2789667" y="2826"/>
            <a:ext cx="6354333" cy="618813"/>
          </a:xfrm>
          <a:custGeom>
            <a:avLst/>
            <a:gdLst/>
            <a:ahLst/>
            <a:cxnLst/>
            <a:rect l="l" t="t" r="r" b="b"/>
            <a:pathLst>
              <a:path w="162121" h="51600" extrusionOk="0">
                <a:moveTo>
                  <a:pt x="0" y="1"/>
                </a:moveTo>
                <a:lnTo>
                  <a:pt x="0" y="45639"/>
                </a:lnTo>
                <a:cubicBezTo>
                  <a:pt x="0" y="45639"/>
                  <a:pt x="14099" y="51599"/>
                  <a:pt x="29780" y="51599"/>
                </a:cubicBezTo>
                <a:cubicBezTo>
                  <a:pt x="39392" y="51599"/>
                  <a:pt x="49663" y="49312"/>
                  <a:pt x="57647" y="41988"/>
                </a:cubicBezTo>
                <a:cubicBezTo>
                  <a:pt x="64685" y="35565"/>
                  <a:pt x="70096" y="33542"/>
                  <a:pt x="75331" y="33542"/>
                </a:cubicBezTo>
                <a:cubicBezTo>
                  <a:pt x="79642" y="33542"/>
                  <a:pt x="83754" y="34928"/>
                  <a:pt x="88615" y="36291"/>
                </a:cubicBezTo>
                <a:cubicBezTo>
                  <a:pt x="93388" y="37677"/>
                  <a:pt x="98975" y="39040"/>
                  <a:pt x="105925" y="39040"/>
                </a:cubicBezTo>
                <a:cubicBezTo>
                  <a:pt x="108498" y="39040"/>
                  <a:pt x="111247" y="38865"/>
                  <a:pt x="114283" y="38491"/>
                </a:cubicBezTo>
                <a:cubicBezTo>
                  <a:pt x="143601" y="34202"/>
                  <a:pt x="162120" y="1"/>
                  <a:pt x="162120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"/>
          <p:cNvSpPr>
            <a:spLocks noGrp="1"/>
          </p:cNvSpPr>
          <p:nvPr>
            <p:ph type="pic" idx="2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51" name="Google Shape;51;p10"/>
          <p:cNvSpPr txBox="1">
            <a:spLocks noGrp="1"/>
          </p:cNvSpPr>
          <p:nvPr>
            <p:ph type="title"/>
          </p:nvPr>
        </p:nvSpPr>
        <p:spPr>
          <a:xfrm>
            <a:off x="720000" y="3524625"/>
            <a:ext cx="3381000" cy="10839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1"/>
          <p:cNvSpPr txBox="1">
            <a:spLocks noGrp="1"/>
          </p:cNvSpPr>
          <p:nvPr>
            <p:ph type="title" hasCustomPrompt="1"/>
          </p:nvPr>
        </p:nvSpPr>
        <p:spPr>
          <a:xfrm>
            <a:off x="715100" y="535000"/>
            <a:ext cx="5018700" cy="126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85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54" name="Google Shape;54;p11"/>
          <p:cNvSpPr txBox="1">
            <a:spLocks noGrp="1"/>
          </p:cNvSpPr>
          <p:nvPr>
            <p:ph type="subTitle" idx="1"/>
          </p:nvPr>
        </p:nvSpPr>
        <p:spPr>
          <a:xfrm>
            <a:off x="715100" y="2070999"/>
            <a:ext cx="5018700" cy="4389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55" name="Google Shape;55;p11"/>
          <p:cNvSpPr/>
          <p:nvPr/>
        </p:nvSpPr>
        <p:spPr>
          <a:xfrm rot="5400000">
            <a:off x="6178330" y="2231453"/>
            <a:ext cx="5625599" cy="954342"/>
          </a:xfrm>
          <a:custGeom>
            <a:avLst/>
            <a:gdLst/>
            <a:ahLst/>
            <a:cxnLst/>
            <a:rect l="l" t="t" r="r" b="b"/>
            <a:pathLst>
              <a:path w="162121" h="51600" extrusionOk="0">
                <a:moveTo>
                  <a:pt x="0" y="1"/>
                </a:moveTo>
                <a:lnTo>
                  <a:pt x="0" y="45639"/>
                </a:lnTo>
                <a:cubicBezTo>
                  <a:pt x="0" y="45639"/>
                  <a:pt x="14099" y="51599"/>
                  <a:pt x="29780" y="51599"/>
                </a:cubicBezTo>
                <a:cubicBezTo>
                  <a:pt x="39392" y="51599"/>
                  <a:pt x="49663" y="49312"/>
                  <a:pt x="57647" y="41988"/>
                </a:cubicBezTo>
                <a:cubicBezTo>
                  <a:pt x="64685" y="35565"/>
                  <a:pt x="70096" y="33542"/>
                  <a:pt x="75331" y="33542"/>
                </a:cubicBezTo>
                <a:cubicBezTo>
                  <a:pt x="79642" y="33542"/>
                  <a:pt x="83754" y="34928"/>
                  <a:pt x="88615" y="36291"/>
                </a:cubicBezTo>
                <a:cubicBezTo>
                  <a:pt x="93388" y="37677"/>
                  <a:pt x="98975" y="39040"/>
                  <a:pt x="105925" y="39040"/>
                </a:cubicBezTo>
                <a:cubicBezTo>
                  <a:pt x="108498" y="39040"/>
                  <a:pt x="111247" y="38865"/>
                  <a:pt x="114283" y="38491"/>
                </a:cubicBezTo>
                <a:cubicBezTo>
                  <a:pt x="143601" y="34202"/>
                  <a:pt x="162120" y="1"/>
                  <a:pt x="162120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" name="Google Shape;56;p11"/>
          <p:cNvSpPr/>
          <p:nvPr/>
        </p:nvSpPr>
        <p:spPr>
          <a:xfrm rot="10800000" flipH="1">
            <a:off x="0" y="4528170"/>
            <a:ext cx="4807698" cy="615330"/>
          </a:xfrm>
          <a:custGeom>
            <a:avLst/>
            <a:gdLst/>
            <a:ahLst/>
            <a:cxnLst/>
            <a:rect l="l" t="t" r="r" b="b"/>
            <a:pathLst>
              <a:path w="162121" h="51600" extrusionOk="0">
                <a:moveTo>
                  <a:pt x="0" y="1"/>
                </a:moveTo>
                <a:lnTo>
                  <a:pt x="0" y="45639"/>
                </a:lnTo>
                <a:cubicBezTo>
                  <a:pt x="0" y="45639"/>
                  <a:pt x="14099" y="51599"/>
                  <a:pt x="29780" y="51599"/>
                </a:cubicBezTo>
                <a:cubicBezTo>
                  <a:pt x="39392" y="51599"/>
                  <a:pt x="49663" y="49312"/>
                  <a:pt x="57647" y="41988"/>
                </a:cubicBezTo>
                <a:cubicBezTo>
                  <a:pt x="64685" y="35565"/>
                  <a:pt x="70096" y="33542"/>
                  <a:pt x="75331" y="33542"/>
                </a:cubicBezTo>
                <a:cubicBezTo>
                  <a:pt x="79642" y="33542"/>
                  <a:pt x="83754" y="34928"/>
                  <a:pt x="88615" y="36291"/>
                </a:cubicBezTo>
                <a:cubicBezTo>
                  <a:pt x="93388" y="37677"/>
                  <a:pt x="98975" y="39040"/>
                  <a:pt x="105925" y="39040"/>
                </a:cubicBezTo>
                <a:cubicBezTo>
                  <a:pt x="108498" y="39040"/>
                  <a:pt x="111247" y="38865"/>
                  <a:pt x="114283" y="38491"/>
                </a:cubicBezTo>
                <a:cubicBezTo>
                  <a:pt x="143601" y="34202"/>
                  <a:pt x="162120" y="1"/>
                  <a:pt x="162120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>
            <a:spLocks noGrp="1"/>
          </p:cNvSpPr>
          <p:nvPr>
            <p:ph type="title"/>
          </p:nvPr>
        </p:nvSpPr>
        <p:spPr>
          <a:xfrm>
            <a:off x="4502900" y="445025"/>
            <a:ext cx="39261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title" idx="2" hasCustomPrompt="1"/>
          </p:nvPr>
        </p:nvSpPr>
        <p:spPr>
          <a:xfrm>
            <a:off x="4502896" y="1149042"/>
            <a:ext cx="734700" cy="4476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200" b="1">
                <a:latin typeface="Ubuntu"/>
                <a:ea typeface="Ubuntu"/>
                <a:cs typeface="Ubuntu"/>
                <a:sym typeface="Ubuntu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1" name="Google Shape;61;p13"/>
          <p:cNvSpPr txBox="1">
            <a:spLocks noGrp="1"/>
          </p:cNvSpPr>
          <p:nvPr>
            <p:ph type="title" idx="3" hasCustomPrompt="1"/>
          </p:nvPr>
        </p:nvSpPr>
        <p:spPr>
          <a:xfrm>
            <a:off x="4502896" y="2956154"/>
            <a:ext cx="734700" cy="4476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200" b="1">
                <a:latin typeface="Ubuntu"/>
                <a:ea typeface="Ubuntu"/>
                <a:cs typeface="Ubuntu"/>
                <a:sym typeface="Ubuntu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2" name="Google Shape;62;p13"/>
          <p:cNvSpPr txBox="1">
            <a:spLocks noGrp="1"/>
          </p:cNvSpPr>
          <p:nvPr>
            <p:ph type="title" idx="4" hasCustomPrompt="1"/>
          </p:nvPr>
        </p:nvSpPr>
        <p:spPr>
          <a:xfrm>
            <a:off x="4502896" y="1751412"/>
            <a:ext cx="734700" cy="4476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200" b="1">
                <a:latin typeface="Ubuntu"/>
                <a:ea typeface="Ubuntu"/>
                <a:cs typeface="Ubuntu"/>
                <a:sym typeface="Ubuntu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3" name="Google Shape;63;p13"/>
          <p:cNvSpPr txBox="1">
            <a:spLocks noGrp="1"/>
          </p:cNvSpPr>
          <p:nvPr>
            <p:ph type="title" idx="5" hasCustomPrompt="1"/>
          </p:nvPr>
        </p:nvSpPr>
        <p:spPr>
          <a:xfrm>
            <a:off x="4502896" y="3558525"/>
            <a:ext cx="734700" cy="4476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200" b="1">
                <a:latin typeface="Ubuntu"/>
                <a:ea typeface="Ubuntu"/>
                <a:cs typeface="Ubuntu"/>
                <a:sym typeface="Ubuntu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4" name="Google Shape;64;p13"/>
          <p:cNvSpPr txBox="1">
            <a:spLocks noGrp="1"/>
          </p:cNvSpPr>
          <p:nvPr>
            <p:ph type="title" idx="6" hasCustomPrompt="1"/>
          </p:nvPr>
        </p:nvSpPr>
        <p:spPr>
          <a:xfrm>
            <a:off x="4502896" y="2353783"/>
            <a:ext cx="734700" cy="4476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200" b="1">
                <a:latin typeface="Ubuntu"/>
                <a:ea typeface="Ubuntu"/>
                <a:cs typeface="Ubuntu"/>
                <a:sym typeface="Ubuntu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5" name="Google Shape;65;p13"/>
          <p:cNvSpPr txBox="1">
            <a:spLocks noGrp="1"/>
          </p:cNvSpPr>
          <p:nvPr>
            <p:ph type="title" idx="7" hasCustomPrompt="1"/>
          </p:nvPr>
        </p:nvSpPr>
        <p:spPr>
          <a:xfrm>
            <a:off x="4502896" y="4160896"/>
            <a:ext cx="734700" cy="4476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200" b="1">
                <a:latin typeface="Ubuntu"/>
                <a:ea typeface="Ubuntu"/>
                <a:cs typeface="Ubuntu"/>
                <a:sym typeface="Ubuntu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6" name="Google Shape;66;p13"/>
          <p:cNvSpPr txBox="1">
            <a:spLocks noGrp="1"/>
          </p:cNvSpPr>
          <p:nvPr>
            <p:ph type="subTitle" idx="1"/>
          </p:nvPr>
        </p:nvSpPr>
        <p:spPr>
          <a:xfrm>
            <a:off x="5242500" y="1148900"/>
            <a:ext cx="2464500" cy="44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Alegreya"/>
                <a:ea typeface="Alegreya"/>
                <a:cs typeface="Alegreya"/>
                <a:sym typeface="Alegreya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67" name="Google Shape;67;p13"/>
          <p:cNvSpPr txBox="1">
            <a:spLocks noGrp="1"/>
          </p:cNvSpPr>
          <p:nvPr>
            <p:ph type="subTitle" idx="8"/>
          </p:nvPr>
        </p:nvSpPr>
        <p:spPr>
          <a:xfrm>
            <a:off x="5242500" y="1751300"/>
            <a:ext cx="2464500" cy="44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Alegreya"/>
                <a:ea typeface="Alegreya"/>
                <a:cs typeface="Alegreya"/>
                <a:sym typeface="Alegreya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68" name="Google Shape;68;p13"/>
          <p:cNvSpPr txBox="1">
            <a:spLocks noGrp="1"/>
          </p:cNvSpPr>
          <p:nvPr>
            <p:ph type="subTitle" idx="9"/>
          </p:nvPr>
        </p:nvSpPr>
        <p:spPr>
          <a:xfrm>
            <a:off x="5242500" y="2353700"/>
            <a:ext cx="2464500" cy="44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Alegreya"/>
                <a:ea typeface="Alegreya"/>
                <a:cs typeface="Alegreya"/>
                <a:sym typeface="Alegreya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69" name="Google Shape;69;p13"/>
          <p:cNvSpPr txBox="1">
            <a:spLocks noGrp="1"/>
          </p:cNvSpPr>
          <p:nvPr>
            <p:ph type="subTitle" idx="13"/>
          </p:nvPr>
        </p:nvSpPr>
        <p:spPr>
          <a:xfrm>
            <a:off x="5242500" y="2956100"/>
            <a:ext cx="2464500" cy="44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Alegreya"/>
                <a:ea typeface="Alegreya"/>
                <a:cs typeface="Alegreya"/>
                <a:sym typeface="Alegreya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70" name="Google Shape;70;p13"/>
          <p:cNvSpPr txBox="1">
            <a:spLocks noGrp="1"/>
          </p:cNvSpPr>
          <p:nvPr>
            <p:ph type="subTitle" idx="14"/>
          </p:nvPr>
        </p:nvSpPr>
        <p:spPr>
          <a:xfrm>
            <a:off x="5242500" y="3558500"/>
            <a:ext cx="2464500" cy="44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Alegreya"/>
                <a:ea typeface="Alegreya"/>
                <a:cs typeface="Alegreya"/>
                <a:sym typeface="Alegreya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71" name="Google Shape;71;p13"/>
          <p:cNvSpPr txBox="1">
            <a:spLocks noGrp="1"/>
          </p:cNvSpPr>
          <p:nvPr>
            <p:ph type="subTitle" idx="15"/>
          </p:nvPr>
        </p:nvSpPr>
        <p:spPr>
          <a:xfrm>
            <a:off x="5242500" y="4160900"/>
            <a:ext cx="2464500" cy="44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Alegreya"/>
                <a:ea typeface="Alegreya"/>
                <a:cs typeface="Alegreya"/>
                <a:sym typeface="Alegreya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_3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648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body" idx="1"/>
          </p:nvPr>
        </p:nvSpPr>
        <p:spPr>
          <a:xfrm>
            <a:off x="720000" y="999017"/>
            <a:ext cx="7704000" cy="37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86" name="Google Shape;86;p16"/>
          <p:cNvSpPr/>
          <p:nvPr/>
        </p:nvSpPr>
        <p:spPr>
          <a:xfrm rot="10800000" flipH="1">
            <a:off x="-43875" y="4512743"/>
            <a:ext cx="3570310" cy="715434"/>
          </a:xfrm>
          <a:custGeom>
            <a:avLst/>
            <a:gdLst/>
            <a:ahLst/>
            <a:cxnLst/>
            <a:rect l="l" t="t" r="r" b="b"/>
            <a:pathLst>
              <a:path w="162121" h="51600" extrusionOk="0">
                <a:moveTo>
                  <a:pt x="0" y="1"/>
                </a:moveTo>
                <a:lnTo>
                  <a:pt x="0" y="45639"/>
                </a:lnTo>
                <a:cubicBezTo>
                  <a:pt x="0" y="45639"/>
                  <a:pt x="14099" y="51599"/>
                  <a:pt x="29780" y="51599"/>
                </a:cubicBezTo>
                <a:cubicBezTo>
                  <a:pt x="39392" y="51599"/>
                  <a:pt x="49663" y="49312"/>
                  <a:pt x="57647" y="41988"/>
                </a:cubicBezTo>
                <a:cubicBezTo>
                  <a:pt x="64685" y="35565"/>
                  <a:pt x="70096" y="33542"/>
                  <a:pt x="75331" y="33542"/>
                </a:cubicBezTo>
                <a:cubicBezTo>
                  <a:pt x="79642" y="33542"/>
                  <a:pt x="83754" y="34928"/>
                  <a:pt x="88615" y="36291"/>
                </a:cubicBezTo>
                <a:cubicBezTo>
                  <a:pt x="93388" y="37677"/>
                  <a:pt x="98975" y="39040"/>
                  <a:pt x="105925" y="39040"/>
                </a:cubicBezTo>
                <a:cubicBezTo>
                  <a:pt x="108498" y="39040"/>
                  <a:pt x="111247" y="38865"/>
                  <a:pt x="114283" y="38491"/>
                </a:cubicBezTo>
                <a:cubicBezTo>
                  <a:pt x="143601" y="34202"/>
                  <a:pt x="162120" y="1"/>
                  <a:pt x="162120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</a:t>
            </a:r>
            <a:endParaRPr/>
          </a:p>
        </p:txBody>
      </p:sp>
      <p:sp>
        <p:nvSpPr>
          <p:cNvPr id="87" name="Google Shape;87;p16"/>
          <p:cNvSpPr/>
          <p:nvPr/>
        </p:nvSpPr>
        <p:spPr>
          <a:xfrm rot="5400000">
            <a:off x="6930241" y="1312244"/>
            <a:ext cx="3562204" cy="888165"/>
          </a:xfrm>
          <a:custGeom>
            <a:avLst/>
            <a:gdLst/>
            <a:ahLst/>
            <a:cxnLst/>
            <a:rect l="l" t="t" r="r" b="b"/>
            <a:pathLst>
              <a:path w="162121" h="51600" extrusionOk="0">
                <a:moveTo>
                  <a:pt x="0" y="1"/>
                </a:moveTo>
                <a:lnTo>
                  <a:pt x="0" y="45639"/>
                </a:lnTo>
                <a:cubicBezTo>
                  <a:pt x="0" y="45639"/>
                  <a:pt x="14099" y="51599"/>
                  <a:pt x="29780" y="51599"/>
                </a:cubicBezTo>
                <a:cubicBezTo>
                  <a:pt x="39392" y="51599"/>
                  <a:pt x="49663" y="49312"/>
                  <a:pt x="57647" y="41988"/>
                </a:cubicBezTo>
                <a:cubicBezTo>
                  <a:pt x="64685" y="35565"/>
                  <a:pt x="70096" y="33542"/>
                  <a:pt x="75331" y="33542"/>
                </a:cubicBezTo>
                <a:cubicBezTo>
                  <a:pt x="79642" y="33542"/>
                  <a:pt x="83754" y="34928"/>
                  <a:pt x="88615" y="36291"/>
                </a:cubicBezTo>
                <a:cubicBezTo>
                  <a:pt x="93388" y="37677"/>
                  <a:pt x="98975" y="39040"/>
                  <a:pt x="105925" y="39040"/>
                </a:cubicBezTo>
                <a:cubicBezTo>
                  <a:pt x="108498" y="39040"/>
                  <a:pt x="111247" y="38865"/>
                  <a:pt x="114283" y="38491"/>
                </a:cubicBezTo>
                <a:cubicBezTo>
                  <a:pt x="143601" y="34202"/>
                  <a:pt x="162120" y="1"/>
                  <a:pt x="162120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</a:t>
            </a:r>
            <a:endParaRPr/>
          </a:p>
        </p:txBody>
      </p:sp>
      <p:sp>
        <p:nvSpPr>
          <p:cNvPr id="88" name="Google Shape;88;p16"/>
          <p:cNvSpPr txBox="1">
            <a:spLocks noGrp="1"/>
          </p:cNvSpPr>
          <p:nvPr>
            <p:ph type="subTitle" idx="2"/>
          </p:nvPr>
        </p:nvSpPr>
        <p:spPr>
          <a:xfrm>
            <a:off x="724900" y="1521350"/>
            <a:ext cx="3698400" cy="176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CUSTOM_3_1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648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17"/>
          <p:cNvSpPr txBox="1">
            <a:spLocks noGrp="1"/>
          </p:cNvSpPr>
          <p:nvPr>
            <p:ph type="body" idx="1"/>
          </p:nvPr>
        </p:nvSpPr>
        <p:spPr>
          <a:xfrm>
            <a:off x="720000" y="999017"/>
            <a:ext cx="7704000" cy="37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92" name="Google Shape;92;p17"/>
          <p:cNvSpPr/>
          <p:nvPr/>
        </p:nvSpPr>
        <p:spPr>
          <a:xfrm>
            <a:off x="-34018" y="-96374"/>
            <a:ext cx="3485196" cy="580371"/>
          </a:xfrm>
          <a:custGeom>
            <a:avLst/>
            <a:gdLst/>
            <a:ahLst/>
            <a:cxnLst/>
            <a:rect l="l" t="t" r="r" b="b"/>
            <a:pathLst>
              <a:path w="162121" h="51600" extrusionOk="0">
                <a:moveTo>
                  <a:pt x="0" y="1"/>
                </a:moveTo>
                <a:lnTo>
                  <a:pt x="0" y="45639"/>
                </a:lnTo>
                <a:cubicBezTo>
                  <a:pt x="0" y="45639"/>
                  <a:pt x="14099" y="51599"/>
                  <a:pt x="29780" y="51599"/>
                </a:cubicBezTo>
                <a:cubicBezTo>
                  <a:pt x="39392" y="51599"/>
                  <a:pt x="49663" y="49312"/>
                  <a:pt x="57647" y="41988"/>
                </a:cubicBezTo>
                <a:cubicBezTo>
                  <a:pt x="64685" y="35565"/>
                  <a:pt x="70096" y="33542"/>
                  <a:pt x="75331" y="33542"/>
                </a:cubicBezTo>
                <a:cubicBezTo>
                  <a:pt x="79642" y="33542"/>
                  <a:pt x="83754" y="34928"/>
                  <a:pt x="88615" y="36291"/>
                </a:cubicBezTo>
                <a:cubicBezTo>
                  <a:pt x="93388" y="37677"/>
                  <a:pt x="98975" y="39040"/>
                  <a:pt x="105925" y="39040"/>
                </a:cubicBezTo>
                <a:cubicBezTo>
                  <a:pt x="108498" y="39040"/>
                  <a:pt x="111247" y="38865"/>
                  <a:pt x="114283" y="38491"/>
                </a:cubicBezTo>
                <a:cubicBezTo>
                  <a:pt x="143601" y="34202"/>
                  <a:pt x="162120" y="1"/>
                  <a:pt x="162120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</a:t>
            </a:r>
            <a:endParaRPr/>
          </a:p>
        </p:txBody>
      </p:sp>
      <p:sp>
        <p:nvSpPr>
          <p:cNvPr id="93" name="Google Shape;93;p17"/>
          <p:cNvSpPr/>
          <p:nvPr/>
        </p:nvSpPr>
        <p:spPr>
          <a:xfrm rot="5400000" flipH="1">
            <a:off x="7086991" y="3002992"/>
            <a:ext cx="3562204" cy="888165"/>
          </a:xfrm>
          <a:custGeom>
            <a:avLst/>
            <a:gdLst/>
            <a:ahLst/>
            <a:cxnLst/>
            <a:rect l="l" t="t" r="r" b="b"/>
            <a:pathLst>
              <a:path w="162121" h="51600" extrusionOk="0">
                <a:moveTo>
                  <a:pt x="0" y="1"/>
                </a:moveTo>
                <a:lnTo>
                  <a:pt x="0" y="45639"/>
                </a:lnTo>
                <a:cubicBezTo>
                  <a:pt x="0" y="45639"/>
                  <a:pt x="14099" y="51599"/>
                  <a:pt x="29780" y="51599"/>
                </a:cubicBezTo>
                <a:cubicBezTo>
                  <a:pt x="39392" y="51599"/>
                  <a:pt x="49663" y="49312"/>
                  <a:pt x="57647" y="41988"/>
                </a:cubicBezTo>
                <a:cubicBezTo>
                  <a:pt x="64685" y="35565"/>
                  <a:pt x="70096" y="33542"/>
                  <a:pt x="75331" y="33542"/>
                </a:cubicBezTo>
                <a:cubicBezTo>
                  <a:pt x="79642" y="33542"/>
                  <a:pt x="83754" y="34928"/>
                  <a:pt x="88615" y="36291"/>
                </a:cubicBezTo>
                <a:cubicBezTo>
                  <a:pt x="93388" y="37677"/>
                  <a:pt x="98975" y="39040"/>
                  <a:pt x="105925" y="39040"/>
                </a:cubicBezTo>
                <a:cubicBezTo>
                  <a:pt x="108498" y="39040"/>
                  <a:pt x="111247" y="38865"/>
                  <a:pt x="114283" y="38491"/>
                </a:cubicBezTo>
                <a:cubicBezTo>
                  <a:pt x="143601" y="34202"/>
                  <a:pt x="162120" y="1"/>
                  <a:pt x="162120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</a:t>
            </a:r>
            <a:endParaRPr/>
          </a:p>
        </p:txBody>
      </p:sp>
      <p:sp>
        <p:nvSpPr>
          <p:cNvPr id="94" name="Google Shape;94;p17"/>
          <p:cNvSpPr txBox="1">
            <a:spLocks noGrp="1"/>
          </p:cNvSpPr>
          <p:nvPr>
            <p:ph type="subTitle" idx="2"/>
          </p:nvPr>
        </p:nvSpPr>
        <p:spPr>
          <a:xfrm>
            <a:off x="724900" y="1521350"/>
            <a:ext cx="4958100" cy="195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BLANK_1_1_1_2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8"/>
          <p:cNvSpPr txBox="1">
            <a:spLocks noGrp="1"/>
          </p:cNvSpPr>
          <p:nvPr>
            <p:ph type="subTitle" idx="1"/>
          </p:nvPr>
        </p:nvSpPr>
        <p:spPr>
          <a:xfrm>
            <a:off x="720050" y="1570350"/>
            <a:ext cx="24189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000" b="1">
                <a:latin typeface="Alegreya"/>
                <a:ea typeface="Alegreya"/>
                <a:cs typeface="Alegreya"/>
                <a:sym typeface="Alegreya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97" name="Google Shape;97;p18"/>
          <p:cNvSpPr txBox="1">
            <a:spLocks noGrp="1"/>
          </p:cNvSpPr>
          <p:nvPr>
            <p:ph type="subTitle" idx="2"/>
          </p:nvPr>
        </p:nvSpPr>
        <p:spPr>
          <a:xfrm>
            <a:off x="3362547" y="1570350"/>
            <a:ext cx="24189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000" b="1">
                <a:latin typeface="Alegreya"/>
                <a:ea typeface="Alegreya"/>
                <a:cs typeface="Alegreya"/>
                <a:sym typeface="Alegreya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98" name="Google Shape;98;p18"/>
          <p:cNvSpPr txBox="1">
            <a:spLocks noGrp="1"/>
          </p:cNvSpPr>
          <p:nvPr>
            <p:ph type="subTitle" idx="3"/>
          </p:nvPr>
        </p:nvSpPr>
        <p:spPr>
          <a:xfrm>
            <a:off x="720050" y="2143025"/>
            <a:ext cx="2418900" cy="182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18"/>
          <p:cNvSpPr txBox="1">
            <a:spLocks noGrp="1"/>
          </p:cNvSpPr>
          <p:nvPr>
            <p:ph type="subTitle" idx="4"/>
          </p:nvPr>
        </p:nvSpPr>
        <p:spPr>
          <a:xfrm>
            <a:off x="3362549" y="2143025"/>
            <a:ext cx="2418900" cy="182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1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18"/>
          <p:cNvSpPr/>
          <p:nvPr/>
        </p:nvSpPr>
        <p:spPr>
          <a:xfrm>
            <a:off x="-95250" y="-186524"/>
            <a:ext cx="3635158" cy="721497"/>
          </a:xfrm>
          <a:custGeom>
            <a:avLst/>
            <a:gdLst/>
            <a:ahLst/>
            <a:cxnLst/>
            <a:rect l="l" t="t" r="r" b="b"/>
            <a:pathLst>
              <a:path w="162121" h="51600" extrusionOk="0">
                <a:moveTo>
                  <a:pt x="0" y="1"/>
                </a:moveTo>
                <a:lnTo>
                  <a:pt x="0" y="45639"/>
                </a:lnTo>
                <a:cubicBezTo>
                  <a:pt x="0" y="45639"/>
                  <a:pt x="14099" y="51599"/>
                  <a:pt x="29780" y="51599"/>
                </a:cubicBezTo>
                <a:cubicBezTo>
                  <a:pt x="39392" y="51599"/>
                  <a:pt x="49663" y="49312"/>
                  <a:pt x="57647" y="41988"/>
                </a:cubicBezTo>
                <a:cubicBezTo>
                  <a:pt x="64685" y="35565"/>
                  <a:pt x="70096" y="33542"/>
                  <a:pt x="75331" y="33542"/>
                </a:cubicBezTo>
                <a:cubicBezTo>
                  <a:pt x="79642" y="33542"/>
                  <a:pt x="83754" y="34928"/>
                  <a:pt x="88615" y="36291"/>
                </a:cubicBezTo>
                <a:cubicBezTo>
                  <a:pt x="93388" y="37677"/>
                  <a:pt x="98975" y="39040"/>
                  <a:pt x="105925" y="39040"/>
                </a:cubicBezTo>
                <a:cubicBezTo>
                  <a:pt x="108498" y="39040"/>
                  <a:pt x="111247" y="38865"/>
                  <a:pt x="114283" y="38491"/>
                </a:cubicBezTo>
                <a:cubicBezTo>
                  <a:pt x="143601" y="34202"/>
                  <a:pt x="162120" y="1"/>
                  <a:pt x="162120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18"/>
          <p:cNvSpPr/>
          <p:nvPr/>
        </p:nvSpPr>
        <p:spPr>
          <a:xfrm>
            <a:off x="5104349" y="4353550"/>
            <a:ext cx="4198401" cy="916607"/>
          </a:xfrm>
          <a:custGeom>
            <a:avLst/>
            <a:gdLst/>
            <a:ahLst/>
            <a:cxnLst/>
            <a:rect l="l" t="t" r="r" b="b"/>
            <a:pathLst>
              <a:path w="159635" h="50852" extrusionOk="0">
                <a:moveTo>
                  <a:pt x="130317" y="1"/>
                </a:moveTo>
                <a:cubicBezTo>
                  <a:pt x="120771" y="1"/>
                  <a:pt x="110698" y="2200"/>
                  <a:pt x="102824" y="9436"/>
                </a:cubicBezTo>
                <a:cubicBezTo>
                  <a:pt x="95851" y="15858"/>
                  <a:pt x="90529" y="17772"/>
                  <a:pt x="85404" y="17772"/>
                </a:cubicBezTo>
                <a:cubicBezTo>
                  <a:pt x="81181" y="17772"/>
                  <a:pt x="77156" y="16408"/>
                  <a:pt x="72384" y="15023"/>
                </a:cubicBezTo>
                <a:cubicBezTo>
                  <a:pt x="67633" y="13659"/>
                  <a:pt x="62222" y="12273"/>
                  <a:pt x="55250" y="12273"/>
                </a:cubicBezTo>
                <a:cubicBezTo>
                  <a:pt x="52787" y="12273"/>
                  <a:pt x="50037" y="12471"/>
                  <a:pt x="47090" y="12911"/>
                </a:cubicBezTo>
                <a:cubicBezTo>
                  <a:pt x="18146" y="17134"/>
                  <a:pt x="0" y="50851"/>
                  <a:pt x="0" y="50851"/>
                </a:cubicBezTo>
                <a:lnTo>
                  <a:pt x="159547" y="50851"/>
                </a:lnTo>
                <a:lnTo>
                  <a:pt x="159635" y="5873"/>
                </a:lnTo>
                <a:cubicBezTo>
                  <a:pt x="159635" y="5873"/>
                  <a:pt x="145713" y="1"/>
                  <a:pt x="130317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18"/>
          <p:cNvSpPr txBox="1">
            <a:spLocks noGrp="1"/>
          </p:cNvSpPr>
          <p:nvPr>
            <p:ph type="subTitle" idx="5"/>
          </p:nvPr>
        </p:nvSpPr>
        <p:spPr>
          <a:xfrm>
            <a:off x="6005045" y="1570350"/>
            <a:ext cx="24189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000" b="1">
                <a:latin typeface="Alegreya"/>
                <a:ea typeface="Alegreya"/>
                <a:cs typeface="Alegreya"/>
                <a:sym typeface="Alegreya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04" name="Google Shape;104;p18"/>
          <p:cNvSpPr txBox="1">
            <a:spLocks noGrp="1"/>
          </p:cNvSpPr>
          <p:nvPr>
            <p:ph type="subTitle" idx="6"/>
          </p:nvPr>
        </p:nvSpPr>
        <p:spPr>
          <a:xfrm>
            <a:off x="6005048" y="2143025"/>
            <a:ext cx="2418900" cy="182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18"/>
          <p:cNvSpPr/>
          <p:nvPr/>
        </p:nvSpPr>
        <p:spPr>
          <a:xfrm rot="-4723616" flipH="1">
            <a:off x="7839780" y="72541"/>
            <a:ext cx="1722353" cy="1471813"/>
          </a:xfrm>
          <a:custGeom>
            <a:avLst/>
            <a:gdLst/>
            <a:ahLst/>
            <a:cxnLst/>
            <a:rect l="l" t="t" r="r" b="b"/>
            <a:pathLst>
              <a:path w="80742" h="68997" extrusionOk="0">
                <a:moveTo>
                  <a:pt x="30704" y="1"/>
                </a:moveTo>
                <a:cubicBezTo>
                  <a:pt x="29055" y="89"/>
                  <a:pt x="29693" y="5587"/>
                  <a:pt x="29781" y="6687"/>
                </a:cubicBezTo>
                <a:cubicBezTo>
                  <a:pt x="29891" y="9348"/>
                  <a:pt x="29979" y="11988"/>
                  <a:pt x="29891" y="14649"/>
                </a:cubicBezTo>
                <a:cubicBezTo>
                  <a:pt x="29891" y="15573"/>
                  <a:pt x="29143" y="16936"/>
                  <a:pt x="28417" y="17134"/>
                </a:cubicBezTo>
                <a:cubicBezTo>
                  <a:pt x="28343" y="17152"/>
                  <a:pt x="28261" y="17161"/>
                  <a:pt x="28174" y="17161"/>
                </a:cubicBezTo>
                <a:cubicBezTo>
                  <a:pt x="27415" y="17161"/>
                  <a:pt x="26249" y="16508"/>
                  <a:pt x="25756" y="15837"/>
                </a:cubicBezTo>
                <a:cubicBezTo>
                  <a:pt x="24744" y="14649"/>
                  <a:pt x="24194" y="12999"/>
                  <a:pt x="23292" y="11724"/>
                </a:cubicBezTo>
                <a:cubicBezTo>
                  <a:pt x="21907" y="9524"/>
                  <a:pt x="20433" y="7413"/>
                  <a:pt x="18894" y="5213"/>
                </a:cubicBezTo>
                <a:cubicBezTo>
                  <a:pt x="18149" y="4156"/>
                  <a:pt x="16463" y="552"/>
                  <a:pt x="14752" y="552"/>
                </a:cubicBezTo>
                <a:cubicBezTo>
                  <a:pt x="14541" y="552"/>
                  <a:pt x="14330" y="606"/>
                  <a:pt x="14121" y="726"/>
                </a:cubicBezTo>
                <a:cubicBezTo>
                  <a:pt x="13483" y="990"/>
                  <a:pt x="13197" y="2090"/>
                  <a:pt x="13483" y="2750"/>
                </a:cubicBezTo>
                <a:cubicBezTo>
                  <a:pt x="15858" y="7325"/>
                  <a:pt x="18344" y="11812"/>
                  <a:pt x="20807" y="16298"/>
                </a:cubicBezTo>
                <a:cubicBezTo>
                  <a:pt x="21181" y="16936"/>
                  <a:pt x="22083" y="18146"/>
                  <a:pt x="22193" y="18872"/>
                </a:cubicBezTo>
                <a:cubicBezTo>
                  <a:pt x="22281" y="19246"/>
                  <a:pt x="22545" y="19334"/>
                  <a:pt x="22083" y="19685"/>
                </a:cubicBezTo>
                <a:cubicBezTo>
                  <a:pt x="22028" y="19719"/>
                  <a:pt x="21965" y="19735"/>
                  <a:pt x="21897" y="19735"/>
                </a:cubicBezTo>
                <a:cubicBezTo>
                  <a:pt x="20842" y="19735"/>
                  <a:pt x="18293" y="15989"/>
                  <a:pt x="17508" y="15287"/>
                </a:cubicBezTo>
                <a:cubicBezTo>
                  <a:pt x="15484" y="13461"/>
                  <a:pt x="13483" y="11724"/>
                  <a:pt x="11459" y="9986"/>
                </a:cubicBezTo>
                <a:cubicBezTo>
                  <a:pt x="9913" y="8674"/>
                  <a:pt x="7773" y="5707"/>
                  <a:pt x="5383" y="5707"/>
                </a:cubicBezTo>
                <a:cubicBezTo>
                  <a:pt x="5088" y="5707"/>
                  <a:pt x="4789" y="5752"/>
                  <a:pt x="4487" y="5851"/>
                </a:cubicBezTo>
                <a:cubicBezTo>
                  <a:pt x="2112" y="6775"/>
                  <a:pt x="6973" y="11174"/>
                  <a:pt x="7698" y="11900"/>
                </a:cubicBezTo>
                <a:cubicBezTo>
                  <a:pt x="9546" y="13747"/>
                  <a:pt x="11283" y="15573"/>
                  <a:pt x="13109" y="17486"/>
                </a:cubicBezTo>
                <a:cubicBezTo>
                  <a:pt x="14121" y="18696"/>
                  <a:pt x="15132" y="19883"/>
                  <a:pt x="16144" y="21071"/>
                </a:cubicBezTo>
                <a:cubicBezTo>
                  <a:pt x="16694" y="21797"/>
                  <a:pt x="17794" y="22545"/>
                  <a:pt x="17970" y="23359"/>
                </a:cubicBezTo>
                <a:cubicBezTo>
                  <a:pt x="18122" y="23961"/>
                  <a:pt x="17934" y="24176"/>
                  <a:pt x="17584" y="24176"/>
                </a:cubicBezTo>
                <a:cubicBezTo>
                  <a:pt x="16873" y="24176"/>
                  <a:pt x="15494" y="23294"/>
                  <a:pt x="14935" y="22985"/>
                </a:cubicBezTo>
                <a:cubicBezTo>
                  <a:pt x="11745" y="21159"/>
                  <a:pt x="8622" y="19334"/>
                  <a:pt x="5499" y="17486"/>
                </a:cubicBezTo>
                <a:cubicBezTo>
                  <a:pt x="4861" y="17134"/>
                  <a:pt x="4135" y="16672"/>
                  <a:pt x="3497" y="16584"/>
                </a:cubicBezTo>
                <a:cubicBezTo>
                  <a:pt x="3368" y="16564"/>
                  <a:pt x="3217" y="16553"/>
                  <a:pt x="3059" y="16553"/>
                </a:cubicBezTo>
                <a:cubicBezTo>
                  <a:pt x="2547" y="16553"/>
                  <a:pt x="1956" y="16667"/>
                  <a:pt x="1738" y="16936"/>
                </a:cubicBezTo>
                <a:cubicBezTo>
                  <a:pt x="0" y="19334"/>
                  <a:pt x="8996" y="24546"/>
                  <a:pt x="10448" y="25558"/>
                </a:cubicBezTo>
                <a:cubicBezTo>
                  <a:pt x="15682" y="29033"/>
                  <a:pt x="19707" y="33630"/>
                  <a:pt x="23732" y="39216"/>
                </a:cubicBezTo>
                <a:cubicBezTo>
                  <a:pt x="19619" y="39590"/>
                  <a:pt x="15220" y="38930"/>
                  <a:pt x="11921" y="41680"/>
                </a:cubicBezTo>
                <a:cubicBezTo>
                  <a:pt x="11547" y="41966"/>
                  <a:pt x="11283" y="42340"/>
                  <a:pt x="11196" y="42779"/>
                </a:cubicBezTo>
                <a:cubicBezTo>
                  <a:pt x="10910" y="44253"/>
                  <a:pt x="16782" y="44429"/>
                  <a:pt x="17596" y="44539"/>
                </a:cubicBezTo>
                <a:cubicBezTo>
                  <a:pt x="21095" y="44852"/>
                  <a:pt x="24612" y="46051"/>
                  <a:pt x="28116" y="46051"/>
                </a:cubicBezTo>
                <a:cubicBezTo>
                  <a:pt x="28554" y="46051"/>
                  <a:pt x="28991" y="46032"/>
                  <a:pt x="29429" y="45991"/>
                </a:cubicBezTo>
                <a:cubicBezTo>
                  <a:pt x="29829" y="45962"/>
                  <a:pt x="30219" y="45947"/>
                  <a:pt x="30599" y="45947"/>
                </a:cubicBezTo>
                <a:cubicBezTo>
                  <a:pt x="33680" y="45947"/>
                  <a:pt x="36102" y="46930"/>
                  <a:pt x="38314" y="49378"/>
                </a:cubicBezTo>
                <a:cubicBezTo>
                  <a:pt x="43989" y="55800"/>
                  <a:pt x="49488" y="62222"/>
                  <a:pt x="54810" y="68997"/>
                </a:cubicBezTo>
                <a:lnTo>
                  <a:pt x="80741" y="68997"/>
                </a:lnTo>
                <a:cubicBezTo>
                  <a:pt x="72780" y="60749"/>
                  <a:pt x="64334" y="52963"/>
                  <a:pt x="55272" y="45815"/>
                </a:cubicBezTo>
                <a:cubicBezTo>
                  <a:pt x="51511" y="42779"/>
                  <a:pt x="48036" y="39480"/>
                  <a:pt x="45727" y="34993"/>
                </a:cubicBezTo>
                <a:cubicBezTo>
                  <a:pt x="43439" y="30683"/>
                  <a:pt x="40888" y="26570"/>
                  <a:pt x="38139" y="22633"/>
                </a:cubicBezTo>
                <a:cubicBezTo>
                  <a:pt x="36577" y="20609"/>
                  <a:pt x="35279" y="18322"/>
                  <a:pt x="34553" y="15837"/>
                </a:cubicBezTo>
                <a:cubicBezTo>
                  <a:pt x="33542" y="12361"/>
                  <a:pt x="33740" y="8512"/>
                  <a:pt x="32992" y="4839"/>
                </a:cubicBezTo>
                <a:cubicBezTo>
                  <a:pt x="32816" y="3850"/>
                  <a:pt x="32442" y="1"/>
                  <a:pt x="30704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18"/>
          <p:cNvSpPr/>
          <p:nvPr/>
        </p:nvSpPr>
        <p:spPr>
          <a:xfrm rot="9862587" flipH="1">
            <a:off x="-332871" y="3892108"/>
            <a:ext cx="1142132" cy="1294009"/>
          </a:xfrm>
          <a:custGeom>
            <a:avLst/>
            <a:gdLst/>
            <a:ahLst/>
            <a:cxnLst/>
            <a:rect l="l" t="t" r="r" b="b"/>
            <a:pathLst>
              <a:path w="55273" h="62623" extrusionOk="0">
                <a:moveTo>
                  <a:pt x="41878" y="44275"/>
                </a:moveTo>
                <a:cubicBezTo>
                  <a:pt x="42515" y="45199"/>
                  <a:pt x="43175" y="46101"/>
                  <a:pt x="43813" y="47112"/>
                </a:cubicBezTo>
                <a:cubicBezTo>
                  <a:pt x="42515" y="46013"/>
                  <a:pt x="41702" y="44737"/>
                  <a:pt x="41878" y="44275"/>
                </a:cubicBezTo>
                <a:close/>
                <a:moveTo>
                  <a:pt x="46101" y="50038"/>
                </a:moveTo>
                <a:cubicBezTo>
                  <a:pt x="47200" y="51137"/>
                  <a:pt x="47926" y="52523"/>
                  <a:pt x="48564" y="53799"/>
                </a:cubicBezTo>
                <a:lnTo>
                  <a:pt x="48476" y="53887"/>
                </a:lnTo>
                <a:cubicBezTo>
                  <a:pt x="47662" y="52611"/>
                  <a:pt x="46826" y="51335"/>
                  <a:pt x="46101" y="50038"/>
                </a:cubicBezTo>
                <a:close/>
                <a:moveTo>
                  <a:pt x="0" y="1"/>
                </a:moveTo>
                <a:lnTo>
                  <a:pt x="0" y="661"/>
                </a:lnTo>
                <a:lnTo>
                  <a:pt x="0" y="7809"/>
                </a:lnTo>
                <a:lnTo>
                  <a:pt x="0" y="20631"/>
                </a:lnTo>
                <a:cubicBezTo>
                  <a:pt x="0" y="20895"/>
                  <a:pt x="0" y="21181"/>
                  <a:pt x="286" y="21357"/>
                </a:cubicBezTo>
                <a:cubicBezTo>
                  <a:pt x="4311" y="24304"/>
                  <a:pt x="8622" y="26856"/>
                  <a:pt x="12823" y="29341"/>
                </a:cubicBezTo>
                <a:cubicBezTo>
                  <a:pt x="14583" y="30353"/>
                  <a:pt x="16122" y="31540"/>
                  <a:pt x="17420" y="32904"/>
                </a:cubicBezTo>
                <a:cubicBezTo>
                  <a:pt x="18432" y="34092"/>
                  <a:pt x="19421" y="35301"/>
                  <a:pt x="19883" y="36841"/>
                </a:cubicBezTo>
                <a:cubicBezTo>
                  <a:pt x="20081" y="37303"/>
                  <a:pt x="20257" y="37853"/>
                  <a:pt x="20521" y="38315"/>
                </a:cubicBezTo>
                <a:cubicBezTo>
                  <a:pt x="21731" y="40338"/>
                  <a:pt x="22721" y="42340"/>
                  <a:pt x="24018" y="44275"/>
                </a:cubicBezTo>
                <a:cubicBezTo>
                  <a:pt x="24920" y="45639"/>
                  <a:pt x="25932" y="47024"/>
                  <a:pt x="27229" y="48124"/>
                </a:cubicBezTo>
                <a:cubicBezTo>
                  <a:pt x="27779" y="48586"/>
                  <a:pt x="28329" y="49048"/>
                  <a:pt x="28769" y="49686"/>
                </a:cubicBezTo>
                <a:cubicBezTo>
                  <a:pt x="30331" y="51797"/>
                  <a:pt x="31892" y="53997"/>
                  <a:pt x="34004" y="55646"/>
                </a:cubicBezTo>
                <a:cubicBezTo>
                  <a:pt x="35191" y="56636"/>
                  <a:pt x="36291" y="57736"/>
                  <a:pt x="37479" y="58659"/>
                </a:cubicBezTo>
                <a:cubicBezTo>
                  <a:pt x="38315" y="59297"/>
                  <a:pt x="39128" y="59759"/>
                  <a:pt x="39964" y="60221"/>
                </a:cubicBezTo>
                <a:cubicBezTo>
                  <a:pt x="40132" y="60335"/>
                  <a:pt x="40343" y="60388"/>
                  <a:pt x="40564" y="60388"/>
                </a:cubicBezTo>
                <a:cubicBezTo>
                  <a:pt x="41070" y="60388"/>
                  <a:pt x="41633" y="60114"/>
                  <a:pt x="41878" y="59671"/>
                </a:cubicBezTo>
                <a:cubicBezTo>
                  <a:pt x="41966" y="59583"/>
                  <a:pt x="42076" y="59385"/>
                  <a:pt x="42076" y="59297"/>
                </a:cubicBezTo>
                <a:cubicBezTo>
                  <a:pt x="42164" y="59385"/>
                  <a:pt x="42252" y="59385"/>
                  <a:pt x="42252" y="59385"/>
                </a:cubicBezTo>
                <a:cubicBezTo>
                  <a:pt x="43065" y="60133"/>
                  <a:pt x="43901" y="60859"/>
                  <a:pt x="44627" y="61695"/>
                </a:cubicBezTo>
                <a:cubicBezTo>
                  <a:pt x="45133" y="62189"/>
                  <a:pt x="45732" y="62437"/>
                  <a:pt x="46318" y="62437"/>
                </a:cubicBezTo>
                <a:cubicBezTo>
                  <a:pt x="46903" y="62437"/>
                  <a:pt x="47475" y="62189"/>
                  <a:pt x="47926" y="61695"/>
                </a:cubicBezTo>
                <a:cubicBezTo>
                  <a:pt x="48014" y="61497"/>
                  <a:pt x="48124" y="61321"/>
                  <a:pt x="48300" y="61035"/>
                </a:cubicBezTo>
                <a:cubicBezTo>
                  <a:pt x="48674" y="61497"/>
                  <a:pt x="49026" y="61870"/>
                  <a:pt x="49400" y="62244"/>
                </a:cubicBezTo>
                <a:cubicBezTo>
                  <a:pt x="49692" y="62501"/>
                  <a:pt x="50017" y="62623"/>
                  <a:pt x="50336" y="62623"/>
                </a:cubicBezTo>
                <a:cubicBezTo>
                  <a:pt x="50809" y="62623"/>
                  <a:pt x="51271" y="62356"/>
                  <a:pt x="51599" y="61870"/>
                </a:cubicBezTo>
                <a:cubicBezTo>
                  <a:pt x="51687" y="61783"/>
                  <a:pt x="51775" y="61409"/>
                  <a:pt x="51863" y="61409"/>
                </a:cubicBezTo>
                <a:cubicBezTo>
                  <a:pt x="52325" y="61409"/>
                  <a:pt x="52325" y="61035"/>
                  <a:pt x="52237" y="60859"/>
                </a:cubicBezTo>
                <a:cubicBezTo>
                  <a:pt x="52149" y="60309"/>
                  <a:pt x="51973" y="59759"/>
                  <a:pt x="51687" y="59209"/>
                </a:cubicBezTo>
                <a:cubicBezTo>
                  <a:pt x="51599" y="58747"/>
                  <a:pt x="51313" y="58395"/>
                  <a:pt x="51049" y="58021"/>
                </a:cubicBezTo>
                <a:lnTo>
                  <a:pt x="51049" y="58021"/>
                </a:lnTo>
                <a:cubicBezTo>
                  <a:pt x="51441" y="58164"/>
                  <a:pt x="51792" y="58243"/>
                  <a:pt x="52095" y="58243"/>
                </a:cubicBezTo>
                <a:cubicBezTo>
                  <a:pt x="52776" y="58243"/>
                  <a:pt x="53215" y="57839"/>
                  <a:pt x="53337" y="56834"/>
                </a:cubicBezTo>
                <a:cubicBezTo>
                  <a:pt x="53425" y="56922"/>
                  <a:pt x="53425" y="57010"/>
                  <a:pt x="53623" y="57186"/>
                </a:cubicBezTo>
                <a:cubicBezTo>
                  <a:pt x="53623" y="56922"/>
                  <a:pt x="53799" y="56834"/>
                  <a:pt x="53711" y="56746"/>
                </a:cubicBezTo>
                <a:cubicBezTo>
                  <a:pt x="53711" y="56196"/>
                  <a:pt x="53711" y="55734"/>
                  <a:pt x="53513" y="55272"/>
                </a:cubicBezTo>
                <a:cubicBezTo>
                  <a:pt x="53425" y="54898"/>
                  <a:pt x="53249" y="54436"/>
                  <a:pt x="53161" y="54085"/>
                </a:cubicBezTo>
                <a:cubicBezTo>
                  <a:pt x="52787" y="53161"/>
                  <a:pt x="52523" y="52149"/>
                  <a:pt x="51973" y="51247"/>
                </a:cubicBezTo>
                <a:cubicBezTo>
                  <a:pt x="51423" y="50324"/>
                  <a:pt x="50961" y="49224"/>
                  <a:pt x="50411" y="48300"/>
                </a:cubicBezTo>
                <a:cubicBezTo>
                  <a:pt x="50038" y="47486"/>
                  <a:pt x="49664" y="46650"/>
                  <a:pt x="49224" y="46013"/>
                </a:cubicBezTo>
                <a:cubicBezTo>
                  <a:pt x="48014" y="44275"/>
                  <a:pt x="46738" y="42538"/>
                  <a:pt x="45551" y="40888"/>
                </a:cubicBezTo>
                <a:cubicBezTo>
                  <a:pt x="45177" y="40426"/>
                  <a:pt x="44913" y="39876"/>
                  <a:pt x="44627" y="39326"/>
                </a:cubicBezTo>
                <a:cubicBezTo>
                  <a:pt x="43989" y="38139"/>
                  <a:pt x="43439" y="36753"/>
                  <a:pt x="42801" y="35565"/>
                </a:cubicBezTo>
                <a:cubicBezTo>
                  <a:pt x="42340" y="34840"/>
                  <a:pt x="41878" y="34004"/>
                  <a:pt x="41702" y="33102"/>
                </a:cubicBezTo>
                <a:cubicBezTo>
                  <a:pt x="41614" y="32992"/>
                  <a:pt x="41702" y="32816"/>
                  <a:pt x="41614" y="32640"/>
                </a:cubicBezTo>
                <a:lnTo>
                  <a:pt x="41614" y="32640"/>
                </a:lnTo>
                <a:cubicBezTo>
                  <a:pt x="41702" y="32684"/>
                  <a:pt x="41790" y="32684"/>
                  <a:pt x="41869" y="32684"/>
                </a:cubicBezTo>
                <a:cubicBezTo>
                  <a:pt x="41949" y="32684"/>
                  <a:pt x="42021" y="32684"/>
                  <a:pt x="42076" y="32728"/>
                </a:cubicBezTo>
                <a:cubicBezTo>
                  <a:pt x="42713" y="32992"/>
                  <a:pt x="43263" y="33278"/>
                  <a:pt x="43813" y="33740"/>
                </a:cubicBezTo>
                <a:cubicBezTo>
                  <a:pt x="44913" y="34554"/>
                  <a:pt x="46013" y="35477"/>
                  <a:pt x="47024" y="36291"/>
                </a:cubicBezTo>
                <a:cubicBezTo>
                  <a:pt x="48604" y="37551"/>
                  <a:pt x="50330" y="38338"/>
                  <a:pt x="52284" y="38338"/>
                </a:cubicBezTo>
                <a:cubicBezTo>
                  <a:pt x="52478" y="38338"/>
                  <a:pt x="52675" y="38331"/>
                  <a:pt x="52875" y="38315"/>
                </a:cubicBezTo>
                <a:cubicBezTo>
                  <a:pt x="53513" y="38227"/>
                  <a:pt x="54172" y="37941"/>
                  <a:pt x="54722" y="37391"/>
                </a:cubicBezTo>
                <a:cubicBezTo>
                  <a:pt x="55272" y="36841"/>
                  <a:pt x="55162" y="36203"/>
                  <a:pt x="54524" y="35851"/>
                </a:cubicBezTo>
                <a:cubicBezTo>
                  <a:pt x="53974" y="35477"/>
                  <a:pt x="53425" y="35191"/>
                  <a:pt x="52963" y="34928"/>
                </a:cubicBezTo>
                <a:cubicBezTo>
                  <a:pt x="52611" y="34752"/>
                  <a:pt x="52237" y="34554"/>
                  <a:pt x="51973" y="34378"/>
                </a:cubicBezTo>
                <a:cubicBezTo>
                  <a:pt x="51225" y="33652"/>
                  <a:pt x="50587" y="32816"/>
                  <a:pt x="49774" y="32178"/>
                </a:cubicBezTo>
                <a:cubicBezTo>
                  <a:pt x="48762" y="31255"/>
                  <a:pt x="47662" y="30353"/>
                  <a:pt x="46562" y="29429"/>
                </a:cubicBezTo>
                <a:cubicBezTo>
                  <a:pt x="45727" y="28703"/>
                  <a:pt x="44913" y="27867"/>
                  <a:pt x="44077" y="27054"/>
                </a:cubicBezTo>
                <a:cubicBezTo>
                  <a:pt x="43263" y="26130"/>
                  <a:pt x="42252" y="25404"/>
                  <a:pt x="40976" y="25118"/>
                </a:cubicBezTo>
                <a:cubicBezTo>
                  <a:pt x="39216" y="24744"/>
                  <a:pt x="37479" y="24304"/>
                  <a:pt x="35741" y="23842"/>
                </a:cubicBezTo>
                <a:cubicBezTo>
                  <a:pt x="34554" y="23469"/>
                  <a:pt x="33366" y="23205"/>
                  <a:pt x="32068" y="23205"/>
                </a:cubicBezTo>
                <a:cubicBezTo>
                  <a:pt x="30243" y="23095"/>
                  <a:pt x="28505" y="22369"/>
                  <a:pt x="27031" y="21357"/>
                </a:cubicBezTo>
                <a:cubicBezTo>
                  <a:pt x="26130" y="20719"/>
                  <a:pt x="25294" y="19993"/>
                  <a:pt x="24480" y="19356"/>
                </a:cubicBezTo>
                <a:cubicBezTo>
                  <a:pt x="23182" y="18432"/>
                  <a:pt x="21907" y="17508"/>
                  <a:pt x="20631" y="16606"/>
                </a:cubicBezTo>
                <a:cubicBezTo>
                  <a:pt x="18982" y="15397"/>
                  <a:pt x="17332" y="14121"/>
                  <a:pt x="15572" y="12933"/>
                </a:cubicBezTo>
                <a:cubicBezTo>
                  <a:pt x="13835" y="11658"/>
                  <a:pt x="12097" y="10360"/>
                  <a:pt x="10272" y="9172"/>
                </a:cubicBezTo>
                <a:cubicBezTo>
                  <a:pt x="6885" y="6797"/>
                  <a:pt x="3937" y="4136"/>
                  <a:pt x="1276" y="1012"/>
                </a:cubicBezTo>
                <a:cubicBezTo>
                  <a:pt x="924" y="661"/>
                  <a:pt x="462" y="375"/>
                  <a:pt x="0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BLANK_1_1_1_1"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0"/>
          <p:cNvSpPr txBox="1">
            <a:spLocks noGrp="1"/>
          </p:cNvSpPr>
          <p:nvPr>
            <p:ph type="subTitle" idx="1"/>
          </p:nvPr>
        </p:nvSpPr>
        <p:spPr>
          <a:xfrm>
            <a:off x="923826" y="1192663"/>
            <a:ext cx="35082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000" b="1">
                <a:latin typeface="Alegreya"/>
                <a:ea typeface="Alegreya"/>
                <a:cs typeface="Alegreya"/>
                <a:sym typeface="Alegreya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19" name="Google Shape;119;p20"/>
          <p:cNvSpPr txBox="1">
            <a:spLocks noGrp="1"/>
          </p:cNvSpPr>
          <p:nvPr>
            <p:ph type="subTitle" idx="2"/>
          </p:nvPr>
        </p:nvSpPr>
        <p:spPr>
          <a:xfrm>
            <a:off x="4711958" y="1192663"/>
            <a:ext cx="35082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000" b="1">
                <a:latin typeface="Alegreya"/>
                <a:ea typeface="Alegreya"/>
                <a:cs typeface="Alegreya"/>
                <a:sym typeface="Alegreya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20" name="Google Shape;120;p20"/>
          <p:cNvSpPr txBox="1">
            <a:spLocks noGrp="1"/>
          </p:cNvSpPr>
          <p:nvPr>
            <p:ph type="subTitle" idx="3"/>
          </p:nvPr>
        </p:nvSpPr>
        <p:spPr>
          <a:xfrm>
            <a:off x="923825" y="1765345"/>
            <a:ext cx="3508200" cy="91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21" name="Google Shape;121;p20"/>
          <p:cNvSpPr txBox="1">
            <a:spLocks noGrp="1"/>
          </p:cNvSpPr>
          <p:nvPr>
            <p:ph type="subTitle" idx="4"/>
          </p:nvPr>
        </p:nvSpPr>
        <p:spPr>
          <a:xfrm>
            <a:off x="4711950" y="1765345"/>
            <a:ext cx="3508200" cy="91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22" name="Google Shape;122;p2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20"/>
          <p:cNvSpPr/>
          <p:nvPr/>
        </p:nvSpPr>
        <p:spPr>
          <a:xfrm flipH="1">
            <a:off x="5345846" y="-203198"/>
            <a:ext cx="3877529" cy="916545"/>
          </a:xfrm>
          <a:custGeom>
            <a:avLst/>
            <a:gdLst/>
            <a:ahLst/>
            <a:cxnLst/>
            <a:rect l="l" t="t" r="r" b="b"/>
            <a:pathLst>
              <a:path w="162121" h="51600" extrusionOk="0">
                <a:moveTo>
                  <a:pt x="0" y="1"/>
                </a:moveTo>
                <a:lnTo>
                  <a:pt x="0" y="45639"/>
                </a:lnTo>
                <a:cubicBezTo>
                  <a:pt x="0" y="45639"/>
                  <a:pt x="14099" y="51599"/>
                  <a:pt x="29780" y="51599"/>
                </a:cubicBezTo>
                <a:cubicBezTo>
                  <a:pt x="39392" y="51599"/>
                  <a:pt x="49663" y="49312"/>
                  <a:pt x="57647" y="41988"/>
                </a:cubicBezTo>
                <a:cubicBezTo>
                  <a:pt x="64685" y="35565"/>
                  <a:pt x="70096" y="33542"/>
                  <a:pt x="75331" y="33542"/>
                </a:cubicBezTo>
                <a:cubicBezTo>
                  <a:pt x="79642" y="33542"/>
                  <a:pt x="83754" y="34928"/>
                  <a:pt x="88615" y="36291"/>
                </a:cubicBezTo>
                <a:cubicBezTo>
                  <a:pt x="93388" y="37677"/>
                  <a:pt x="98975" y="39040"/>
                  <a:pt x="105925" y="39040"/>
                </a:cubicBezTo>
                <a:cubicBezTo>
                  <a:pt x="108498" y="39040"/>
                  <a:pt x="111247" y="38865"/>
                  <a:pt x="114283" y="38491"/>
                </a:cubicBezTo>
                <a:cubicBezTo>
                  <a:pt x="143601" y="34202"/>
                  <a:pt x="162120" y="1"/>
                  <a:pt x="162120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20"/>
          <p:cNvSpPr/>
          <p:nvPr/>
        </p:nvSpPr>
        <p:spPr>
          <a:xfrm flipH="1">
            <a:off x="-317526" y="4369425"/>
            <a:ext cx="4198401" cy="916607"/>
          </a:xfrm>
          <a:custGeom>
            <a:avLst/>
            <a:gdLst/>
            <a:ahLst/>
            <a:cxnLst/>
            <a:rect l="l" t="t" r="r" b="b"/>
            <a:pathLst>
              <a:path w="159635" h="50852" extrusionOk="0">
                <a:moveTo>
                  <a:pt x="130317" y="1"/>
                </a:moveTo>
                <a:cubicBezTo>
                  <a:pt x="120771" y="1"/>
                  <a:pt x="110698" y="2200"/>
                  <a:pt x="102824" y="9436"/>
                </a:cubicBezTo>
                <a:cubicBezTo>
                  <a:pt x="95851" y="15858"/>
                  <a:pt x="90529" y="17772"/>
                  <a:pt x="85404" y="17772"/>
                </a:cubicBezTo>
                <a:cubicBezTo>
                  <a:pt x="81181" y="17772"/>
                  <a:pt x="77156" y="16408"/>
                  <a:pt x="72384" y="15023"/>
                </a:cubicBezTo>
                <a:cubicBezTo>
                  <a:pt x="67633" y="13659"/>
                  <a:pt x="62222" y="12273"/>
                  <a:pt x="55250" y="12273"/>
                </a:cubicBezTo>
                <a:cubicBezTo>
                  <a:pt x="52787" y="12273"/>
                  <a:pt x="50037" y="12471"/>
                  <a:pt x="47090" y="12911"/>
                </a:cubicBezTo>
                <a:cubicBezTo>
                  <a:pt x="18146" y="17134"/>
                  <a:pt x="0" y="50851"/>
                  <a:pt x="0" y="50851"/>
                </a:cubicBezTo>
                <a:lnTo>
                  <a:pt x="159547" y="50851"/>
                </a:lnTo>
                <a:lnTo>
                  <a:pt x="159635" y="5873"/>
                </a:lnTo>
                <a:cubicBezTo>
                  <a:pt x="159635" y="5873"/>
                  <a:pt x="145713" y="1"/>
                  <a:pt x="130317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20"/>
          <p:cNvSpPr txBox="1">
            <a:spLocks noGrp="1"/>
          </p:cNvSpPr>
          <p:nvPr>
            <p:ph type="subTitle" idx="5"/>
          </p:nvPr>
        </p:nvSpPr>
        <p:spPr>
          <a:xfrm>
            <a:off x="923838" y="2874088"/>
            <a:ext cx="35082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000" b="1">
                <a:latin typeface="Alegreya"/>
                <a:ea typeface="Alegreya"/>
                <a:cs typeface="Alegreya"/>
                <a:sym typeface="Alegreya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26" name="Google Shape;126;p20"/>
          <p:cNvSpPr txBox="1">
            <a:spLocks noGrp="1"/>
          </p:cNvSpPr>
          <p:nvPr>
            <p:ph type="subTitle" idx="6"/>
          </p:nvPr>
        </p:nvSpPr>
        <p:spPr>
          <a:xfrm>
            <a:off x="4711971" y="2874088"/>
            <a:ext cx="35082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000" b="1">
                <a:latin typeface="Alegreya"/>
                <a:ea typeface="Alegreya"/>
                <a:cs typeface="Alegreya"/>
                <a:sym typeface="Alegreya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27" name="Google Shape;127;p20"/>
          <p:cNvSpPr txBox="1">
            <a:spLocks noGrp="1"/>
          </p:cNvSpPr>
          <p:nvPr>
            <p:ph type="subTitle" idx="7"/>
          </p:nvPr>
        </p:nvSpPr>
        <p:spPr>
          <a:xfrm>
            <a:off x="923838" y="3446770"/>
            <a:ext cx="3508200" cy="91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28" name="Google Shape;128;p20"/>
          <p:cNvSpPr txBox="1">
            <a:spLocks noGrp="1"/>
          </p:cNvSpPr>
          <p:nvPr>
            <p:ph type="subTitle" idx="8"/>
          </p:nvPr>
        </p:nvSpPr>
        <p:spPr>
          <a:xfrm>
            <a:off x="4711963" y="3446770"/>
            <a:ext cx="3508200" cy="91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29" name="Google Shape;129;p20"/>
          <p:cNvSpPr/>
          <p:nvPr/>
        </p:nvSpPr>
        <p:spPr>
          <a:xfrm flipH="1">
            <a:off x="8279662" y="3546074"/>
            <a:ext cx="1235213" cy="1399467"/>
          </a:xfrm>
          <a:custGeom>
            <a:avLst/>
            <a:gdLst/>
            <a:ahLst/>
            <a:cxnLst/>
            <a:rect l="l" t="t" r="r" b="b"/>
            <a:pathLst>
              <a:path w="55273" h="62623" extrusionOk="0">
                <a:moveTo>
                  <a:pt x="41878" y="44275"/>
                </a:moveTo>
                <a:cubicBezTo>
                  <a:pt x="42515" y="45199"/>
                  <a:pt x="43175" y="46101"/>
                  <a:pt x="43813" y="47112"/>
                </a:cubicBezTo>
                <a:cubicBezTo>
                  <a:pt x="42515" y="46013"/>
                  <a:pt x="41702" y="44737"/>
                  <a:pt x="41878" y="44275"/>
                </a:cubicBezTo>
                <a:close/>
                <a:moveTo>
                  <a:pt x="46101" y="50038"/>
                </a:moveTo>
                <a:cubicBezTo>
                  <a:pt x="47200" y="51137"/>
                  <a:pt x="47926" y="52523"/>
                  <a:pt x="48564" y="53799"/>
                </a:cubicBezTo>
                <a:lnTo>
                  <a:pt x="48476" y="53887"/>
                </a:lnTo>
                <a:cubicBezTo>
                  <a:pt x="47662" y="52611"/>
                  <a:pt x="46826" y="51335"/>
                  <a:pt x="46101" y="50038"/>
                </a:cubicBezTo>
                <a:close/>
                <a:moveTo>
                  <a:pt x="0" y="1"/>
                </a:moveTo>
                <a:lnTo>
                  <a:pt x="0" y="661"/>
                </a:lnTo>
                <a:lnTo>
                  <a:pt x="0" y="7809"/>
                </a:lnTo>
                <a:lnTo>
                  <a:pt x="0" y="20631"/>
                </a:lnTo>
                <a:cubicBezTo>
                  <a:pt x="0" y="20895"/>
                  <a:pt x="0" y="21181"/>
                  <a:pt x="286" y="21357"/>
                </a:cubicBezTo>
                <a:cubicBezTo>
                  <a:pt x="4311" y="24304"/>
                  <a:pt x="8622" y="26856"/>
                  <a:pt x="12823" y="29341"/>
                </a:cubicBezTo>
                <a:cubicBezTo>
                  <a:pt x="14583" y="30353"/>
                  <a:pt x="16122" y="31540"/>
                  <a:pt x="17420" y="32904"/>
                </a:cubicBezTo>
                <a:cubicBezTo>
                  <a:pt x="18432" y="34092"/>
                  <a:pt x="19421" y="35301"/>
                  <a:pt x="19883" y="36841"/>
                </a:cubicBezTo>
                <a:cubicBezTo>
                  <a:pt x="20081" y="37303"/>
                  <a:pt x="20257" y="37853"/>
                  <a:pt x="20521" y="38315"/>
                </a:cubicBezTo>
                <a:cubicBezTo>
                  <a:pt x="21731" y="40338"/>
                  <a:pt x="22721" y="42340"/>
                  <a:pt x="24018" y="44275"/>
                </a:cubicBezTo>
                <a:cubicBezTo>
                  <a:pt x="24920" y="45639"/>
                  <a:pt x="25932" y="47024"/>
                  <a:pt x="27229" y="48124"/>
                </a:cubicBezTo>
                <a:cubicBezTo>
                  <a:pt x="27779" y="48586"/>
                  <a:pt x="28329" y="49048"/>
                  <a:pt x="28769" y="49686"/>
                </a:cubicBezTo>
                <a:cubicBezTo>
                  <a:pt x="30331" y="51797"/>
                  <a:pt x="31892" y="53997"/>
                  <a:pt x="34004" y="55646"/>
                </a:cubicBezTo>
                <a:cubicBezTo>
                  <a:pt x="35191" y="56636"/>
                  <a:pt x="36291" y="57736"/>
                  <a:pt x="37479" y="58659"/>
                </a:cubicBezTo>
                <a:cubicBezTo>
                  <a:pt x="38315" y="59297"/>
                  <a:pt x="39128" y="59759"/>
                  <a:pt x="39964" y="60221"/>
                </a:cubicBezTo>
                <a:cubicBezTo>
                  <a:pt x="40132" y="60335"/>
                  <a:pt x="40343" y="60388"/>
                  <a:pt x="40564" y="60388"/>
                </a:cubicBezTo>
                <a:cubicBezTo>
                  <a:pt x="41070" y="60388"/>
                  <a:pt x="41633" y="60114"/>
                  <a:pt x="41878" y="59671"/>
                </a:cubicBezTo>
                <a:cubicBezTo>
                  <a:pt x="41966" y="59583"/>
                  <a:pt x="42076" y="59385"/>
                  <a:pt x="42076" y="59297"/>
                </a:cubicBezTo>
                <a:cubicBezTo>
                  <a:pt x="42164" y="59385"/>
                  <a:pt x="42252" y="59385"/>
                  <a:pt x="42252" y="59385"/>
                </a:cubicBezTo>
                <a:cubicBezTo>
                  <a:pt x="43065" y="60133"/>
                  <a:pt x="43901" y="60859"/>
                  <a:pt x="44627" y="61695"/>
                </a:cubicBezTo>
                <a:cubicBezTo>
                  <a:pt x="45133" y="62189"/>
                  <a:pt x="45732" y="62437"/>
                  <a:pt x="46318" y="62437"/>
                </a:cubicBezTo>
                <a:cubicBezTo>
                  <a:pt x="46903" y="62437"/>
                  <a:pt x="47475" y="62189"/>
                  <a:pt x="47926" y="61695"/>
                </a:cubicBezTo>
                <a:cubicBezTo>
                  <a:pt x="48014" y="61497"/>
                  <a:pt x="48124" y="61321"/>
                  <a:pt x="48300" y="61035"/>
                </a:cubicBezTo>
                <a:cubicBezTo>
                  <a:pt x="48674" y="61497"/>
                  <a:pt x="49026" y="61870"/>
                  <a:pt x="49400" y="62244"/>
                </a:cubicBezTo>
                <a:cubicBezTo>
                  <a:pt x="49692" y="62501"/>
                  <a:pt x="50017" y="62623"/>
                  <a:pt x="50336" y="62623"/>
                </a:cubicBezTo>
                <a:cubicBezTo>
                  <a:pt x="50809" y="62623"/>
                  <a:pt x="51271" y="62356"/>
                  <a:pt x="51599" y="61870"/>
                </a:cubicBezTo>
                <a:cubicBezTo>
                  <a:pt x="51687" y="61783"/>
                  <a:pt x="51775" y="61409"/>
                  <a:pt x="51863" y="61409"/>
                </a:cubicBezTo>
                <a:cubicBezTo>
                  <a:pt x="52325" y="61409"/>
                  <a:pt x="52325" y="61035"/>
                  <a:pt x="52237" y="60859"/>
                </a:cubicBezTo>
                <a:cubicBezTo>
                  <a:pt x="52149" y="60309"/>
                  <a:pt x="51973" y="59759"/>
                  <a:pt x="51687" y="59209"/>
                </a:cubicBezTo>
                <a:cubicBezTo>
                  <a:pt x="51599" y="58747"/>
                  <a:pt x="51313" y="58395"/>
                  <a:pt x="51049" y="58021"/>
                </a:cubicBezTo>
                <a:lnTo>
                  <a:pt x="51049" y="58021"/>
                </a:lnTo>
                <a:cubicBezTo>
                  <a:pt x="51441" y="58164"/>
                  <a:pt x="51792" y="58243"/>
                  <a:pt x="52095" y="58243"/>
                </a:cubicBezTo>
                <a:cubicBezTo>
                  <a:pt x="52776" y="58243"/>
                  <a:pt x="53215" y="57839"/>
                  <a:pt x="53337" y="56834"/>
                </a:cubicBezTo>
                <a:cubicBezTo>
                  <a:pt x="53425" y="56922"/>
                  <a:pt x="53425" y="57010"/>
                  <a:pt x="53623" y="57186"/>
                </a:cubicBezTo>
                <a:cubicBezTo>
                  <a:pt x="53623" y="56922"/>
                  <a:pt x="53799" y="56834"/>
                  <a:pt x="53711" y="56746"/>
                </a:cubicBezTo>
                <a:cubicBezTo>
                  <a:pt x="53711" y="56196"/>
                  <a:pt x="53711" y="55734"/>
                  <a:pt x="53513" y="55272"/>
                </a:cubicBezTo>
                <a:cubicBezTo>
                  <a:pt x="53425" y="54898"/>
                  <a:pt x="53249" y="54436"/>
                  <a:pt x="53161" y="54085"/>
                </a:cubicBezTo>
                <a:cubicBezTo>
                  <a:pt x="52787" y="53161"/>
                  <a:pt x="52523" y="52149"/>
                  <a:pt x="51973" y="51247"/>
                </a:cubicBezTo>
                <a:cubicBezTo>
                  <a:pt x="51423" y="50324"/>
                  <a:pt x="50961" y="49224"/>
                  <a:pt x="50411" y="48300"/>
                </a:cubicBezTo>
                <a:cubicBezTo>
                  <a:pt x="50038" y="47486"/>
                  <a:pt x="49664" y="46650"/>
                  <a:pt x="49224" y="46013"/>
                </a:cubicBezTo>
                <a:cubicBezTo>
                  <a:pt x="48014" y="44275"/>
                  <a:pt x="46738" y="42538"/>
                  <a:pt x="45551" y="40888"/>
                </a:cubicBezTo>
                <a:cubicBezTo>
                  <a:pt x="45177" y="40426"/>
                  <a:pt x="44913" y="39876"/>
                  <a:pt x="44627" y="39326"/>
                </a:cubicBezTo>
                <a:cubicBezTo>
                  <a:pt x="43989" y="38139"/>
                  <a:pt x="43439" y="36753"/>
                  <a:pt x="42801" y="35565"/>
                </a:cubicBezTo>
                <a:cubicBezTo>
                  <a:pt x="42340" y="34840"/>
                  <a:pt x="41878" y="34004"/>
                  <a:pt x="41702" y="33102"/>
                </a:cubicBezTo>
                <a:cubicBezTo>
                  <a:pt x="41614" y="32992"/>
                  <a:pt x="41702" y="32816"/>
                  <a:pt x="41614" y="32640"/>
                </a:cubicBezTo>
                <a:lnTo>
                  <a:pt x="41614" y="32640"/>
                </a:lnTo>
                <a:cubicBezTo>
                  <a:pt x="41702" y="32684"/>
                  <a:pt x="41790" y="32684"/>
                  <a:pt x="41869" y="32684"/>
                </a:cubicBezTo>
                <a:cubicBezTo>
                  <a:pt x="41949" y="32684"/>
                  <a:pt x="42021" y="32684"/>
                  <a:pt x="42076" y="32728"/>
                </a:cubicBezTo>
                <a:cubicBezTo>
                  <a:pt x="42713" y="32992"/>
                  <a:pt x="43263" y="33278"/>
                  <a:pt x="43813" y="33740"/>
                </a:cubicBezTo>
                <a:cubicBezTo>
                  <a:pt x="44913" y="34554"/>
                  <a:pt x="46013" y="35477"/>
                  <a:pt x="47024" y="36291"/>
                </a:cubicBezTo>
                <a:cubicBezTo>
                  <a:pt x="48604" y="37551"/>
                  <a:pt x="50330" y="38338"/>
                  <a:pt x="52284" y="38338"/>
                </a:cubicBezTo>
                <a:cubicBezTo>
                  <a:pt x="52478" y="38338"/>
                  <a:pt x="52675" y="38331"/>
                  <a:pt x="52875" y="38315"/>
                </a:cubicBezTo>
                <a:cubicBezTo>
                  <a:pt x="53513" y="38227"/>
                  <a:pt x="54172" y="37941"/>
                  <a:pt x="54722" y="37391"/>
                </a:cubicBezTo>
                <a:cubicBezTo>
                  <a:pt x="55272" y="36841"/>
                  <a:pt x="55162" y="36203"/>
                  <a:pt x="54524" y="35851"/>
                </a:cubicBezTo>
                <a:cubicBezTo>
                  <a:pt x="53974" y="35477"/>
                  <a:pt x="53425" y="35191"/>
                  <a:pt x="52963" y="34928"/>
                </a:cubicBezTo>
                <a:cubicBezTo>
                  <a:pt x="52611" y="34752"/>
                  <a:pt x="52237" y="34554"/>
                  <a:pt x="51973" y="34378"/>
                </a:cubicBezTo>
                <a:cubicBezTo>
                  <a:pt x="51225" y="33652"/>
                  <a:pt x="50587" y="32816"/>
                  <a:pt x="49774" y="32178"/>
                </a:cubicBezTo>
                <a:cubicBezTo>
                  <a:pt x="48762" y="31255"/>
                  <a:pt x="47662" y="30353"/>
                  <a:pt x="46562" y="29429"/>
                </a:cubicBezTo>
                <a:cubicBezTo>
                  <a:pt x="45727" y="28703"/>
                  <a:pt x="44913" y="27867"/>
                  <a:pt x="44077" y="27054"/>
                </a:cubicBezTo>
                <a:cubicBezTo>
                  <a:pt x="43263" y="26130"/>
                  <a:pt x="42252" y="25404"/>
                  <a:pt x="40976" y="25118"/>
                </a:cubicBezTo>
                <a:cubicBezTo>
                  <a:pt x="39216" y="24744"/>
                  <a:pt x="37479" y="24304"/>
                  <a:pt x="35741" y="23842"/>
                </a:cubicBezTo>
                <a:cubicBezTo>
                  <a:pt x="34554" y="23469"/>
                  <a:pt x="33366" y="23205"/>
                  <a:pt x="32068" y="23205"/>
                </a:cubicBezTo>
                <a:cubicBezTo>
                  <a:pt x="30243" y="23095"/>
                  <a:pt x="28505" y="22369"/>
                  <a:pt x="27031" y="21357"/>
                </a:cubicBezTo>
                <a:cubicBezTo>
                  <a:pt x="26130" y="20719"/>
                  <a:pt x="25294" y="19993"/>
                  <a:pt x="24480" y="19356"/>
                </a:cubicBezTo>
                <a:cubicBezTo>
                  <a:pt x="23182" y="18432"/>
                  <a:pt x="21907" y="17508"/>
                  <a:pt x="20631" y="16606"/>
                </a:cubicBezTo>
                <a:cubicBezTo>
                  <a:pt x="18982" y="15397"/>
                  <a:pt x="17332" y="14121"/>
                  <a:pt x="15572" y="12933"/>
                </a:cubicBezTo>
                <a:cubicBezTo>
                  <a:pt x="13835" y="11658"/>
                  <a:pt x="12097" y="10360"/>
                  <a:pt x="10272" y="9172"/>
                </a:cubicBezTo>
                <a:cubicBezTo>
                  <a:pt x="6885" y="6797"/>
                  <a:pt x="3937" y="4136"/>
                  <a:pt x="1276" y="1012"/>
                </a:cubicBezTo>
                <a:cubicBezTo>
                  <a:pt x="924" y="661"/>
                  <a:pt x="462" y="375"/>
                  <a:pt x="0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20"/>
          <p:cNvSpPr/>
          <p:nvPr/>
        </p:nvSpPr>
        <p:spPr>
          <a:xfrm rot="946435">
            <a:off x="-845951" y="686400"/>
            <a:ext cx="1631255" cy="1244974"/>
          </a:xfrm>
          <a:custGeom>
            <a:avLst/>
            <a:gdLst/>
            <a:ahLst/>
            <a:cxnLst/>
            <a:rect l="l" t="t" r="r" b="b"/>
            <a:pathLst>
              <a:path w="82655" h="63090" extrusionOk="0">
                <a:moveTo>
                  <a:pt x="0" y="0"/>
                </a:moveTo>
                <a:cubicBezTo>
                  <a:pt x="176" y="176"/>
                  <a:pt x="374" y="374"/>
                  <a:pt x="550" y="550"/>
                </a:cubicBezTo>
                <a:cubicBezTo>
                  <a:pt x="3299" y="2661"/>
                  <a:pt x="6137" y="4861"/>
                  <a:pt x="8974" y="6972"/>
                </a:cubicBezTo>
                <a:cubicBezTo>
                  <a:pt x="11635" y="8974"/>
                  <a:pt x="14385" y="10997"/>
                  <a:pt x="17046" y="13021"/>
                </a:cubicBezTo>
                <a:cubicBezTo>
                  <a:pt x="19069" y="14582"/>
                  <a:pt x="20895" y="16232"/>
                  <a:pt x="22918" y="17881"/>
                </a:cubicBezTo>
                <a:cubicBezTo>
                  <a:pt x="24194" y="18871"/>
                  <a:pt x="25558" y="19795"/>
                  <a:pt x="26855" y="20807"/>
                </a:cubicBezTo>
                <a:cubicBezTo>
                  <a:pt x="28967" y="22632"/>
                  <a:pt x="31056" y="24480"/>
                  <a:pt x="32816" y="26679"/>
                </a:cubicBezTo>
                <a:cubicBezTo>
                  <a:pt x="34092" y="28131"/>
                  <a:pt x="35191" y="29692"/>
                  <a:pt x="35829" y="31518"/>
                </a:cubicBezTo>
                <a:cubicBezTo>
                  <a:pt x="36115" y="32442"/>
                  <a:pt x="36467" y="33453"/>
                  <a:pt x="36929" y="34267"/>
                </a:cubicBezTo>
                <a:cubicBezTo>
                  <a:pt x="38314" y="36840"/>
                  <a:pt x="39766" y="39326"/>
                  <a:pt x="41064" y="41877"/>
                </a:cubicBezTo>
                <a:cubicBezTo>
                  <a:pt x="42053" y="43615"/>
                  <a:pt x="43065" y="45264"/>
                  <a:pt x="44539" y="46650"/>
                </a:cubicBezTo>
                <a:cubicBezTo>
                  <a:pt x="44715" y="46826"/>
                  <a:pt x="44803" y="47112"/>
                  <a:pt x="44913" y="47288"/>
                </a:cubicBezTo>
                <a:cubicBezTo>
                  <a:pt x="45353" y="48761"/>
                  <a:pt x="45814" y="50125"/>
                  <a:pt x="46364" y="51511"/>
                </a:cubicBezTo>
                <a:cubicBezTo>
                  <a:pt x="46738" y="52698"/>
                  <a:pt x="47200" y="53886"/>
                  <a:pt x="47750" y="54986"/>
                </a:cubicBezTo>
                <a:cubicBezTo>
                  <a:pt x="48212" y="55997"/>
                  <a:pt x="48762" y="57009"/>
                  <a:pt x="49400" y="58021"/>
                </a:cubicBezTo>
                <a:cubicBezTo>
                  <a:pt x="50301" y="59208"/>
                  <a:pt x="51225" y="60484"/>
                  <a:pt x="52149" y="61672"/>
                </a:cubicBezTo>
                <a:cubicBezTo>
                  <a:pt x="52595" y="62185"/>
                  <a:pt x="53215" y="62450"/>
                  <a:pt x="53821" y="62450"/>
                </a:cubicBezTo>
                <a:cubicBezTo>
                  <a:pt x="54201" y="62450"/>
                  <a:pt x="54576" y="62346"/>
                  <a:pt x="54898" y="62134"/>
                </a:cubicBezTo>
                <a:cubicBezTo>
                  <a:pt x="55712" y="61584"/>
                  <a:pt x="55910" y="60770"/>
                  <a:pt x="55360" y="59670"/>
                </a:cubicBezTo>
                <a:cubicBezTo>
                  <a:pt x="54898" y="58747"/>
                  <a:pt x="54348" y="57823"/>
                  <a:pt x="53886" y="56921"/>
                </a:cubicBezTo>
                <a:cubicBezTo>
                  <a:pt x="53249" y="55535"/>
                  <a:pt x="52501" y="54172"/>
                  <a:pt x="51863" y="52786"/>
                </a:cubicBezTo>
                <a:cubicBezTo>
                  <a:pt x="51511" y="51972"/>
                  <a:pt x="51313" y="51137"/>
                  <a:pt x="51049" y="50323"/>
                </a:cubicBezTo>
                <a:cubicBezTo>
                  <a:pt x="50675" y="49399"/>
                  <a:pt x="50301" y="48475"/>
                  <a:pt x="50037" y="47574"/>
                </a:cubicBezTo>
                <a:cubicBezTo>
                  <a:pt x="49861" y="47112"/>
                  <a:pt x="50125" y="46738"/>
                  <a:pt x="50587" y="46562"/>
                </a:cubicBezTo>
                <a:cubicBezTo>
                  <a:pt x="50902" y="46455"/>
                  <a:pt x="51179" y="46402"/>
                  <a:pt x="51428" y="46402"/>
                </a:cubicBezTo>
                <a:cubicBezTo>
                  <a:pt x="52052" y="46402"/>
                  <a:pt x="52507" y="46732"/>
                  <a:pt x="52963" y="47376"/>
                </a:cubicBezTo>
                <a:cubicBezTo>
                  <a:pt x="53161" y="47662"/>
                  <a:pt x="53249" y="47837"/>
                  <a:pt x="53425" y="48123"/>
                </a:cubicBezTo>
                <a:cubicBezTo>
                  <a:pt x="54700" y="50499"/>
                  <a:pt x="56086" y="52874"/>
                  <a:pt x="58109" y="54810"/>
                </a:cubicBezTo>
                <a:cubicBezTo>
                  <a:pt x="60661" y="57273"/>
                  <a:pt x="63058" y="59846"/>
                  <a:pt x="65521" y="62420"/>
                </a:cubicBezTo>
                <a:cubicBezTo>
                  <a:pt x="66023" y="62861"/>
                  <a:pt x="66654" y="63089"/>
                  <a:pt x="67260" y="63089"/>
                </a:cubicBezTo>
                <a:cubicBezTo>
                  <a:pt x="67770" y="63089"/>
                  <a:pt x="68262" y="62927"/>
                  <a:pt x="68645" y="62596"/>
                </a:cubicBezTo>
                <a:cubicBezTo>
                  <a:pt x="69546" y="61870"/>
                  <a:pt x="69832" y="60946"/>
                  <a:pt x="69106" y="60110"/>
                </a:cubicBezTo>
                <a:cubicBezTo>
                  <a:pt x="67633" y="58461"/>
                  <a:pt x="66159" y="56723"/>
                  <a:pt x="64708" y="55074"/>
                </a:cubicBezTo>
                <a:cubicBezTo>
                  <a:pt x="64048" y="54348"/>
                  <a:pt x="63498" y="53622"/>
                  <a:pt x="62948" y="52874"/>
                </a:cubicBezTo>
                <a:cubicBezTo>
                  <a:pt x="62046" y="51686"/>
                  <a:pt x="61210" y="50411"/>
                  <a:pt x="60309" y="49223"/>
                </a:cubicBezTo>
                <a:cubicBezTo>
                  <a:pt x="59561" y="48013"/>
                  <a:pt x="58747" y="46914"/>
                  <a:pt x="57911" y="45726"/>
                </a:cubicBezTo>
                <a:cubicBezTo>
                  <a:pt x="58129" y="45606"/>
                  <a:pt x="58348" y="45548"/>
                  <a:pt x="58561" y="45548"/>
                </a:cubicBezTo>
                <a:cubicBezTo>
                  <a:pt x="58973" y="45548"/>
                  <a:pt x="59359" y="45767"/>
                  <a:pt x="59649" y="46188"/>
                </a:cubicBezTo>
                <a:cubicBezTo>
                  <a:pt x="60111" y="46650"/>
                  <a:pt x="60485" y="47288"/>
                  <a:pt x="60859" y="47749"/>
                </a:cubicBezTo>
                <a:cubicBezTo>
                  <a:pt x="62046" y="49223"/>
                  <a:pt x="63146" y="50587"/>
                  <a:pt x="64334" y="51862"/>
                </a:cubicBezTo>
                <a:cubicBezTo>
                  <a:pt x="65807" y="53424"/>
                  <a:pt x="67347" y="54810"/>
                  <a:pt x="68821" y="56371"/>
                </a:cubicBezTo>
                <a:cubicBezTo>
                  <a:pt x="70382" y="57911"/>
                  <a:pt x="71856" y="59560"/>
                  <a:pt x="73395" y="61210"/>
                </a:cubicBezTo>
                <a:cubicBezTo>
                  <a:pt x="73776" y="61667"/>
                  <a:pt x="74252" y="61892"/>
                  <a:pt x="74779" y="61892"/>
                </a:cubicBezTo>
                <a:cubicBezTo>
                  <a:pt x="75013" y="61892"/>
                  <a:pt x="75257" y="61848"/>
                  <a:pt x="75507" y="61760"/>
                </a:cubicBezTo>
                <a:cubicBezTo>
                  <a:pt x="76694" y="61320"/>
                  <a:pt x="77794" y="59560"/>
                  <a:pt x="76694" y="58197"/>
                </a:cubicBezTo>
                <a:cubicBezTo>
                  <a:pt x="76145" y="57471"/>
                  <a:pt x="75595" y="56723"/>
                  <a:pt x="75045" y="55997"/>
                </a:cubicBezTo>
                <a:lnTo>
                  <a:pt x="72582" y="52698"/>
                </a:lnTo>
                <a:cubicBezTo>
                  <a:pt x="71746" y="51774"/>
                  <a:pt x="71020" y="50763"/>
                  <a:pt x="70206" y="49861"/>
                </a:cubicBezTo>
                <a:cubicBezTo>
                  <a:pt x="69370" y="48937"/>
                  <a:pt x="68557" y="48013"/>
                  <a:pt x="67721" y="47112"/>
                </a:cubicBezTo>
                <a:cubicBezTo>
                  <a:pt x="67259" y="46562"/>
                  <a:pt x="66709" y="46188"/>
                  <a:pt x="66247" y="45638"/>
                </a:cubicBezTo>
                <a:cubicBezTo>
                  <a:pt x="65345" y="44824"/>
                  <a:pt x="64422" y="43900"/>
                  <a:pt x="63608" y="42977"/>
                </a:cubicBezTo>
                <a:cubicBezTo>
                  <a:pt x="63498" y="42889"/>
                  <a:pt x="63410" y="42713"/>
                  <a:pt x="63410" y="42625"/>
                </a:cubicBezTo>
                <a:cubicBezTo>
                  <a:pt x="63498" y="42625"/>
                  <a:pt x="63498" y="42515"/>
                  <a:pt x="63498" y="42515"/>
                </a:cubicBezTo>
                <a:lnTo>
                  <a:pt x="63784" y="42515"/>
                </a:lnTo>
                <a:cubicBezTo>
                  <a:pt x="63883" y="42501"/>
                  <a:pt x="63982" y="42494"/>
                  <a:pt x="64081" y="42494"/>
                </a:cubicBezTo>
                <a:cubicBezTo>
                  <a:pt x="64616" y="42494"/>
                  <a:pt x="65131" y="42693"/>
                  <a:pt x="65521" y="43065"/>
                </a:cubicBezTo>
                <a:cubicBezTo>
                  <a:pt x="66995" y="44450"/>
                  <a:pt x="68645" y="45638"/>
                  <a:pt x="70294" y="46738"/>
                </a:cubicBezTo>
                <a:cubicBezTo>
                  <a:pt x="71746" y="47662"/>
                  <a:pt x="73219" y="48761"/>
                  <a:pt x="74605" y="49861"/>
                </a:cubicBezTo>
                <a:cubicBezTo>
                  <a:pt x="75507" y="50587"/>
                  <a:pt x="76343" y="51511"/>
                  <a:pt x="77354" y="52236"/>
                </a:cubicBezTo>
                <a:cubicBezTo>
                  <a:pt x="77992" y="52786"/>
                  <a:pt x="78718" y="53160"/>
                  <a:pt x="79554" y="53512"/>
                </a:cubicBezTo>
                <a:cubicBezTo>
                  <a:pt x="79807" y="53628"/>
                  <a:pt x="80063" y="53683"/>
                  <a:pt x="80314" y="53683"/>
                </a:cubicBezTo>
                <a:cubicBezTo>
                  <a:pt x="80869" y="53683"/>
                  <a:pt x="81402" y="53416"/>
                  <a:pt x="81841" y="52962"/>
                </a:cubicBezTo>
                <a:cubicBezTo>
                  <a:pt x="82391" y="52236"/>
                  <a:pt x="82655" y="51423"/>
                  <a:pt x="82105" y="50587"/>
                </a:cubicBezTo>
                <a:cubicBezTo>
                  <a:pt x="81643" y="49861"/>
                  <a:pt x="81005" y="49113"/>
                  <a:pt x="80280" y="48387"/>
                </a:cubicBezTo>
                <a:cubicBezTo>
                  <a:pt x="78894" y="47024"/>
                  <a:pt x="77354" y="45814"/>
                  <a:pt x="75969" y="44274"/>
                </a:cubicBezTo>
                <a:cubicBezTo>
                  <a:pt x="74143" y="42339"/>
                  <a:pt x="72032" y="40865"/>
                  <a:pt x="69832" y="39326"/>
                </a:cubicBezTo>
                <a:cubicBezTo>
                  <a:pt x="68821" y="38490"/>
                  <a:pt x="67633" y="37852"/>
                  <a:pt x="66709" y="37016"/>
                </a:cubicBezTo>
                <a:cubicBezTo>
                  <a:pt x="65521" y="35917"/>
                  <a:pt x="64510" y="34729"/>
                  <a:pt x="63498" y="33629"/>
                </a:cubicBezTo>
                <a:cubicBezTo>
                  <a:pt x="62596" y="32727"/>
                  <a:pt x="62134" y="31518"/>
                  <a:pt x="61760" y="30330"/>
                </a:cubicBezTo>
                <a:cubicBezTo>
                  <a:pt x="61496" y="29604"/>
                  <a:pt x="61672" y="29428"/>
                  <a:pt x="62398" y="29318"/>
                </a:cubicBezTo>
                <a:cubicBezTo>
                  <a:pt x="62541" y="29274"/>
                  <a:pt x="62679" y="29252"/>
                  <a:pt x="62816" y="29252"/>
                </a:cubicBezTo>
                <a:cubicBezTo>
                  <a:pt x="62954" y="29252"/>
                  <a:pt x="63091" y="29274"/>
                  <a:pt x="63234" y="29318"/>
                </a:cubicBezTo>
                <a:cubicBezTo>
                  <a:pt x="64158" y="29604"/>
                  <a:pt x="65059" y="29978"/>
                  <a:pt x="65983" y="30330"/>
                </a:cubicBezTo>
                <a:cubicBezTo>
                  <a:pt x="67259" y="30704"/>
                  <a:pt x="68557" y="31254"/>
                  <a:pt x="69832" y="31518"/>
                </a:cubicBezTo>
                <a:cubicBezTo>
                  <a:pt x="70338" y="31604"/>
                  <a:pt x="70839" y="31646"/>
                  <a:pt x="71334" y="31646"/>
                </a:cubicBezTo>
                <a:cubicBezTo>
                  <a:pt x="72992" y="31646"/>
                  <a:pt x="74583" y="31177"/>
                  <a:pt x="76057" y="30330"/>
                </a:cubicBezTo>
                <a:cubicBezTo>
                  <a:pt x="76980" y="29868"/>
                  <a:pt x="77530" y="29054"/>
                  <a:pt x="77706" y="28043"/>
                </a:cubicBezTo>
                <a:cubicBezTo>
                  <a:pt x="77794" y="27229"/>
                  <a:pt x="77530" y="26855"/>
                  <a:pt x="76804" y="26767"/>
                </a:cubicBezTo>
                <a:cubicBezTo>
                  <a:pt x="76387" y="26723"/>
                  <a:pt x="75974" y="26723"/>
                  <a:pt x="75562" y="26723"/>
                </a:cubicBezTo>
                <a:cubicBezTo>
                  <a:pt x="75149" y="26723"/>
                  <a:pt x="74737" y="26723"/>
                  <a:pt x="74319" y="26679"/>
                </a:cubicBezTo>
                <a:cubicBezTo>
                  <a:pt x="74019" y="26679"/>
                  <a:pt x="73699" y="26698"/>
                  <a:pt x="73388" y="26698"/>
                </a:cubicBezTo>
                <a:cubicBezTo>
                  <a:pt x="73037" y="26698"/>
                  <a:pt x="72697" y="26674"/>
                  <a:pt x="72406" y="26569"/>
                </a:cubicBezTo>
                <a:cubicBezTo>
                  <a:pt x="71306" y="26305"/>
                  <a:pt x="70294" y="25931"/>
                  <a:pt x="69194" y="25469"/>
                </a:cubicBezTo>
                <a:cubicBezTo>
                  <a:pt x="67259" y="24656"/>
                  <a:pt x="65345" y="23820"/>
                  <a:pt x="63410" y="22918"/>
                </a:cubicBezTo>
                <a:cubicBezTo>
                  <a:pt x="62684" y="22544"/>
                  <a:pt x="61958" y="22082"/>
                  <a:pt x="61210" y="21818"/>
                </a:cubicBezTo>
                <a:cubicBezTo>
                  <a:pt x="58835" y="20895"/>
                  <a:pt x="56460" y="19971"/>
                  <a:pt x="54062" y="19245"/>
                </a:cubicBezTo>
                <a:cubicBezTo>
                  <a:pt x="51511" y="18519"/>
                  <a:pt x="49026" y="17595"/>
                  <a:pt x="46738" y="16232"/>
                </a:cubicBezTo>
                <a:cubicBezTo>
                  <a:pt x="45177" y="15396"/>
                  <a:pt x="43813" y="14296"/>
                  <a:pt x="42427" y="13197"/>
                </a:cubicBezTo>
                <a:cubicBezTo>
                  <a:pt x="40602" y="11723"/>
                  <a:pt x="38666" y="10447"/>
                  <a:pt x="36841" y="8974"/>
                </a:cubicBezTo>
                <a:cubicBezTo>
                  <a:pt x="34179" y="6972"/>
                  <a:pt x="31606" y="4949"/>
                  <a:pt x="29055" y="2837"/>
                </a:cubicBezTo>
                <a:cubicBezTo>
                  <a:pt x="27955" y="1935"/>
                  <a:pt x="26943" y="924"/>
                  <a:pt x="25932" y="0"/>
                </a:cubicBezTo>
                <a:close/>
              </a:path>
            </a:pathLst>
          </a:custGeom>
          <a:solidFill>
            <a:srgbClr val="7D302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BLANK_1_1_1_1_1"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1"/>
          <p:cNvSpPr txBox="1">
            <a:spLocks noGrp="1"/>
          </p:cNvSpPr>
          <p:nvPr>
            <p:ph type="subTitle" idx="1"/>
          </p:nvPr>
        </p:nvSpPr>
        <p:spPr>
          <a:xfrm>
            <a:off x="908738" y="1101950"/>
            <a:ext cx="23004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000" b="1">
                <a:latin typeface="Alegreya"/>
                <a:ea typeface="Alegreya"/>
                <a:cs typeface="Alegreya"/>
                <a:sym typeface="Alegreya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33" name="Google Shape;133;p21"/>
          <p:cNvSpPr txBox="1">
            <a:spLocks noGrp="1"/>
          </p:cNvSpPr>
          <p:nvPr>
            <p:ph type="subTitle" idx="2"/>
          </p:nvPr>
        </p:nvSpPr>
        <p:spPr>
          <a:xfrm>
            <a:off x="3421794" y="1101950"/>
            <a:ext cx="23004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000" b="1">
                <a:latin typeface="Alegreya"/>
                <a:ea typeface="Alegreya"/>
                <a:cs typeface="Alegreya"/>
                <a:sym typeface="Alegreya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34" name="Google Shape;134;p21"/>
          <p:cNvSpPr txBox="1">
            <a:spLocks noGrp="1"/>
          </p:cNvSpPr>
          <p:nvPr>
            <p:ph type="subTitle" idx="3"/>
          </p:nvPr>
        </p:nvSpPr>
        <p:spPr>
          <a:xfrm>
            <a:off x="908738" y="1674625"/>
            <a:ext cx="2300400" cy="106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35" name="Google Shape;135;p21"/>
          <p:cNvSpPr txBox="1">
            <a:spLocks noGrp="1"/>
          </p:cNvSpPr>
          <p:nvPr>
            <p:ph type="subTitle" idx="4"/>
          </p:nvPr>
        </p:nvSpPr>
        <p:spPr>
          <a:xfrm>
            <a:off x="3421794" y="1674625"/>
            <a:ext cx="2300400" cy="106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36" name="Google Shape;136;p2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37" name="Google Shape;137;p21"/>
          <p:cNvSpPr/>
          <p:nvPr/>
        </p:nvSpPr>
        <p:spPr>
          <a:xfrm rot="-5400000">
            <a:off x="-1516356" y="3007332"/>
            <a:ext cx="3635158" cy="721497"/>
          </a:xfrm>
          <a:custGeom>
            <a:avLst/>
            <a:gdLst/>
            <a:ahLst/>
            <a:cxnLst/>
            <a:rect l="l" t="t" r="r" b="b"/>
            <a:pathLst>
              <a:path w="162121" h="51600" extrusionOk="0">
                <a:moveTo>
                  <a:pt x="0" y="1"/>
                </a:moveTo>
                <a:lnTo>
                  <a:pt x="0" y="45639"/>
                </a:lnTo>
                <a:cubicBezTo>
                  <a:pt x="0" y="45639"/>
                  <a:pt x="14099" y="51599"/>
                  <a:pt x="29780" y="51599"/>
                </a:cubicBezTo>
                <a:cubicBezTo>
                  <a:pt x="39392" y="51599"/>
                  <a:pt x="49663" y="49312"/>
                  <a:pt x="57647" y="41988"/>
                </a:cubicBezTo>
                <a:cubicBezTo>
                  <a:pt x="64685" y="35565"/>
                  <a:pt x="70096" y="33542"/>
                  <a:pt x="75331" y="33542"/>
                </a:cubicBezTo>
                <a:cubicBezTo>
                  <a:pt x="79642" y="33542"/>
                  <a:pt x="83754" y="34928"/>
                  <a:pt x="88615" y="36291"/>
                </a:cubicBezTo>
                <a:cubicBezTo>
                  <a:pt x="93388" y="37677"/>
                  <a:pt x="98975" y="39040"/>
                  <a:pt x="105925" y="39040"/>
                </a:cubicBezTo>
                <a:cubicBezTo>
                  <a:pt x="108498" y="39040"/>
                  <a:pt x="111247" y="38865"/>
                  <a:pt x="114283" y="38491"/>
                </a:cubicBezTo>
                <a:cubicBezTo>
                  <a:pt x="143601" y="34202"/>
                  <a:pt x="162120" y="1"/>
                  <a:pt x="162120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21"/>
          <p:cNvSpPr/>
          <p:nvPr/>
        </p:nvSpPr>
        <p:spPr>
          <a:xfrm rot="-5400000">
            <a:off x="7152681" y="1319085"/>
            <a:ext cx="3478846" cy="688282"/>
          </a:xfrm>
          <a:custGeom>
            <a:avLst/>
            <a:gdLst/>
            <a:ahLst/>
            <a:cxnLst/>
            <a:rect l="l" t="t" r="r" b="b"/>
            <a:pathLst>
              <a:path w="159635" h="50852" extrusionOk="0">
                <a:moveTo>
                  <a:pt x="130317" y="1"/>
                </a:moveTo>
                <a:cubicBezTo>
                  <a:pt x="120771" y="1"/>
                  <a:pt x="110698" y="2200"/>
                  <a:pt x="102824" y="9436"/>
                </a:cubicBezTo>
                <a:cubicBezTo>
                  <a:pt x="95851" y="15858"/>
                  <a:pt x="90529" y="17772"/>
                  <a:pt x="85404" y="17772"/>
                </a:cubicBezTo>
                <a:cubicBezTo>
                  <a:pt x="81181" y="17772"/>
                  <a:pt x="77156" y="16408"/>
                  <a:pt x="72384" y="15023"/>
                </a:cubicBezTo>
                <a:cubicBezTo>
                  <a:pt x="67633" y="13659"/>
                  <a:pt x="62222" y="12273"/>
                  <a:pt x="55250" y="12273"/>
                </a:cubicBezTo>
                <a:cubicBezTo>
                  <a:pt x="52787" y="12273"/>
                  <a:pt x="50037" y="12471"/>
                  <a:pt x="47090" y="12911"/>
                </a:cubicBezTo>
                <a:cubicBezTo>
                  <a:pt x="18146" y="17134"/>
                  <a:pt x="0" y="50851"/>
                  <a:pt x="0" y="50851"/>
                </a:cubicBezTo>
                <a:lnTo>
                  <a:pt x="159547" y="50851"/>
                </a:lnTo>
                <a:lnTo>
                  <a:pt x="159635" y="5873"/>
                </a:lnTo>
                <a:cubicBezTo>
                  <a:pt x="159635" y="5873"/>
                  <a:pt x="145713" y="1"/>
                  <a:pt x="130317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21"/>
          <p:cNvSpPr txBox="1">
            <a:spLocks noGrp="1"/>
          </p:cNvSpPr>
          <p:nvPr>
            <p:ph type="subTitle" idx="5"/>
          </p:nvPr>
        </p:nvSpPr>
        <p:spPr>
          <a:xfrm>
            <a:off x="5934851" y="1101950"/>
            <a:ext cx="23004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000" b="1">
                <a:latin typeface="Alegreya"/>
                <a:ea typeface="Alegreya"/>
                <a:cs typeface="Alegreya"/>
                <a:sym typeface="Alegreya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40" name="Google Shape;140;p21"/>
          <p:cNvSpPr txBox="1">
            <a:spLocks noGrp="1"/>
          </p:cNvSpPr>
          <p:nvPr>
            <p:ph type="subTitle" idx="6"/>
          </p:nvPr>
        </p:nvSpPr>
        <p:spPr>
          <a:xfrm>
            <a:off x="5934851" y="1674625"/>
            <a:ext cx="2300400" cy="106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41" name="Google Shape;141;p21"/>
          <p:cNvSpPr txBox="1">
            <a:spLocks noGrp="1"/>
          </p:cNvSpPr>
          <p:nvPr>
            <p:ph type="subTitle" idx="7"/>
          </p:nvPr>
        </p:nvSpPr>
        <p:spPr>
          <a:xfrm>
            <a:off x="908738" y="2895675"/>
            <a:ext cx="23004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000" b="1">
                <a:latin typeface="Alegreya"/>
                <a:ea typeface="Alegreya"/>
                <a:cs typeface="Alegreya"/>
                <a:sym typeface="Alegreya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42" name="Google Shape;142;p21"/>
          <p:cNvSpPr txBox="1">
            <a:spLocks noGrp="1"/>
          </p:cNvSpPr>
          <p:nvPr>
            <p:ph type="subTitle" idx="8"/>
          </p:nvPr>
        </p:nvSpPr>
        <p:spPr>
          <a:xfrm>
            <a:off x="3421794" y="2895675"/>
            <a:ext cx="23004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000" b="1">
                <a:latin typeface="Alegreya"/>
                <a:ea typeface="Alegreya"/>
                <a:cs typeface="Alegreya"/>
                <a:sym typeface="Alegreya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43" name="Google Shape;143;p21"/>
          <p:cNvSpPr txBox="1">
            <a:spLocks noGrp="1"/>
          </p:cNvSpPr>
          <p:nvPr>
            <p:ph type="subTitle" idx="9"/>
          </p:nvPr>
        </p:nvSpPr>
        <p:spPr>
          <a:xfrm>
            <a:off x="908738" y="3468350"/>
            <a:ext cx="2300400" cy="106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44" name="Google Shape;144;p21"/>
          <p:cNvSpPr txBox="1">
            <a:spLocks noGrp="1"/>
          </p:cNvSpPr>
          <p:nvPr>
            <p:ph type="subTitle" idx="13"/>
          </p:nvPr>
        </p:nvSpPr>
        <p:spPr>
          <a:xfrm>
            <a:off x="3421794" y="3468350"/>
            <a:ext cx="2300400" cy="106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45" name="Google Shape;145;p21"/>
          <p:cNvSpPr txBox="1">
            <a:spLocks noGrp="1"/>
          </p:cNvSpPr>
          <p:nvPr>
            <p:ph type="subTitle" idx="14"/>
          </p:nvPr>
        </p:nvSpPr>
        <p:spPr>
          <a:xfrm>
            <a:off x="5934851" y="2895675"/>
            <a:ext cx="23004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000" b="1">
                <a:latin typeface="Alegreya"/>
                <a:ea typeface="Alegreya"/>
                <a:cs typeface="Alegreya"/>
                <a:sym typeface="Alegreya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46" name="Google Shape;146;p21"/>
          <p:cNvSpPr txBox="1">
            <a:spLocks noGrp="1"/>
          </p:cNvSpPr>
          <p:nvPr>
            <p:ph type="subTitle" idx="15"/>
          </p:nvPr>
        </p:nvSpPr>
        <p:spPr>
          <a:xfrm>
            <a:off x="5934851" y="3468350"/>
            <a:ext cx="2300400" cy="106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BLANK_1_1_1_1_1_1"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2"/>
          <p:cNvSpPr txBox="1">
            <a:spLocks noGrp="1"/>
          </p:cNvSpPr>
          <p:nvPr>
            <p:ph type="title" hasCustomPrompt="1"/>
          </p:nvPr>
        </p:nvSpPr>
        <p:spPr>
          <a:xfrm>
            <a:off x="1892875" y="832750"/>
            <a:ext cx="2133300" cy="73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6200"/>
              <a:buNone/>
              <a:defRPr sz="43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149" name="Google Shape;149;p22"/>
          <p:cNvSpPr txBox="1">
            <a:spLocks noGrp="1"/>
          </p:cNvSpPr>
          <p:nvPr>
            <p:ph type="subTitle" idx="1"/>
          </p:nvPr>
        </p:nvSpPr>
        <p:spPr>
          <a:xfrm>
            <a:off x="4109225" y="902650"/>
            <a:ext cx="3141900" cy="59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50" name="Google Shape;150;p22"/>
          <p:cNvSpPr txBox="1">
            <a:spLocks noGrp="1"/>
          </p:cNvSpPr>
          <p:nvPr>
            <p:ph type="title" idx="2" hasCustomPrompt="1"/>
          </p:nvPr>
        </p:nvSpPr>
        <p:spPr>
          <a:xfrm>
            <a:off x="1892875" y="2205450"/>
            <a:ext cx="2133300" cy="73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6200"/>
              <a:buNone/>
              <a:defRPr sz="43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151" name="Google Shape;151;p22"/>
          <p:cNvSpPr txBox="1">
            <a:spLocks noGrp="1"/>
          </p:cNvSpPr>
          <p:nvPr>
            <p:ph type="subTitle" idx="3"/>
          </p:nvPr>
        </p:nvSpPr>
        <p:spPr>
          <a:xfrm>
            <a:off x="4109225" y="2244600"/>
            <a:ext cx="3141900" cy="65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52" name="Google Shape;152;p22"/>
          <p:cNvSpPr txBox="1">
            <a:spLocks noGrp="1"/>
          </p:cNvSpPr>
          <p:nvPr>
            <p:ph type="title" idx="4" hasCustomPrompt="1"/>
          </p:nvPr>
        </p:nvSpPr>
        <p:spPr>
          <a:xfrm>
            <a:off x="1892875" y="3578150"/>
            <a:ext cx="2133300" cy="73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6200"/>
              <a:buNone/>
              <a:defRPr sz="43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153" name="Google Shape;153;p22"/>
          <p:cNvSpPr txBox="1">
            <a:spLocks noGrp="1"/>
          </p:cNvSpPr>
          <p:nvPr>
            <p:ph type="subTitle" idx="5"/>
          </p:nvPr>
        </p:nvSpPr>
        <p:spPr>
          <a:xfrm>
            <a:off x="4109225" y="3648050"/>
            <a:ext cx="3141900" cy="59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54" name="Google Shape;154;p22"/>
          <p:cNvSpPr/>
          <p:nvPr/>
        </p:nvSpPr>
        <p:spPr>
          <a:xfrm>
            <a:off x="0" y="-1"/>
            <a:ext cx="3638401" cy="740589"/>
          </a:xfrm>
          <a:custGeom>
            <a:avLst/>
            <a:gdLst/>
            <a:ahLst/>
            <a:cxnLst/>
            <a:rect l="l" t="t" r="r" b="b"/>
            <a:pathLst>
              <a:path w="162121" h="51600" extrusionOk="0">
                <a:moveTo>
                  <a:pt x="0" y="1"/>
                </a:moveTo>
                <a:lnTo>
                  <a:pt x="0" y="45639"/>
                </a:lnTo>
                <a:cubicBezTo>
                  <a:pt x="0" y="45639"/>
                  <a:pt x="14099" y="51599"/>
                  <a:pt x="29780" y="51599"/>
                </a:cubicBezTo>
                <a:cubicBezTo>
                  <a:pt x="39392" y="51599"/>
                  <a:pt x="49663" y="49312"/>
                  <a:pt x="57647" y="41988"/>
                </a:cubicBezTo>
                <a:cubicBezTo>
                  <a:pt x="64685" y="35565"/>
                  <a:pt x="70096" y="33542"/>
                  <a:pt x="75331" y="33542"/>
                </a:cubicBezTo>
                <a:cubicBezTo>
                  <a:pt x="79642" y="33542"/>
                  <a:pt x="83754" y="34928"/>
                  <a:pt x="88615" y="36291"/>
                </a:cubicBezTo>
                <a:cubicBezTo>
                  <a:pt x="93388" y="37677"/>
                  <a:pt x="98975" y="39040"/>
                  <a:pt x="105925" y="39040"/>
                </a:cubicBezTo>
                <a:cubicBezTo>
                  <a:pt x="108498" y="39040"/>
                  <a:pt x="111247" y="38865"/>
                  <a:pt x="114283" y="38491"/>
                </a:cubicBezTo>
                <a:cubicBezTo>
                  <a:pt x="143601" y="34202"/>
                  <a:pt x="162120" y="1"/>
                  <a:pt x="162120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22"/>
          <p:cNvSpPr/>
          <p:nvPr/>
        </p:nvSpPr>
        <p:spPr>
          <a:xfrm>
            <a:off x="5001850" y="4457125"/>
            <a:ext cx="4142129" cy="686375"/>
          </a:xfrm>
          <a:custGeom>
            <a:avLst/>
            <a:gdLst/>
            <a:ahLst/>
            <a:cxnLst/>
            <a:rect l="l" t="t" r="r" b="b"/>
            <a:pathLst>
              <a:path w="159635" h="50852" extrusionOk="0">
                <a:moveTo>
                  <a:pt x="130317" y="1"/>
                </a:moveTo>
                <a:cubicBezTo>
                  <a:pt x="120771" y="1"/>
                  <a:pt x="110698" y="2200"/>
                  <a:pt x="102824" y="9436"/>
                </a:cubicBezTo>
                <a:cubicBezTo>
                  <a:pt x="95851" y="15858"/>
                  <a:pt x="90529" y="17772"/>
                  <a:pt x="85404" y="17772"/>
                </a:cubicBezTo>
                <a:cubicBezTo>
                  <a:pt x="81181" y="17772"/>
                  <a:pt x="77156" y="16408"/>
                  <a:pt x="72384" y="15023"/>
                </a:cubicBezTo>
                <a:cubicBezTo>
                  <a:pt x="67633" y="13659"/>
                  <a:pt x="62222" y="12273"/>
                  <a:pt x="55250" y="12273"/>
                </a:cubicBezTo>
                <a:cubicBezTo>
                  <a:pt x="52787" y="12273"/>
                  <a:pt x="50037" y="12471"/>
                  <a:pt x="47090" y="12911"/>
                </a:cubicBezTo>
                <a:cubicBezTo>
                  <a:pt x="18146" y="17134"/>
                  <a:pt x="0" y="50851"/>
                  <a:pt x="0" y="50851"/>
                </a:cubicBezTo>
                <a:lnTo>
                  <a:pt x="159547" y="50851"/>
                </a:lnTo>
                <a:lnTo>
                  <a:pt x="159635" y="5873"/>
                </a:lnTo>
                <a:cubicBezTo>
                  <a:pt x="159635" y="5873"/>
                  <a:pt x="145713" y="1"/>
                  <a:pt x="130317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"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5"/>
          <p:cNvSpPr/>
          <p:nvPr/>
        </p:nvSpPr>
        <p:spPr>
          <a:xfrm flipH="1">
            <a:off x="5345846" y="-203198"/>
            <a:ext cx="3877529" cy="916545"/>
          </a:xfrm>
          <a:custGeom>
            <a:avLst/>
            <a:gdLst/>
            <a:ahLst/>
            <a:cxnLst/>
            <a:rect l="l" t="t" r="r" b="b"/>
            <a:pathLst>
              <a:path w="162121" h="51600" extrusionOk="0">
                <a:moveTo>
                  <a:pt x="0" y="1"/>
                </a:moveTo>
                <a:lnTo>
                  <a:pt x="0" y="45639"/>
                </a:lnTo>
                <a:cubicBezTo>
                  <a:pt x="0" y="45639"/>
                  <a:pt x="14099" y="51599"/>
                  <a:pt x="29780" y="51599"/>
                </a:cubicBezTo>
                <a:cubicBezTo>
                  <a:pt x="39392" y="51599"/>
                  <a:pt x="49663" y="49312"/>
                  <a:pt x="57647" y="41988"/>
                </a:cubicBezTo>
                <a:cubicBezTo>
                  <a:pt x="64685" y="35565"/>
                  <a:pt x="70096" y="33542"/>
                  <a:pt x="75331" y="33542"/>
                </a:cubicBezTo>
                <a:cubicBezTo>
                  <a:pt x="79642" y="33542"/>
                  <a:pt x="83754" y="34928"/>
                  <a:pt x="88615" y="36291"/>
                </a:cubicBezTo>
                <a:cubicBezTo>
                  <a:pt x="93388" y="37677"/>
                  <a:pt x="98975" y="39040"/>
                  <a:pt x="105925" y="39040"/>
                </a:cubicBezTo>
                <a:cubicBezTo>
                  <a:pt x="108498" y="39040"/>
                  <a:pt x="111247" y="38865"/>
                  <a:pt x="114283" y="38491"/>
                </a:cubicBezTo>
                <a:cubicBezTo>
                  <a:pt x="143601" y="34202"/>
                  <a:pt x="162120" y="1"/>
                  <a:pt x="162120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25"/>
          <p:cNvSpPr/>
          <p:nvPr/>
        </p:nvSpPr>
        <p:spPr>
          <a:xfrm flipH="1">
            <a:off x="-317526" y="4369425"/>
            <a:ext cx="4198401" cy="916607"/>
          </a:xfrm>
          <a:custGeom>
            <a:avLst/>
            <a:gdLst/>
            <a:ahLst/>
            <a:cxnLst/>
            <a:rect l="l" t="t" r="r" b="b"/>
            <a:pathLst>
              <a:path w="159635" h="50852" extrusionOk="0">
                <a:moveTo>
                  <a:pt x="130317" y="1"/>
                </a:moveTo>
                <a:cubicBezTo>
                  <a:pt x="120771" y="1"/>
                  <a:pt x="110698" y="2200"/>
                  <a:pt x="102824" y="9436"/>
                </a:cubicBezTo>
                <a:cubicBezTo>
                  <a:pt x="95851" y="15858"/>
                  <a:pt x="90529" y="17772"/>
                  <a:pt x="85404" y="17772"/>
                </a:cubicBezTo>
                <a:cubicBezTo>
                  <a:pt x="81181" y="17772"/>
                  <a:pt x="77156" y="16408"/>
                  <a:pt x="72384" y="15023"/>
                </a:cubicBezTo>
                <a:cubicBezTo>
                  <a:pt x="67633" y="13659"/>
                  <a:pt x="62222" y="12273"/>
                  <a:pt x="55250" y="12273"/>
                </a:cubicBezTo>
                <a:cubicBezTo>
                  <a:pt x="52787" y="12273"/>
                  <a:pt x="50037" y="12471"/>
                  <a:pt x="47090" y="12911"/>
                </a:cubicBezTo>
                <a:cubicBezTo>
                  <a:pt x="18146" y="17134"/>
                  <a:pt x="0" y="50851"/>
                  <a:pt x="0" y="50851"/>
                </a:cubicBezTo>
                <a:lnTo>
                  <a:pt x="159547" y="50851"/>
                </a:lnTo>
                <a:lnTo>
                  <a:pt x="159635" y="5873"/>
                </a:lnTo>
                <a:cubicBezTo>
                  <a:pt x="159635" y="5873"/>
                  <a:pt x="145713" y="1"/>
                  <a:pt x="130317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p25"/>
          <p:cNvSpPr/>
          <p:nvPr/>
        </p:nvSpPr>
        <p:spPr>
          <a:xfrm flipH="1">
            <a:off x="8279662" y="3546074"/>
            <a:ext cx="1235213" cy="1399467"/>
          </a:xfrm>
          <a:custGeom>
            <a:avLst/>
            <a:gdLst/>
            <a:ahLst/>
            <a:cxnLst/>
            <a:rect l="l" t="t" r="r" b="b"/>
            <a:pathLst>
              <a:path w="55273" h="62623" extrusionOk="0">
                <a:moveTo>
                  <a:pt x="41878" y="44275"/>
                </a:moveTo>
                <a:cubicBezTo>
                  <a:pt x="42515" y="45199"/>
                  <a:pt x="43175" y="46101"/>
                  <a:pt x="43813" y="47112"/>
                </a:cubicBezTo>
                <a:cubicBezTo>
                  <a:pt x="42515" y="46013"/>
                  <a:pt x="41702" y="44737"/>
                  <a:pt x="41878" y="44275"/>
                </a:cubicBezTo>
                <a:close/>
                <a:moveTo>
                  <a:pt x="46101" y="50038"/>
                </a:moveTo>
                <a:cubicBezTo>
                  <a:pt x="47200" y="51137"/>
                  <a:pt x="47926" y="52523"/>
                  <a:pt x="48564" y="53799"/>
                </a:cubicBezTo>
                <a:lnTo>
                  <a:pt x="48476" y="53887"/>
                </a:lnTo>
                <a:cubicBezTo>
                  <a:pt x="47662" y="52611"/>
                  <a:pt x="46826" y="51335"/>
                  <a:pt x="46101" y="50038"/>
                </a:cubicBezTo>
                <a:close/>
                <a:moveTo>
                  <a:pt x="0" y="1"/>
                </a:moveTo>
                <a:lnTo>
                  <a:pt x="0" y="661"/>
                </a:lnTo>
                <a:lnTo>
                  <a:pt x="0" y="7809"/>
                </a:lnTo>
                <a:lnTo>
                  <a:pt x="0" y="20631"/>
                </a:lnTo>
                <a:cubicBezTo>
                  <a:pt x="0" y="20895"/>
                  <a:pt x="0" y="21181"/>
                  <a:pt x="286" y="21357"/>
                </a:cubicBezTo>
                <a:cubicBezTo>
                  <a:pt x="4311" y="24304"/>
                  <a:pt x="8622" y="26856"/>
                  <a:pt x="12823" y="29341"/>
                </a:cubicBezTo>
                <a:cubicBezTo>
                  <a:pt x="14583" y="30353"/>
                  <a:pt x="16122" y="31540"/>
                  <a:pt x="17420" y="32904"/>
                </a:cubicBezTo>
                <a:cubicBezTo>
                  <a:pt x="18432" y="34092"/>
                  <a:pt x="19421" y="35301"/>
                  <a:pt x="19883" y="36841"/>
                </a:cubicBezTo>
                <a:cubicBezTo>
                  <a:pt x="20081" y="37303"/>
                  <a:pt x="20257" y="37853"/>
                  <a:pt x="20521" y="38315"/>
                </a:cubicBezTo>
                <a:cubicBezTo>
                  <a:pt x="21731" y="40338"/>
                  <a:pt x="22721" y="42340"/>
                  <a:pt x="24018" y="44275"/>
                </a:cubicBezTo>
                <a:cubicBezTo>
                  <a:pt x="24920" y="45639"/>
                  <a:pt x="25932" y="47024"/>
                  <a:pt x="27229" y="48124"/>
                </a:cubicBezTo>
                <a:cubicBezTo>
                  <a:pt x="27779" y="48586"/>
                  <a:pt x="28329" y="49048"/>
                  <a:pt x="28769" y="49686"/>
                </a:cubicBezTo>
                <a:cubicBezTo>
                  <a:pt x="30331" y="51797"/>
                  <a:pt x="31892" y="53997"/>
                  <a:pt x="34004" y="55646"/>
                </a:cubicBezTo>
                <a:cubicBezTo>
                  <a:pt x="35191" y="56636"/>
                  <a:pt x="36291" y="57736"/>
                  <a:pt x="37479" y="58659"/>
                </a:cubicBezTo>
                <a:cubicBezTo>
                  <a:pt x="38315" y="59297"/>
                  <a:pt x="39128" y="59759"/>
                  <a:pt x="39964" y="60221"/>
                </a:cubicBezTo>
                <a:cubicBezTo>
                  <a:pt x="40132" y="60335"/>
                  <a:pt x="40343" y="60388"/>
                  <a:pt x="40564" y="60388"/>
                </a:cubicBezTo>
                <a:cubicBezTo>
                  <a:pt x="41070" y="60388"/>
                  <a:pt x="41633" y="60114"/>
                  <a:pt x="41878" y="59671"/>
                </a:cubicBezTo>
                <a:cubicBezTo>
                  <a:pt x="41966" y="59583"/>
                  <a:pt x="42076" y="59385"/>
                  <a:pt x="42076" y="59297"/>
                </a:cubicBezTo>
                <a:cubicBezTo>
                  <a:pt x="42164" y="59385"/>
                  <a:pt x="42252" y="59385"/>
                  <a:pt x="42252" y="59385"/>
                </a:cubicBezTo>
                <a:cubicBezTo>
                  <a:pt x="43065" y="60133"/>
                  <a:pt x="43901" y="60859"/>
                  <a:pt x="44627" y="61695"/>
                </a:cubicBezTo>
                <a:cubicBezTo>
                  <a:pt x="45133" y="62189"/>
                  <a:pt x="45732" y="62437"/>
                  <a:pt x="46318" y="62437"/>
                </a:cubicBezTo>
                <a:cubicBezTo>
                  <a:pt x="46903" y="62437"/>
                  <a:pt x="47475" y="62189"/>
                  <a:pt x="47926" y="61695"/>
                </a:cubicBezTo>
                <a:cubicBezTo>
                  <a:pt x="48014" y="61497"/>
                  <a:pt x="48124" y="61321"/>
                  <a:pt x="48300" y="61035"/>
                </a:cubicBezTo>
                <a:cubicBezTo>
                  <a:pt x="48674" y="61497"/>
                  <a:pt x="49026" y="61870"/>
                  <a:pt x="49400" y="62244"/>
                </a:cubicBezTo>
                <a:cubicBezTo>
                  <a:pt x="49692" y="62501"/>
                  <a:pt x="50017" y="62623"/>
                  <a:pt x="50336" y="62623"/>
                </a:cubicBezTo>
                <a:cubicBezTo>
                  <a:pt x="50809" y="62623"/>
                  <a:pt x="51271" y="62356"/>
                  <a:pt x="51599" y="61870"/>
                </a:cubicBezTo>
                <a:cubicBezTo>
                  <a:pt x="51687" y="61783"/>
                  <a:pt x="51775" y="61409"/>
                  <a:pt x="51863" y="61409"/>
                </a:cubicBezTo>
                <a:cubicBezTo>
                  <a:pt x="52325" y="61409"/>
                  <a:pt x="52325" y="61035"/>
                  <a:pt x="52237" y="60859"/>
                </a:cubicBezTo>
                <a:cubicBezTo>
                  <a:pt x="52149" y="60309"/>
                  <a:pt x="51973" y="59759"/>
                  <a:pt x="51687" y="59209"/>
                </a:cubicBezTo>
                <a:cubicBezTo>
                  <a:pt x="51599" y="58747"/>
                  <a:pt x="51313" y="58395"/>
                  <a:pt x="51049" y="58021"/>
                </a:cubicBezTo>
                <a:lnTo>
                  <a:pt x="51049" y="58021"/>
                </a:lnTo>
                <a:cubicBezTo>
                  <a:pt x="51441" y="58164"/>
                  <a:pt x="51792" y="58243"/>
                  <a:pt x="52095" y="58243"/>
                </a:cubicBezTo>
                <a:cubicBezTo>
                  <a:pt x="52776" y="58243"/>
                  <a:pt x="53215" y="57839"/>
                  <a:pt x="53337" y="56834"/>
                </a:cubicBezTo>
                <a:cubicBezTo>
                  <a:pt x="53425" y="56922"/>
                  <a:pt x="53425" y="57010"/>
                  <a:pt x="53623" y="57186"/>
                </a:cubicBezTo>
                <a:cubicBezTo>
                  <a:pt x="53623" y="56922"/>
                  <a:pt x="53799" y="56834"/>
                  <a:pt x="53711" y="56746"/>
                </a:cubicBezTo>
                <a:cubicBezTo>
                  <a:pt x="53711" y="56196"/>
                  <a:pt x="53711" y="55734"/>
                  <a:pt x="53513" y="55272"/>
                </a:cubicBezTo>
                <a:cubicBezTo>
                  <a:pt x="53425" y="54898"/>
                  <a:pt x="53249" y="54436"/>
                  <a:pt x="53161" y="54085"/>
                </a:cubicBezTo>
                <a:cubicBezTo>
                  <a:pt x="52787" y="53161"/>
                  <a:pt x="52523" y="52149"/>
                  <a:pt x="51973" y="51247"/>
                </a:cubicBezTo>
                <a:cubicBezTo>
                  <a:pt x="51423" y="50324"/>
                  <a:pt x="50961" y="49224"/>
                  <a:pt x="50411" y="48300"/>
                </a:cubicBezTo>
                <a:cubicBezTo>
                  <a:pt x="50038" y="47486"/>
                  <a:pt x="49664" y="46650"/>
                  <a:pt x="49224" y="46013"/>
                </a:cubicBezTo>
                <a:cubicBezTo>
                  <a:pt x="48014" y="44275"/>
                  <a:pt x="46738" y="42538"/>
                  <a:pt x="45551" y="40888"/>
                </a:cubicBezTo>
                <a:cubicBezTo>
                  <a:pt x="45177" y="40426"/>
                  <a:pt x="44913" y="39876"/>
                  <a:pt x="44627" y="39326"/>
                </a:cubicBezTo>
                <a:cubicBezTo>
                  <a:pt x="43989" y="38139"/>
                  <a:pt x="43439" y="36753"/>
                  <a:pt x="42801" y="35565"/>
                </a:cubicBezTo>
                <a:cubicBezTo>
                  <a:pt x="42340" y="34840"/>
                  <a:pt x="41878" y="34004"/>
                  <a:pt x="41702" y="33102"/>
                </a:cubicBezTo>
                <a:cubicBezTo>
                  <a:pt x="41614" y="32992"/>
                  <a:pt x="41702" y="32816"/>
                  <a:pt x="41614" y="32640"/>
                </a:cubicBezTo>
                <a:lnTo>
                  <a:pt x="41614" y="32640"/>
                </a:lnTo>
                <a:cubicBezTo>
                  <a:pt x="41702" y="32684"/>
                  <a:pt x="41790" y="32684"/>
                  <a:pt x="41869" y="32684"/>
                </a:cubicBezTo>
                <a:cubicBezTo>
                  <a:pt x="41949" y="32684"/>
                  <a:pt x="42021" y="32684"/>
                  <a:pt x="42076" y="32728"/>
                </a:cubicBezTo>
                <a:cubicBezTo>
                  <a:pt x="42713" y="32992"/>
                  <a:pt x="43263" y="33278"/>
                  <a:pt x="43813" y="33740"/>
                </a:cubicBezTo>
                <a:cubicBezTo>
                  <a:pt x="44913" y="34554"/>
                  <a:pt x="46013" y="35477"/>
                  <a:pt x="47024" y="36291"/>
                </a:cubicBezTo>
                <a:cubicBezTo>
                  <a:pt x="48604" y="37551"/>
                  <a:pt x="50330" y="38338"/>
                  <a:pt x="52284" y="38338"/>
                </a:cubicBezTo>
                <a:cubicBezTo>
                  <a:pt x="52478" y="38338"/>
                  <a:pt x="52675" y="38331"/>
                  <a:pt x="52875" y="38315"/>
                </a:cubicBezTo>
                <a:cubicBezTo>
                  <a:pt x="53513" y="38227"/>
                  <a:pt x="54172" y="37941"/>
                  <a:pt x="54722" y="37391"/>
                </a:cubicBezTo>
                <a:cubicBezTo>
                  <a:pt x="55272" y="36841"/>
                  <a:pt x="55162" y="36203"/>
                  <a:pt x="54524" y="35851"/>
                </a:cubicBezTo>
                <a:cubicBezTo>
                  <a:pt x="53974" y="35477"/>
                  <a:pt x="53425" y="35191"/>
                  <a:pt x="52963" y="34928"/>
                </a:cubicBezTo>
                <a:cubicBezTo>
                  <a:pt x="52611" y="34752"/>
                  <a:pt x="52237" y="34554"/>
                  <a:pt x="51973" y="34378"/>
                </a:cubicBezTo>
                <a:cubicBezTo>
                  <a:pt x="51225" y="33652"/>
                  <a:pt x="50587" y="32816"/>
                  <a:pt x="49774" y="32178"/>
                </a:cubicBezTo>
                <a:cubicBezTo>
                  <a:pt x="48762" y="31255"/>
                  <a:pt x="47662" y="30353"/>
                  <a:pt x="46562" y="29429"/>
                </a:cubicBezTo>
                <a:cubicBezTo>
                  <a:pt x="45727" y="28703"/>
                  <a:pt x="44913" y="27867"/>
                  <a:pt x="44077" y="27054"/>
                </a:cubicBezTo>
                <a:cubicBezTo>
                  <a:pt x="43263" y="26130"/>
                  <a:pt x="42252" y="25404"/>
                  <a:pt x="40976" y="25118"/>
                </a:cubicBezTo>
                <a:cubicBezTo>
                  <a:pt x="39216" y="24744"/>
                  <a:pt x="37479" y="24304"/>
                  <a:pt x="35741" y="23842"/>
                </a:cubicBezTo>
                <a:cubicBezTo>
                  <a:pt x="34554" y="23469"/>
                  <a:pt x="33366" y="23205"/>
                  <a:pt x="32068" y="23205"/>
                </a:cubicBezTo>
                <a:cubicBezTo>
                  <a:pt x="30243" y="23095"/>
                  <a:pt x="28505" y="22369"/>
                  <a:pt x="27031" y="21357"/>
                </a:cubicBezTo>
                <a:cubicBezTo>
                  <a:pt x="26130" y="20719"/>
                  <a:pt x="25294" y="19993"/>
                  <a:pt x="24480" y="19356"/>
                </a:cubicBezTo>
                <a:cubicBezTo>
                  <a:pt x="23182" y="18432"/>
                  <a:pt x="21907" y="17508"/>
                  <a:pt x="20631" y="16606"/>
                </a:cubicBezTo>
                <a:cubicBezTo>
                  <a:pt x="18982" y="15397"/>
                  <a:pt x="17332" y="14121"/>
                  <a:pt x="15572" y="12933"/>
                </a:cubicBezTo>
                <a:cubicBezTo>
                  <a:pt x="13835" y="11658"/>
                  <a:pt x="12097" y="10360"/>
                  <a:pt x="10272" y="9172"/>
                </a:cubicBezTo>
                <a:cubicBezTo>
                  <a:pt x="6885" y="6797"/>
                  <a:pt x="3937" y="4136"/>
                  <a:pt x="1276" y="1012"/>
                </a:cubicBezTo>
                <a:cubicBezTo>
                  <a:pt x="924" y="661"/>
                  <a:pt x="462" y="375"/>
                  <a:pt x="0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_1_1_1_1_1_1"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6"/>
          <p:cNvSpPr/>
          <p:nvPr/>
        </p:nvSpPr>
        <p:spPr>
          <a:xfrm rot="-5400000" flipH="1">
            <a:off x="6787801" y="2636596"/>
            <a:ext cx="4198800" cy="916607"/>
          </a:xfrm>
          <a:custGeom>
            <a:avLst/>
            <a:gdLst/>
            <a:ahLst/>
            <a:cxnLst/>
            <a:rect l="l" t="t" r="r" b="b"/>
            <a:pathLst>
              <a:path w="159635" h="50852" extrusionOk="0">
                <a:moveTo>
                  <a:pt x="130317" y="1"/>
                </a:moveTo>
                <a:cubicBezTo>
                  <a:pt x="120771" y="1"/>
                  <a:pt x="110698" y="2200"/>
                  <a:pt x="102824" y="9436"/>
                </a:cubicBezTo>
                <a:cubicBezTo>
                  <a:pt x="95851" y="15858"/>
                  <a:pt x="90529" y="17772"/>
                  <a:pt x="85404" y="17772"/>
                </a:cubicBezTo>
                <a:cubicBezTo>
                  <a:pt x="81181" y="17772"/>
                  <a:pt x="77156" y="16408"/>
                  <a:pt x="72384" y="15023"/>
                </a:cubicBezTo>
                <a:cubicBezTo>
                  <a:pt x="67633" y="13659"/>
                  <a:pt x="62222" y="12273"/>
                  <a:pt x="55250" y="12273"/>
                </a:cubicBezTo>
                <a:cubicBezTo>
                  <a:pt x="52787" y="12273"/>
                  <a:pt x="50037" y="12471"/>
                  <a:pt x="47090" y="12911"/>
                </a:cubicBezTo>
                <a:cubicBezTo>
                  <a:pt x="18146" y="17134"/>
                  <a:pt x="0" y="50851"/>
                  <a:pt x="0" y="50851"/>
                </a:cubicBezTo>
                <a:lnTo>
                  <a:pt x="159547" y="50851"/>
                </a:lnTo>
                <a:lnTo>
                  <a:pt x="159635" y="5873"/>
                </a:lnTo>
                <a:cubicBezTo>
                  <a:pt x="159635" y="5873"/>
                  <a:pt x="145713" y="1"/>
                  <a:pt x="130317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" name="Google Shape;171;p26"/>
          <p:cNvSpPr/>
          <p:nvPr/>
        </p:nvSpPr>
        <p:spPr>
          <a:xfrm rot="-5399699">
            <a:off x="-2194934" y="2355869"/>
            <a:ext cx="4635445" cy="1041417"/>
          </a:xfrm>
          <a:custGeom>
            <a:avLst/>
            <a:gdLst/>
            <a:ahLst/>
            <a:cxnLst/>
            <a:rect l="l" t="t" r="r" b="b"/>
            <a:pathLst>
              <a:path w="162121" h="51600" extrusionOk="0">
                <a:moveTo>
                  <a:pt x="0" y="1"/>
                </a:moveTo>
                <a:lnTo>
                  <a:pt x="0" y="45639"/>
                </a:lnTo>
                <a:cubicBezTo>
                  <a:pt x="0" y="45639"/>
                  <a:pt x="14099" y="51599"/>
                  <a:pt x="29780" y="51599"/>
                </a:cubicBezTo>
                <a:cubicBezTo>
                  <a:pt x="39392" y="51599"/>
                  <a:pt x="49663" y="49312"/>
                  <a:pt x="57647" y="41988"/>
                </a:cubicBezTo>
                <a:cubicBezTo>
                  <a:pt x="64685" y="35565"/>
                  <a:pt x="70096" y="33542"/>
                  <a:pt x="75331" y="33542"/>
                </a:cubicBezTo>
                <a:cubicBezTo>
                  <a:pt x="79642" y="33542"/>
                  <a:pt x="83754" y="34928"/>
                  <a:pt x="88615" y="36291"/>
                </a:cubicBezTo>
                <a:cubicBezTo>
                  <a:pt x="93388" y="37677"/>
                  <a:pt x="98975" y="39040"/>
                  <a:pt x="105925" y="39040"/>
                </a:cubicBezTo>
                <a:cubicBezTo>
                  <a:pt x="108498" y="39040"/>
                  <a:pt x="111247" y="38865"/>
                  <a:pt x="114283" y="38491"/>
                </a:cubicBezTo>
                <a:cubicBezTo>
                  <a:pt x="143601" y="34202"/>
                  <a:pt x="162120" y="1"/>
                  <a:pt x="162120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5100" y="445025"/>
            <a:ext cx="77139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Font typeface="Alegreya"/>
              <a:buNone/>
              <a:defRPr sz="3000" b="1">
                <a:solidFill>
                  <a:schemeClr val="accent5"/>
                </a:solidFill>
                <a:latin typeface="Alegreya"/>
                <a:ea typeface="Alegreya"/>
                <a:cs typeface="Alegreya"/>
                <a:sym typeface="Alegrey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Font typeface="Alegreya"/>
              <a:buNone/>
              <a:defRPr sz="3000" b="1">
                <a:solidFill>
                  <a:schemeClr val="accent5"/>
                </a:solidFill>
                <a:latin typeface="Alegreya"/>
                <a:ea typeface="Alegreya"/>
                <a:cs typeface="Alegreya"/>
                <a:sym typeface="Alegreya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Font typeface="Alegreya"/>
              <a:buNone/>
              <a:defRPr sz="3000" b="1">
                <a:solidFill>
                  <a:schemeClr val="accent5"/>
                </a:solidFill>
                <a:latin typeface="Alegreya"/>
                <a:ea typeface="Alegreya"/>
                <a:cs typeface="Alegreya"/>
                <a:sym typeface="Alegreya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Font typeface="Alegreya"/>
              <a:buNone/>
              <a:defRPr sz="3000" b="1">
                <a:solidFill>
                  <a:schemeClr val="accent5"/>
                </a:solidFill>
                <a:latin typeface="Alegreya"/>
                <a:ea typeface="Alegreya"/>
                <a:cs typeface="Alegreya"/>
                <a:sym typeface="Alegreya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Font typeface="Alegreya"/>
              <a:buNone/>
              <a:defRPr sz="3000" b="1">
                <a:solidFill>
                  <a:schemeClr val="accent5"/>
                </a:solidFill>
                <a:latin typeface="Alegreya"/>
                <a:ea typeface="Alegreya"/>
                <a:cs typeface="Alegreya"/>
                <a:sym typeface="Alegreya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Font typeface="Alegreya"/>
              <a:buNone/>
              <a:defRPr sz="3000" b="1">
                <a:solidFill>
                  <a:schemeClr val="accent5"/>
                </a:solidFill>
                <a:latin typeface="Alegreya"/>
                <a:ea typeface="Alegreya"/>
                <a:cs typeface="Alegreya"/>
                <a:sym typeface="Alegreya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Font typeface="Alegreya"/>
              <a:buNone/>
              <a:defRPr sz="3000" b="1">
                <a:solidFill>
                  <a:schemeClr val="accent5"/>
                </a:solidFill>
                <a:latin typeface="Alegreya"/>
                <a:ea typeface="Alegreya"/>
                <a:cs typeface="Alegreya"/>
                <a:sym typeface="Alegreya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Font typeface="Alegreya"/>
              <a:buNone/>
              <a:defRPr sz="3000" b="1">
                <a:solidFill>
                  <a:schemeClr val="accent5"/>
                </a:solidFill>
                <a:latin typeface="Alegreya"/>
                <a:ea typeface="Alegreya"/>
                <a:cs typeface="Alegreya"/>
                <a:sym typeface="Alegreya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Font typeface="Alegreya"/>
              <a:buNone/>
              <a:defRPr sz="3000" b="1">
                <a:solidFill>
                  <a:schemeClr val="accent5"/>
                </a:solidFill>
                <a:latin typeface="Alegreya"/>
                <a:ea typeface="Alegreya"/>
                <a:cs typeface="Alegreya"/>
                <a:sym typeface="Alegreya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5100" y="1152475"/>
            <a:ext cx="7713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Ubuntu"/>
              <a:buChar char="●"/>
              <a:defRPr sz="1200">
                <a:solidFill>
                  <a:schemeClr val="accent5"/>
                </a:solidFill>
                <a:latin typeface="Ubuntu"/>
                <a:ea typeface="Ubuntu"/>
                <a:cs typeface="Ubuntu"/>
                <a:sym typeface="Ubuntu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Ubuntu"/>
              <a:buChar char="○"/>
              <a:defRPr sz="1200">
                <a:solidFill>
                  <a:schemeClr val="accent5"/>
                </a:solidFill>
                <a:latin typeface="Ubuntu"/>
                <a:ea typeface="Ubuntu"/>
                <a:cs typeface="Ubuntu"/>
                <a:sym typeface="Ubuntu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Ubuntu"/>
              <a:buChar char="■"/>
              <a:defRPr sz="1200">
                <a:solidFill>
                  <a:schemeClr val="accent5"/>
                </a:solidFill>
                <a:latin typeface="Ubuntu"/>
                <a:ea typeface="Ubuntu"/>
                <a:cs typeface="Ubuntu"/>
                <a:sym typeface="Ubuntu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Ubuntu"/>
              <a:buChar char="●"/>
              <a:defRPr sz="1200">
                <a:solidFill>
                  <a:schemeClr val="accent5"/>
                </a:solidFill>
                <a:latin typeface="Ubuntu"/>
                <a:ea typeface="Ubuntu"/>
                <a:cs typeface="Ubuntu"/>
                <a:sym typeface="Ubuntu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Ubuntu"/>
              <a:buChar char="○"/>
              <a:defRPr sz="1200">
                <a:solidFill>
                  <a:schemeClr val="accent5"/>
                </a:solidFill>
                <a:latin typeface="Ubuntu"/>
                <a:ea typeface="Ubuntu"/>
                <a:cs typeface="Ubuntu"/>
                <a:sym typeface="Ubuntu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Ubuntu"/>
              <a:buChar char="■"/>
              <a:defRPr sz="1200">
                <a:solidFill>
                  <a:schemeClr val="accent5"/>
                </a:solidFill>
                <a:latin typeface="Ubuntu"/>
                <a:ea typeface="Ubuntu"/>
                <a:cs typeface="Ubuntu"/>
                <a:sym typeface="Ubuntu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Ubuntu"/>
              <a:buChar char="●"/>
              <a:defRPr sz="1200">
                <a:solidFill>
                  <a:schemeClr val="accent5"/>
                </a:solidFill>
                <a:latin typeface="Ubuntu"/>
                <a:ea typeface="Ubuntu"/>
                <a:cs typeface="Ubuntu"/>
                <a:sym typeface="Ubuntu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Ubuntu"/>
              <a:buChar char="○"/>
              <a:defRPr sz="1200">
                <a:solidFill>
                  <a:schemeClr val="accent5"/>
                </a:solidFill>
                <a:latin typeface="Ubuntu"/>
                <a:ea typeface="Ubuntu"/>
                <a:cs typeface="Ubuntu"/>
                <a:sym typeface="Ubuntu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Ubuntu"/>
              <a:buChar char="■"/>
              <a:defRPr sz="1200">
                <a:solidFill>
                  <a:schemeClr val="accent5"/>
                </a:solidFill>
                <a:latin typeface="Ubuntu"/>
                <a:ea typeface="Ubuntu"/>
                <a:cs typeface="Ubuntu"/>
                <a:sym typeface="Ubuntu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2" r:id="rId10"/>
    <p:sldLayoutId id="2147483663" r:id="rId11"/>
    <p:sldLayoutId id="2147483664" r:id="rId12"/>
    <p:sldLayoutId id="2147483666" r:id="rId13"/>
    <p:sldLayoutId id="2147483667" r:id="rId14"/>
    <p:sldLayoutId id="2147483668" r:id="rId15"/>
    <p:sldLayoutId id="2147483671" r:id="rId16"/>
    <p:sldLayoutId id="2147483672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30"/>
          <p:cNvSpPr txBox="1">
            <a:spLocks noGrp="1"/>
          </p:cNvSpPr>
          <p:nvPr>
            <p:ph type="ctrTitle"/>
          </p:nvPr>
        </p:nvSpPr>
        <p:spPr>
          <a:xfrm>
            <a:off x="1978800" y="1388575"/>
            <a:ext cx="5186400" cy="1639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it-IT" sz="3200" dirty="0" err="1"/>
              <a:t>Dissecting</a:t>
            </a:r>
            <a:r>
              <a:rPr lang="it-IT" sz="3200" dirty="0"/>
              <a:t> </a:t>
            </a:r>
            <a:r>
              <a:rPr lang="it-IT" sz="3200" dirty="0" err="1"/>
              <a:t>Racial</a:t>
            </a:r>
            <a:r>
              <a:rPr lang="it-IT" sz="3200" dirty="0"/>
              <a:t> </a:t>
            </a:r>
            <a:r>
              <a:rPr lang="it-IT" sz="3200" dirty="0" err="1"/>
              <a:t>Bias</a:t>
            </a:r>
            <a:r>
              <a:rPr lang="it-IT" sz="3200" dirty="0"/>
              <a:t> in an </a:t>
            </a:r>
            <a:r>
              <a:rPr lang="it-IT" sz="3200" dirty="0" err="1"/>
              <a:t>Algorithm</a:t>
            </a:r>
            <a:r>
              <a:rPr lang="it-IT" sz="3200" dirty="0"/>
              <a:t> </a:t>
            </a:r>
            <a:r>
              <a:rPr lang="it-IT" sz="3200" dirty="0" err="1"/>
              <a:t>Used</a:t>
            </a:r>
            <a:r>
              <a:rPr lang="it-IT" sz="3200" dirty="0"/>
              <a:t> to </a:t>
            </a:r>
            <a:r>
              <a:rPr lang="it-IT" sz="3200" dirty="0" err="1"/>
              <a:t>Manage</a:t>
            </a:r>
            <a:r>
              <a:rPr lang="it-IT" sz="3200" dirty="0"/>
              <a:t> the Health of </a:t>
            </a:r>
            <a:r>
              <a:rPr lang="it-IT" sz="3200" dirty="0" err="1"/>
              <a:t>Populations</a:t>
            </a:r>
            <a:endParaRPr lang="it-IT" sz="3200" dirty="0"/>
          </a:p>
        </p:txBody>
      </p:sp>
      <p:sp>
        <p:nvSpPr>
          <p:cNvPr id="183" name="Google Shape;183;p30"/>
          <p:cNvSpPr txBox="1">
            <a:spLocks noGrp="1"/>
          </p:cNvSpPr>
          <p:nvPr>
            <p:ph type="subTitle" idx="1"/>
          </p:nvPr>
        </p:nvSpPr>
        <p:spPr>
          <a:xfrm>
            <a:off x="1168611" y="3070763"/>
            <a:ext cx="6806778" cy="43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it-IT" dirty="0"/>
              <a:t>Ziad </a:t>
            </a:r>
            <a:r>
              <a:rPr lang="it-IT" dirty="0" err="1"/>
              <a:t>Obermeyer</a:t>
            </a:r>
            <a:r>
              <a:rPr lang="it-IT" dirty="0"/>
              <a:t>, Brian Powers, Christine </a:t>
            </a:r>
            <a:r>
              <a:rPr lang="it-IT" dirty="0" err="1"/>
              <a:t>Vogeli</a:t>
            </a:r>
            <a:r>
              <a:rPr lang="it-IT" dirty="0"/>
              <a:t>, </a:t>
            </a:r>
            <a:r>
              <a:rPr lang="it-IT" dirty="0" err="1"/>
              <a:t>Sendhil</a:t>
            </a:r>
            <a:r>
              <a:rPr lang="it-IT" dirty="0"/>
              <a:t> </a:t>
            </a:r>
            <a:r>
              <a:rPr lang="it-IT" dirty="0" err="1"/>
              <a:t>Mullainathan</a:t>
            </a:r>
            <a:endParaRPr lang="it-IT" dirty="0"/>
          </a:p>
        </p:txBody>
      </p:sp>
      <p:sp>
        <p:nvSpPr>
          <p:cNvPr id="184" name="Google Shape;184;p30"/>
          <p:cNvSpPr/>
          <p:nvPr/>
        </p:nvSpPr>
        <p:spPr>
          <a:xfrm rot="8100000">
            <a:off x="6954356" y="-630922"/>
            <a:ext cx="2555255" cy="1950409"/>
          </a:xfrm>
          <a:custGeom>
            <a:avLst/>
            <a:gdLst/>
            <a:ahLst/>
            <a:cxnLst/>
            <a:rect l="l" t="t" r="r" b="b"/>
            <a:pathLst>
              <a:path w="82655" h="63090" extrusionOk="0">
                <a:moveTo>
                  <a:pt x="0" y="0"/>
                </a:moveTo>
                <a:cubicBezTo>
                  <a:pt x="176" y="176"/>
                  <a:pt x="374" y="374"/>
                  <a:pt x="550" y="550"/>
                </a:cubicBezTo>
                <a:cubicBezTo>
                  <a:pt x="3299" y="2661"/>
                  <a:pt x="6137" y="4861"/>
                  <a:pt x="8974" y="6972"/>
                </a:cubicBezTo>
                <a:cubicBezTo>
                  <a:pt x="11635" y="8974"/>
                  <a:pt x="14385" y="10997"/>
                  <a:pt x="17046" y="13021"/>
                </a:cubicBezTo>
                <a:cubicBezTo>
                  <a:pt x="19069" y="14582"/>
                  <a:pt x="20895" y="16232"/>
                  <a:pt x="22918" y="17881"/>
                </a:cubicBezTo>
                <a:cubicBezTo>
                  <a:pt x="24194" y="18871"/>
                  <a:pt x="25558" y="19795"/>
                  <a:pt x="26855" y="20807"/>
                </a:cubicBezTo>
                <a:cubicBezTo>
                  <a:pt x="28967" y="22632"/>
                  <a:pt x="31056" y="24480"/>
                  <a:pt x="32816" y="26679"/>
                </a:cubicBezTo>
                <a:cubicBezTo>
                  <a:pt x="34092" y="28131"/>
                  <a:pt x="35191" y="29692"/>
                  <a:pt x="35829" y="31518"/>
                </a:cubicBezTo>
                <a:cubicBezTo>
                  <a:pt x="36115" y="32442"/>
                  <a:pt x="36467" y="33453"/>
                  <a:pt x="36929" y="34267"/>
                </a:cubicBezTo>
                <a:cubicBezTo>
                  <a:pt x="38314" y="36840"/>
                  <a:pt x="39766" y="39326"/>
                  <a:pt x="41064" y="41877"/>
                </a:cubicBezTo>
                <a:cubicBezTo>
                  <a:pt x="42053" y="43615"/>
                  <a:pt x="43065" y="45264"/>
                  <a:pt x="44539" y="46650"/>
                </a:cubicBezTo>
                <a:cubicBezTo>
                  <a:pt x="44715" y="46826"/>
                  <a:pt x="44803" y="47112"/>
                  <a:pt x="44913" y="47288"/>
                </a:cubicBezTo>
                <a:cubicBezTo>
                  <a:pt x="45353" y="48761"/>
                  <a:pt x="45814" y="50125"/>
                  <a:pt x="46364" y="51511"/>
                </a:cubicBezTo>
                <a:cubicBezTo>
                  <a:pt x="46738" y="52698"/>
                  <a:pt x="47200" y="53886"/>
                  <a:pt x="47750" y="54986"/>
                </a:cubicBezTo>
                <a:cubicBezTo>
                  <a:pt x="48212" y="55997"/>
                  <a:pt x="48762" y="57009"/>
                  <a:pt x="49400" y="58021"/>
                </a:cubicBezTo>
                <a:cubicBezTo>
                  <a:pt x="50301" y="59208"/>
                  <a:pt x="51225" y="60484"/>
                  <a:pt x="52149" y="61672"/>
                </a:cubicBezTo>
                <a:cubicBezTo>
                  <a:pt x="52595" y="62185"/>
                  <a:pt x="53215" y="62450"/>
                  <a:pt x="53821" y="62450"/>
                </a:cubicBezTo>
                <a:cubicBezTo>
                  <a:pt x="54201" y="62450"/>
                  <a:pt x="54576" y="62346"/>
                  <a:pt x="54898" y="62134"/>
                </a:cubicBezTo>
                <a:cubicBezTo>
                  <a:pt x="55712" y="61584"/>
                  <a:pt x="55910" y="60770"/>
                  <a:pt x="55360" y="59670"/>
                </a:cubicBezTo>
                <a:cubicBezTo>
                  <a:pt x="54898" y="58747"/>
                  <a:pt x="54348" y="57823"/>
                  <a:pt x="53886" y="56921"/>
                </a:cubicBezTo>
                <a:cubicBezTo>
                  <a:pt x="53249" y="55535"/>
                  <a:pt x="52501" y="54172"/>
                  <a:pt x="51863" y="52786"/>
                </a:cubicBezTo>
                <a:cubicBezTo>
                  <a:pt x="51511" y="51972"/>
                  <a:pt x="51313" y="51137"/>
                  <a:pt x="51049" y="50323"/>
                </a:cubicBezTo>
                <a:cubicBezTo>
                  <a:pt x="50675" y="49399"/>
                  <a:pt x="50301" y="48475"/>
                  <a:pt x="50037" y="47574"/>
                </a:cubicBezTo>
                <a:cubicBezTo>
                  <a:pt x="49861" y="47112"/>
                  <a:pt x="50125" y="46738"/>
                  <a:pt x="50587" y="46562"/>
                </a:cubicBezTo>
                <a:cubicBezTo>
                  <a:pt x="50902" y="46455"/>
                  <a:pt x="51179" y="46402"/>
                  <a:pt x="51428" y="46402"/>
                </a:cubicBezTo>
                <a:cubicBezTo>
                  <a:pt x="52052" y="46402"/>
                  <a:pt x="52507" y="46732"/>
                  <a:pt x="52963" y="47376"/>
                </a:cubicBezTo>
                <a:cubicBezTo>
                  <a:pt x="53161" y="47662"/>
                  <a:pt x="53249" y="47837"/>
                  <a:pt x="53425" y="48123"/>
                </a:cubicBezTo>
                <a:cubicBezTo>
                  <a:pt x="54700" y="50499"/>
                  <a:pt x="56086" y="52874"/>
                  <a:pt x="58109" y="54810"/>
                </a:cubicBezTo>
                <a:cubicBezTo>
                  <a:pt x="60661" y="57273"/>
                  <a:pt x="63058" y="59846"/>
                  <a:pt x="65521" y="62420"/>
                </a:cubicBezTo>
                <a:cubicBezTo>
                  <a:pt x="66023" y="62861"/>
                  <a:pt x="66654" y="63089"/>
                  <a:pt x="67260" y="63089"/>
                </a:cubicBezTo>
                <a:cubicBezTo>
                  <a:pt x="67770" y="63089"/>
                  <a:pt x="68262" y="62927"/>
                  <a:pt x="68645" y="62596"/>
                </a:cubicBezTo>
                <a:cubicBezTo>
                  <a:pt x="69546" y="61870"/>
                  <a:pt x="69832" y="60946"/>
                  <a:pt x="69106" y="60110"/>
                </a:cubicBezTo>
                <a:cubicBezTo>
                  <a:pt x="67633" y="58461"/>
                  <a:pt x="66159" y="56723"/>
                  <a:pt x="64708" y="55074"/>
                </a:cubicBezTo>
                <a:cubicBezTo>
                  <a:pt x="64048" y="54348"/>
                  <a:pt x="63498" y="53622"/>
                  <a:pt x="62948" y="52874"/>
                </a:cubicBezTo>
                <a:cubicBezTo>
                  <a:pt x="62046" y="51686"/>
                  <a:pt x="61210" y="50411"/>
                  <a:pt x="60309" y="49223"/>
                </a:cubicBezTo>
                <a:cubicBezTo>
                  <a:pt x="59561" y="48013"/>
                  <a:pt x="58747" y="46914"/>
                  <a:pt x="57911" y="45726"/>
                </a:cubicBezTo>
                <a:cubicBezTo>
                  <a:pt x="58129" y="45606"/>
                  <a:pt x="58348" y="45548"/>
                  <a:pt x="58561" y="45548"/>
                </a:cubicBezTo>
                <a:cubicBezTo>
                  <a:pt x="58973" y="45548"/>
                  <a:pt x="59359" y="45767"/>
                  <a:pt x="59649" y="46188"/>
                </a:cubicBezTo>
                <a:cubicBezTo>
                  <a:pt x="60111" y="46650"/>
                  <a:pt x="60485" y="47288"/>
                  <a:pt x="60859" y="47749"/>
                </a:cubicBezTo>
                <a:cubicBezTo>
                  <a:pt x="62046" y="49223"/>
                  <a:pt x="63146" y="50587"/>
                  <a:pt x="64334" y="51862"/>
                </a:cubicBezTo>
                <a:cubicBezTo>
                  <a:pt x="65807" y="53424"/>
                  <a:pt x="67347" y="54810"/>
                  <a:pt x="68821" y="56371"/>
                </a:cubicBezTo>
                <a:cubicBezTo>
                  <a:pt x="70382" y="57911"/>
                  <a:pt x="71856" y="59560"/>
                  <a:pt x="73395" y="61210"/>
                </a:cubicBezTo>
                <a:cubicBezTo>
                  <a:pt x="73776" y="61667"/>
                  <a:pt x="74252" y="61892"/>
                  <a:pt x="74779" y="61892"/>
                </a:cubicBezTo>
                <a:cubicBezTo>
                  <a:pt x="75013" y="61892"/>
                  <a:pt x="75257" y="61848"/>
                  <a:pt x="75507" y="61760"/>
                </a:cubicBezTo>
                <a:cubicBezTo>
                  <a:pt x="76694" y="61320"/>
                  <a:pt x="77794" y="59560"/>
                  <a:pt x="76694" y="58197"/>
                </a:cubicBezTo>
                <a:cubicBezTo>
                  <a:pt x="76145" y="57471"/>
                  <a:pt x="75595" y="56723"/>
                  <a:pt x="75045" y="55997"/>
                </a:cubicBezTo>
                <a:lnTo>
                  <a:pt x="72582" y="52698"/>
                </a:lnTo>
                <a:cubicBezTo>
                  <a:pt x="71746" y="51774"/>
                  <a:pt x="71020" y="50763"/>
                  <a:pt x="70206" y="49861"/>
                </a:cubicBezTo>
                <a:cubicBezTo>
                  <a:pt x="69370" y="48937"/>
                  <a:pt x="68557" y="48013"/>
                  <a:pt x="67721" y="47112"/>
                </a:cubicBezTo>
                <a:cubicBezTo>
                  <a:pt x="67259" y="46562"/>
                  <a:pt x="66709" y="46188"/>
                  <a:pt x="66247" y="45638"/>
                </a:cubicBezTo>
                <a:cubicBezTo>
                  <a:pt x="65345" y="44824"/>
                  <a:pt x="64422" y="43900"/>
                  <a:pt x="63608" y="42977"/>
                </a:cubicBezTo>
                <a:cubicBezTo>
                  <a:pt x="63498" y="42889"/>
                  <a:pt x="63410" y="42713"/>
                  <a:pt x="63410" y="42625"/>
                </a:cubicBezTo>
                <a:cubicBezTo>
                  <a:pt x="63498" y="42625"/>
                  <a:pt x="63498" y="42515"/>
                  <a:pt x="63498" y="42515"/>
                </a:cubicBezTo>
                <a:lnTo>
                  <a:pt x="63784" y="42515"/>
                </a:lnTo>
                <a:cubicBezTo>
                  <a:pt x="63883" y="42501"/>
                  <a:pt x="63982" y="42494"/>
                  <a:pt x="64081" y="42494"/>
                </a:cubicBezTo>
                <a:cubicBezTo>
                  <a:pt x="64616" y="42494"/>
                  <a:pt x="65131" y="42693"/>
                  <a:pt x="65521" y="43065"/>
                </a:cubicBezTo>
                <a:cubicBezTo>
                  <a:pt x="66995" y="44450"/>
                  <a:pt x="68645" y="45638"/>
                  <a:pt x="70294" y="46738"/>
                </a:cubicBezTo>
                <a:cubicBezTo>
                  <a:pt x="71746" y="47662"/>
                  <a:pt x="73219" y="48761"/>
                  <a:pt x="74605" y="49861"/>
                </a:cubicBezTo>
                <a:cubicBezTo>
                  <a:pt x="75507" y="50587"/>
                  <a:pt x="76343" y="51511"/>
                  <a:pt x="77354" y="52236"/>
                </a:cubicBezTo>
                <a:cubicBezTo>
                  <a:pt x="77992" y="52786"/>
                  <a:pt x="78718" y="53160"/>
                  <a:pt x="79554" y="53512"/>
                </a:cubicBezTo>
                <a:cubicBezTo>
                  <a:pt x="79807" y="53628"/>
                  <a:pt x="80063" y="53683"/>
                  <a:pt x="80314" y="53683"/>
                </a:cubicBezTo>
                <a:cubicBezTo>
                  <a:pt x="80869" y="53683"/>
                  <a:pt x="81402" y="53416"/>
                  <a:pt x="81841" y="52962"/>
                </a:cubicBezTo>
                <a:cubicBezTo>
                  <a:pt x="82391" y="52236"/>
                  <a:pt x="82655" y="51423"/>
                  <a:pt x="82105" y="50587"/>
                </a:cubicBezTo>
                <a:cubicBezTo>
                  <a:pt x="81643" y="49861"/>
                  <a:pt x="81005" y="49113"/>
                  <a:pt x="80280" y="48387"/>
                </a:cubicBezTo>
                <a:cubicBezTo>
                  <a:pt x="78894" y="47024"/>
                  <a:pt x="77354" y="45814"/>
                  <a:pt x="75969" y="44274"/>
                </a:cubicBezTo>
                <a:cubicBezTo>
                  <a:pt x="74143" y="42339"/>
                  <a:pt x="72032" y="40865"/>
                  <a:pt x="69832" y="39326"/>
                </a:cubicBezTo>
                <a:cubicBezTo>
                  <a:pt x="68821" y="38490"/>
                  <a:pt x="67633" y="37852"/>
                  <a:pt x="66709" y="37016"/>
                </a:cubicBezTo>
                <a:cubicBezTo>
                  <a:pt x="65521" y="35917"/>
                  <a:pt x="64510" y="34729"/>
                  <a:pt x="63498" y="33629"/>
                </a:cubicBezTo>
                <a:cubicBezTo>
                  <a:pt x="62596" y="32727"/>
                  <a:pt x="62134" y="31518"/>
                  <a:pt x="61760" y="30330"/>
                </a:cubicBezTo>
                <a:cubicBezTo>
                  <a:pt x="61496" y="29604"/>
                  <a:pt x="61672" y="29428"/>
                  <a:pt x="62398" y="29318"/>
                </a:cubicBezTo>
                <a:cubicBezTo>
                  <a:pt x="62541" y="29274"/>
                  <a:pt x="62679" y="29252"/>
                  <a:pt x="62816" y="29252"/>
                </a:cubicBezTo>
                <a:cubicBezTo>
                  <a:pt x="62954" y="29252"/>
                  <a:pt x="63091" y="29274"/>
                  <a:pt x="63234" y="29318"/>
                </a:cubicBezTo>
                <a:cubicBezTo>
                  <a:pt x="64158" y="29604"/>
                  <a:pt x="65059" y="29978"/>
                  <a:pt x="65983" y="30330"/>
                </a:cubicBezTo>
                <a:cubicBezTo>
                  <a:pt x="67259" y="30704"/>
                  <a:pt x="68557" y="31254"/>
                  <a:pt x="69832" y="31518"/>
                </a:cubicBezTo>
                <a:cubicBezTo>
                  <a:pt x="70338" y="31604"/>
                  <a:pt x="70839" y="31646"/>
                  <a:pt x="71334" y="31646"/>
                </a:cubicBezTo>
                <a:cubicBezTo>
                  <a:pt x="72992" y="31646"/>
                  <a:pt x="74583" y="31177"/>
                  <a:pt x="76057" y="30330"/>
                </a:cubicBezTo>
                <a:cubicBezTo>
                  <a:pt x="76980" y="29868"/>
                  <a:pt x="77530" y="29054"/>
                  <a:pt x="77706" y="28043"/>
                </a:cubicBezTo>
                <a:cubicBezTo>
                  <a:pt x="77794" y="27229"/>
                  <a:pt x="77530" y="26855"/>
                  <a:pt x="76804" y="26767"/>
                </a:cubicBezTo>
                <a:cubicBezTo>
                  <a:pt x="76387" y="26723"/>
                  <a:pt x="75974" y="26723"/>
                  <a:pt x="75562" y="26723"/>
                </a:cubicBezTo>
                <a:cubicBezTo>
                  <a:pt x="75149" y="26723"/>
                  <a:pt x="74737" y="26723"/>
                  <a:pt x="74319" y="26679"/>
                </a:cubicBezTo>
                <a:cubicBezTo>
                  <a:pt x="74019" y="26679"/>
                  <a:pt x="73699" y="26698"/>
                  <a:pt x="73388" y="26698"/>
                </a:cubicBezTo>
                <a:cubicBezTo>
                  <a:pt x="73037" y="26698"/>
                  <a:pt x="72697" y="26674"/>
                  <a:pt x="72406" y="26569"/>
                </a:cubicBezTo>
                <a:cubicBezTo>
                  <a:pt x="71306" y="26305"/>
                  <a:pt x="70294" y="25931"/>
                  <a:pt x="69194" y="25469"/>
                </a:cubicBezTo>
                <a:cubicBezTo>
                  <a:pt x="67259" y="24656"/>
                  <a:pt x="65345" y="23820"/>
                  <a:pt x="63410" y="22918"/>
                </a:cubicBezTo>
                <a:cubicBezTo>
                  <a:pt x="62684" y="22544"/>
                  <a:pt x="61958" y="22082"/>
                  <a:pt x="61210" y="21818"/>
                </a:cubicBezTo>
                <a:cubicBezTo>
                  <a:pt x="58835" y="20895"/>
                  <a:pt x="56460" y="19971"/>
                  <a:pt x="54062" y="19245"/>
                </a:cubicBezTo>
                <a:cubicBezTo>
                  <a:pt x="51511" y="18519"/>
                  <a:pt x="49026" y="17595"/>
                  <a:pt x="46738" y="16232"/>
                </a:cubicBezTo>
                <a:cubicBezTo>
                  <a:pt x="45177" y="15396"/>
                  <a:pt x="43813" y="14296"/>
                  <a:pt x="42427" y="13197"/>
                </a:cubicBezTo>
                <a:cubicBezTo>
                  <a:pt x="40602" y="11723"/>
                  <a:pt x="38666" y="10447"/>
                  <a:pt x="36841" y="8974"/>
                </a:cubicBezTo>
                <a:cubicBezTo>
                  <a:pt x="34179" y="6972"/>
                  <a:pt x="31606" y="4949"/>
                  <a:pt x="29055" y="2837"/>
                </a:cubicBezTo>
                <a:cubicBezTo>
                  <a:pt x="27955" y="1935"/>
                  <a:pt x="26943" y="924"/>
                  <a:pt x="25932" y="0"/>
                </a:cubicBezTo>
                <a:close/>
              </a:path>
            </a:pathLst>
          </a:custGeom>
          <a:solidFill>
            <a:srgbClr val="7D302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" name="Google Shape;185;p30"/>
          <p:cNvSpPr/>
          <p:nvPr/>
        </p:nvSpPr>
        <p:spPr>
          <a:xfrm>
            <a:off x="-585725" y="-472225"/>
            <a:ext cx="1984163" cy="2248009"/>
          </a:xfrm>
          <a:custGeom>
            <a:avLst/>
            <a:gdLst/>
            <a:ahLst/>
            <a:cxnLst/>
            <a:rect l="l" t="t" r="r" b="b"/>
            <a:pathLst>
              <a:path w="55273" h="62623" extrusionOk="0">
                <a:moveTo>
                  <a:pt x="41878" y="44275"/>
                </a:moveTo>
                <a:cubicBezTo>
                  <a:pt x="42515" y="45199"/>
                  <a:pt x="43175" y="46101"/>
                  <a:pt x="43813" y="47112"/>
                </a:cubicBezTo>
                <a:cubicBezTo>
                  <a:pt x="42515" y="46013"/>
                  <a:pt x="41702" y="44737"/>
                  <a:pt x="41878" y="44275"/>
                </a:cubicBezTo>
                <a:close/>
                <a:moveTo>
                  <a:pt x="46101" y="50038"/>
                </a:moveTo>
                <a:cubicBezTo>
                  <a:pt x="47200" y="51137"/>
                  <a:pt x="47926" y="52523"/>
                  <a:pt x="48564" y="53799"/>
                </a:cubicBezTo>
                <a:lnTo>
                  <a:pt x="48476" y="53887"/>
                </a:lnTo>
                <a:cubicBezTo>
                  <a:pt x="47662" y="52611"/>
                  <a:pt x="46826" y="51335"/>
                  <a:pt x="46101" y="50038"/>
                </a:cubicBezTo>
                <a:close/>
                <a:moveTo>
                  <a:pt x="0" y="1"/>
                </a:moveTo>
                <a:lnTo>
                  <a:pt x="0" y="661"/>
                </a:lnTo>
                <a:lnTo>
                  <a:pt x="0" y="7809"/>
                </a:lnTo>
                <a:lnTo>
                  <a:pt x="0" y="20631"/>
                </a:lnTo>
                <a:cubicBezTo>
                  <a:pt x="0" y="20895"/>
                  <a:pt x="0" y="21181"/>
                  <a:pt x="286" y="21357"/>
                </a:cubicBezTo>
                <a:cubicBezTo>
                  <a:pt x="4311" y="24304"/>
                  <a:pt x="8622" y="26856"/>
                  <a:pt x="12823" y="29341"/>
                </a:cubicBezTo>
                <a:cubicBezTo>
                  <a:pt x="14583" y="30353"/>
                  <a:pt x="16122" y="31540"/>
                  <a:pt x="17420" y="32904"/>
                </a:cubicBezTo>
                <a:cubicBezTo>
                  <a:pt x="18432" y="34092"/>
                  <a:pt x="19421" y="35301"/>
                  <a:pt x="19883" y="36841"/>
                </a:cubicBezTo>
                <a:cubicBezTo>
                  <a:pt x="20081" y="37303"/>
                  <a:pt x="20257" y="37853"/>
                  <a:pt x="20521" y="38315"/>
                </a:cubicBezTo>
                <a:cubicBezTo>
                  <a:pt x="21731" y="40338"/>
                  <a:pt x="22721" y="42340"/>
                  <a:pt x="24018" y="44275"/>
                </a:cubicBezTo>
                <a:cubicBezTo>
                  <a:pt x="24920" y="45639"/>
                  <a:pt x="25932" y="47024"/>
                  <a:pt x="27229" y="48124"/>
                </a:cubicBezTo>
                <a:cubicBezTo>
                  <a:pt x="27779" y="48586"/>
                  <a:pt x="28329" y="49048"/>
                  <a:pt x="28769" y="49686"/>
                </a:cubicBezTo>
                <a:cubicBezTo>
                  <a:pt x="30331" y="51797"/>
                  <a:pt x="31892" y="53997"/>
                  <a:pt x="34004" y="55646"/>
                </a:cubicBezTo>
                <a:cubicBezTo>
                  <a:pt x="35191" y="56636"/>
                  <a:pt x="36291" y="57736"/>
                  <a:pt x="37479" y="58659"/>
                </a:cubicBezTo>
                <a:cubicBezTo>
                  <a:pt x="38315" y="59297"/>
                  <a:pt x="39128" y="59759"/>
                  <a:pt x="39964" y="60221"/>
                </a:cubicBezTo>
                <a:cubicBezTo>
                  <a:pt x="40132" y="60335"/>
                  <a:pt x="40343" y="60388"/>
                  <a:pt x="40564" y="60388"/>
                </a:cubicBezTo>
                <a:cubicBezTo>
                  <a:pt x="41070" y="60388"/>
                  <a:pt x="41633" y="60114"/>
                  <a:pt x="41878" y="59671"/>
                </a:cubicBezTo>
                <a:cubicBezTo>
                  <a:pt x="41966" y="59583"/>
                  <a:pt x="42076" y="59385"/>
                  <a:pt x="42076" y="59297"/>
                </a:cubicBezTo>
                <a:cubicBezTo>
                  <a:pt x="42164" y="59385"/>
                  <a:pt x="42252" y="59385"/>
                  <a:pt x="42252" y="59385"/>
                </a:cubicBezTo>
                <a:cubicBezTo>
                  <a:pt x="43065" y="60133"/>
                  <a:pt x="43901" y="60859"/>
                  <a:pt x="44627" y="61695"/>
                </a:cubicBezTo>
                <a:cubicBezTo>
                  <a:pt x="45133" y="62189"/>
                  <a:pt x="45732" y="62437"/>
                  <a:pt x="46318" y="62437"/>
                </a:cubicBezTo>
                <a:cubicBezTo>
                  <a:pt x="46903" y="62437"/>
                  <a:pt x="47475" y="62189"/>
                  <a:pt x="47926" y="61695"/>
                </a:cubicBezTo>
                <a:cubicBezTo>
                  <a:pt x="48014" y="61497"/>
                  <a:pt x="48124" y="61321"/>
                  <a:pt x="48300" y="61035"/>
                </a:cubicBezTo>
                <a:cubicBezTo>
                  <a:pt x="48674" y="61497"/>
                  <a:pt x="49026" y="61870"/>
                  <a:pt x="49400" y="62244"/>
                </a:cubicBezTo>
                <a:cubicBezTo>
                  <a:pt x="49692" y="62501"/>
                  <a:pt x="50017" y="62623"/>
                  <a:pt x="50336" y="62623"/>
                </a:cubicBezTo>
                <a:cubicBezTo>
                  <a:pt x="50809" y="62623"/>
                  <a:pt x="51271" y="62356"/>
                  <a:pt x="51599" y="61870"/>
                </a:cubicBezTo>
                <a:cubicBezTo>
                  <a:pt x="51687" y="61783"/>
                  <a:pt x="51775" y="61409"/>
                  <a:pt x="51863" y="61409"/>
                </a:cubicBezTo>
                <a:cubicBezTo>
                  <a:pt x="52325" y="61409"/>
                  <a:pt x="52325" y="61035"/>
                  <a:pt x="52237" y="60859"/>
                </a:cubicBezTo>
                <a:cubicBezTo>
                  <a:pt x="52149" y="60309"/>
                  <a:pt x="51973" y="59759"/>
                  <a:pt x="51687" y="59209"/>
                </a:cubicBezTo>
                <a:cubicBezTo>
                  <a:pt x="51599" y="58747"/>
                  <a:pt x="51313" y="58395"/>
                  <a:pt x="51049" y="58021"/>
                </a:cubicBezTo>
                <a:lnTo>
                  <a:pt x="51049" y="58021"/>
                </a:lnTo>
                <a:cubicBezTo>
                  <a:pt x="51441" y="58164"/>
                  <a:pt x="51792" y="58243"/>
                  <a:pt x="52095" y="58243"/>
                </a:cubicBezTo>
                <a:cubicBezTo>
                  <a:pt x="52776" y="58243"/>
                  <a:pt x="53215" y="57839"/>
                  <a:pt x="53337" y="56834"/>
                </a:cubicBezTo>
                <a:cubicBezTo>
                  <a:pt x="53425" y="56922"/>
                  <a:pt x="53425" y="57010"/>
                  <a:pt x="53623" y="57186"/>
                </a:cubicBezTo>
                <a:cubicBezTo>
                  <a:pt x="53623" y="56922"/>
                  <a:pt x="53799" y="56834"/>
                  <a:pt x="53711" y="56746"/>
                </a:cubicBezTo>
                <a:cubicBezTo>
                  <a:pt x="53711" y="56196"/>
                  <a:pt x="53711" y="55734"/>
                  <a:pt x="53513" y="55272"/>
                </a:cubicBezTo>
                <a:cubicBezTo>
                  <a:pt x="53425" y="54898"/>
                  <a:pt x="53249" y="54436"/>
                  <a:pt x="53161" y="54085"/>
                </a:cubicBezTo>
                <a:cubicBezTo>
                  <a:pt x="52787" y="53161"/>
                  <a:pt x="52523" y="52149"/>
                  <a:pt x="51973" y="51247"/>
                </a:cubicBezTo>
                <a:cubicBezTo>
                  <a:pt x="51423" y="50324"/>
                  <a:pt x="50961" y="49224"/>
                  <a:pt x="50411" y="48300"/>
                </a:cubicBezTo>
                <a:cubicBezTo>
                  <a:pt x="50038" y="47486"/>
                  <a:pt x="49664" y="46650"/>
                  <a:pt x="49224" y="46013"/>
                </a:cubicBezTo>
                <a:cubicBezTo>
                  <a:pt x="48014" y="44275"/>
                  <a:pt x="46738" y="42538"/>
                  <a:pt x="45551" y="40888"/>
                </a:cubicBezTo>
                <a:cubicBezTo>
                  <a:pt x="45177" y="40426"/>
                  <a:pt x="44913" y="39876"/>
                  <a:pt x="44627" y="39326"/>
                </a:cubicBezTo>
                <a:cubicBezTo>
                  <a:pt x="43989" y="38139"/>
                  <a:pt x="43439" y="36753"/>
                  <a:pt x="42801" y="35565"/>
                </a:cubicBezTo>
                <a:cubicBezTo>
                  <a:pt x="42340" y="34840"/>
                  <a:pt x="41878" y="34004"/>
                  <a:pt x="41702" y="33102"/>
                </a:cubicBezTo>
                <a:cubicBezTo>
                  <a:pt x="41614" y="32992"/>
                  <a:pt x="41702" y="32816"/>
                  <a:pt x="41614" y="32640"/>
                </a:cubicBezTo>
                <a:lnTo>
                  <a:pt x="41614" y="32640"/>
                </a:lnTo>
                <a:cubicBezTo>
                  <a:pt x="41702" y="32684"/>
                  <a:pt x="41790" y="32684"/>
                  <a:pt x="41869" y="32684"/>
                </a:cubicBezTo>
                <a:cubicBezTo>
                  <a:pt x="41949" y="32684"/>
                  <a:pt x="42021" y="32684"/>
                  <a:pt x="42076" y="32728"/>
                </a:cubicBezTo>
                <a:cubicBezTo>
                  <a:pt x="42713" y="32992"/>
                  <a:pt x="43263" y="33278"/>
                  <a:pt x="43813" y="33740"/>
                </a:cubicBezTo>
                <a:cubicBezTo>
                  <a:pt x="44913" y="34554"/>
                  <a:pt x="46013" y="35477"/>
                  <a:pt x="47024" y="36291"/>
                </a:cubicBezTo>
                <a:cubicBezTo>
                  <a:pt x="48604" y="37551"/>
                  <a:pt x="50330" y="38338"/>
                  <a:pt x="52284" y="38338"/>
                </a:cubicBezTo>
                <a:cubicBezTo>
                  <a:pt x="52478" y="38338"/>
                  <a:pt x="52675" y="38331"/>
                  <a:pt x="52875" y="38315"/>
                </a:cubicBezTo>
                <a:cubicBezTo>
                  <a:pt x="53513" y="38227"/>
                  <a:pt x="54172" y="37941"/>
                  <a:pt x="54722" y="37391"/>
                </a:cubicBezTo>
                <a:cubicBezTo>
                  <a:pt x="55272" y="36841"/>
                  <a:pt x="55162" y="36203"/>
                  <a:pt x="54524" y="35851"/>
                </a:cubicBezTo>
                <a:cubicBezTo>
                  <a:pt x="53974" y="35477"/>
                  <a:pt x="53425" y="35191"/>
                  <a:pt x="52963" y="34928"/>
                </a:cubicBezTo>
                <a:cubicBezTo>
                  <a:pt x="52611" y="34752"/>
                  <a:pt x="52237" y="34554"/>
                  <a:pt x="51973" y="34378"/>
                </a:cubicBezTo>
                <a:cubicBezTo>
                  <a:pt x="51225" y="33652"/>
                  <a:pt x="50587" y="32816"/>
                  <a:pt x="49774" y="32178"/>
                </a:cubicBezTo>
                <a:cubicBezTo>
                  <a:pt x="48762" y="31255"/>
                  <a:pt x="47662" y="30353"/>
                  <a:pt x="46562" y="29429"/>
                </a:cubicBezTo>
                <a:cubicBezTo>
                  <a:pt x="45727" y="28703"/>
                  <a:pt x="44913" y="27867"/>
                  <a:pt x="44077" y="27054"/>
                </a:cubicBezTo>
                <a:cubicBezTo>
                  <a:pt x="43263" y="26130"/>
                  <a:pt x="42252" y="25404"/>
                  <a:pt x="40976" y="25118"/>
                </a:cubicBezTo>
                <a:cubicBezTo>
                  <a:pt x="39216" y="24744"/>
                  <a:pt x="37479" y="24304"/>
                  <a:pt x="35741" y="23842"/>
                </a:cubicBezTo>
                <a:cubicBezTo>
                  <a:pt x="34554" y="23469"/>
                  <a:pt x="33366" y="23205"/>
                  <a:pt x="32068" y="23205"/>
                </a:cubicBezTo>
                <a:cubicBezTo>
                  <a:pt x="30243" y="23095"/>
                  <a:pt x="28505" y="22369"/>
                  <a:pt x="27031" y="21357"/>
                </a:cubicBezTo>
                <a:cubicBezTo>
                  <a:pt x="26130" y="20719"/>
                  <a:pt x="25294" y="19993"/>
                  <a:pt x="24480" y="19356"/>
                </a:cubicBezTo>
                <a:cubicBezTo>
                  <a:pt x="23182" y="18432"/>
                  <a:pt x="21907" y="17508"/>
                  <a:pt x="20631" y="16606"/>
                </a:cubicBezTo>
                <a:cubicBezTo>
                  <a:pt x="18982" y="15397"/>
                  <a:pt x="17332" y="14121"/>
                  <a:pt x="15572" y="12933"/>
                </a:cubicBezTo>
                <a:cubicBezTo>
                  <a:pt x="13835" y="11658"/>
                  <a:pt x="12097" y="10360"/>
                  <a:pt x="10272" y="9172"/>
                </a:cubicBezTo>
                <a:cubicBezTo>
                  <a:pt x="6885" y="6797"/>
                  <a:pt x="3937" y="4136"/>
                  <a:pt x="1276" y="1012"/>
                </a:cubicBezTo>
                <a:cubicBezTo>
                  <a:pt x="924" y="661"/>
                  <a:pt x="462" y="375"/>
                  <a:pt x="0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p30"/>
          <p:cNvSpPr/>
          <p:nvPr/>
        </p:nvSpPr>
        <p:spPr>
          <a:xfrm rot="-4566389" flipH="1">
            <a:off x="7665259" y="3441605"/>
            <a:ext cx="2067820" cy="2078883"/>
          </a:xfrm>
          <a:custGeom>
            <a:avLst/>
            <a:gdLst/>
            <a:ahLst/>
            <a:cxnLst/>
            <a:rect l="l" t="t" r="r" b="b"/>
            <a:pathLst>
              <a:path w="56263" h="56564" extrusionOk="0">
                <a:moveTo>
                  <a:pt x="6885" y="11300"/>
                </a:moveTo>
                <a:cubicBezTo>
                  <a:pt x="8799" y="12289"/>
                  <a:pt x="10624" y="13301"/>
                  <a:pt x="12472" y="14313"/>
                </a:cubicBezTo>
                <a:cubicBezTo>
                  <a:pt x="10998" y="14049"/>
                  <a:pt x="7787" y="12201"/>
                  <a:pt x="6885" y="11476"/>
                </a:cubicBezTo>
                <a:lnTo>
                  <a:pt x="6885" y="11300"/>
                </a:lnTo>
                <a:close/>
                <a:moveTo>
                  <a:pt x="14847" y="15589"/>
                </a:moveTo>
                <a:lnTo>
                  <a:pt x="14847" y="15589"/>
                </a:lnTo>
                <a:cubicBezTo>
                  <a:pt x="15947" y="15962"/>
                  <a:pt x="17046" y="16424"/>
                  <a:pt x="17970" y="17062"/>
                </a:cubicBezTo>
                <a:cubicBezTo>
                  <a:pt x="17970" y="17150"/>
                  <a:pt x="17882" y="17150"/>
                  <a:pt x="17882" y="17238"/>
                </a:cubicBezTo>
                <a:cubicBezTo>
                  <a:pt x="16871" y="16688"/>
                  <a:pt x="15859" y="16138"/>
                  <a:pt x="14847" y="15589"/>
                </a:cubicBezTo>
                <a:close/>
                <a:moveTo>
                  <a:pt x="15221" y="20911"/>
                </a:moveTo>
                <a:cubicBezTo>
                  <a:pt x="15947" y="21285"/>
                  <a:pt x="16783" y="21637"/>
                  <a:pt x="17596" y="22011"/>
                </a:cubicBezTo>
                <a:cubicBezTo>
                  <a:pt x="17508" y="22099"/>
                  <a:pt x="17508" y="22099"/>
                  <a:pt x="17508" y="22187"/>
                </a:cubicBezTo>
                <a:cubicBezTo>
                  <a:pt x="16673" y="21747"/>
                  <a:pt x="15947" y="21373"/>
                  <a:pt x="15133" y="20999"/>
                </a:cubicBezTo>
                <a:lnTo>
                  <a:pt x="15221" y="20911"/>
                </a:lnTo>
                <a:close/>
                <a:moveTo>
                  <a:pt x="23964" y="0"/>
                </a:moveTo>
                <a:cubicBezTo>
                  <a:pt x="23623" y="0"/>
                  <a:pt x="23282" y="160"/>
                  <a:pt x="23007" y="478"/>
                </a:cubicBezTo>
                <a:cubicBezTo>
                  <a:pt x="22457" y="1204"/>
                  <a:pt x="22171" y="2040"/>
                  <a:pt x="22281" y="3052"/>
                </a:cubicBezTo>
                <a:cubicBezTo>
                  <a:pt x="22633" y="5053"/>
                  <a:pt x="23469" y="6901"/>
                  <a:pt x="25030" y="8264"/>
                </a:cubicBezTo>
                <a:cubicBezTo>
                  <a:pt x="25580" y="8726"/>
                  <a:pt x="26020" y="9188"/>
                  <a:pt x="26570" y="9650"/>
                </a:cubicBezTo>
                <a:lnTo>
                  <a:pt x="26482" y="9738"/>
                </a:lnTo>
                <a:cubicBezTo>
                  <a:pt x="25030" y="9276"/>
                  <a:pt x="23557" y="8902"/>
                  <a:pt x="22171" y="8176"/>
                </a:cubicBezTo>
                <a:cubicBezTo>
                  <a:pt x="20170" y="6989"/>
                  <a:pt x="18058" y="5889"/>
                  <a:pt x="15771" y="5141"/>
                </a:cubicBezTo>
                <a:cubicBezTo>
                  <a:pt x="14759" y="4789"/>
                  <a:pt x="13659" y="4503"/>
                  <a:pt x="12560" y="4152"/>
                </a:cubicBezTo>
                <a:cubicBezTo>
                  <a:pt x="11372" y="3778"/>
                  <a:pt x="10074" y="3404"/>
                  <a:pt x="8799" y="3052"/>
                </a:cubicBezTo>
                <a:cubicBezTo>
                  <a:pt x="8268" y="2866"/>
                  <a:pt x="7729" y="2763"/>
                  <a:pt x="7162" y="2763"/>
                </a:cubicBezTo>
                <a:cubicBezTo>
                  <a:pt x="6859" y="2763"/>
                  <a:pt x="6547" y="2793"/>
                  <a:pt x="6225" y="2854"/>
                </a:cubicBezTo>
                <a:cubicBezTo>
                  <a:pt x="5038" y="3140"/>
                  <a:pt x="4400" y="4591"/>
                  <a:pt x="5236" y="5691"/>
                </a:cubicBezTo>
                <a:cubicBezTo>
                  <a:pt x="5236" y="5801"/>
                  <a:pt x="5324" y="5889"/>
                  <a:pt x="5412" y="6065"/>
                </a:cubicBezTo>
                <a:cubicBezTo>
                  <a:pt x="4950" y="5977"/>
                  <a:pt x="4686" y="5889"/>
                  <a:pt x="4312" y="5801"/>
                </a:cubicBezTo>
                <a:cubicBezTo>
                  <a:pt x="3586" y="5603"/>
                  <a:pt x="2926" y="5339"/>
                  <a:pt x="2200" y="5339"/>
                </a:cubicBezTo>
                <a:cubicBezTo>
                  <a:pt x="1013" y="5339"/>
                  <a:pt x="89" y="6351"/>
                  <a:pt x="89" y="7539"/>
                </a:cubicBezTo>
                <a:cubicBezTo>
                  <a:pt x="1" y="8264"/>
                  <a:pt x="551" y="8638"/>
                  <a:pt x="1101" y="8990"/>
                </a:cubicBezTo>
                <a:cubicBezTo>
                  <a:pt x="1387" y="9188"/>
                  <a:pt x="1563" y="9276"/>
                  <a:pt x="1826" y="9364"/>
                </a:cubicBezTo>
                <a:cubicBezTo>
                  <a:pt x="1475" y="9738"/>
                  <a:pt x="1101" y="10002"/>
                  <a:pt x="925" y="10464"/>
                </a:cubicBezTo>
                <a:cubicBezTo>
                  <a:pt x="375" y="11388"/>
                  <a:pt x="639" y="12399"/>
                  <a:pt x="1563" y="13037"/>
                </a:cubicBezTo>
                <a:cubicBezTo>
                  <a:pt x="2288" y="13587"/>
                  <a:pt x="3124" y="14049"/>
                  <a:pt x="3850" y="14599"/>
                </a:cubicBezTo>
                <a:cubicBezTo>
                  <a:pt x="4026" y="14687"/>
                  <a:pt x="4224" y="14863"/>
                  <a:pt x="4400" y="14951"/>
                </a:cubicBezTo>
                <a:cubicBezTo>
                  <a:pt x="4224" y="15149"/>
                  <a:pt x="4136" y="15149"/>
                  <a:pt x="4026" y="15237"/>
                </a:cubicBezTo>
                <a:cubicBezTo>
                  <a:pt x="3212" y="15874"/>
                  <a:pt x="3124" y="16974"/>
                  <a:pt x="3850" y="17788"/>
                </a:cubicBezTo>
                <a:cubicBezTo>
                  <a:pt x="5324" y="19438"/>
                  <a:pt x="7061" y="20911"/>
                  <a:pt x="8799" y="22297"/>
                </a:cubicBezTo>
                <a:cubicBezTo>
                  <a:pt x="10624" y="23660"/>
                  <a:pt x="12736" y="24760"/>
                  <a:pt x="14759" y="25860"/>
                </a:cubicBezTo>
                <a:cubicBezTo>
                  <a:pt x="16123" y="26586"/>
                  <a:pt x="17332" y="27509"/>
                  <a:pt x="18520" y="28521"/>
                </a:cubicBezTo>
                <a:cubicBezTo>
                  <a:pt x="19422" y="29335"/>
                  <a:pt x="20434" y="29995"/>
                  <a:pt x="21533" y="30545"/>
                </a:cubicBezTo>
                <a:cubicBezTo>
                  <a:pt x="23381" y="31534"/>
                  <a:pt x="25294" y="32546"/>
                  <a:pt x="27230" y="33470"/>
                </a:cubicBezTo>
                <a:cubicBezTo>
                  <a:pt x="28594" y="34020"/>
                  <a:pt x="30067" y="34482"/>
                  <a:pt x="31629" y="34833"/>
                </a:cubicBezTo>
                <a:cubicBezTo>
                  <a:pt x="33168" y="35295"/>
                  <a:pt x="34554" y="36043"/>
                  <a:pt x="35830" y="36945"/>
                </a:cubicBezTo>
                <a:cubicBezTo>
                  <a:pt x="38491" y="38880"/>
                  <a:pt x="40866" y="41256"/>
                  <a:pt x="43066" y="43741"/>
                </a:cubicBezTo>
                <a:cubicBezTo>
                  <a:pt x="45001" y="45831"/>
                  <a:pt x="47025" y="47854"/>
                  <a:pt x="49026" y="49790"/>
                </a:cubicBezTo>
                <a:cubicBezTo>
                  <a:pt x="51226" y="51989"/>
                  <a:pt x="53513" y="54078"/>
                  <a:pt x="55712" y="56190"/>
                </a:cubicBezTo>
                <a:cubicBezTo>
                  <a:pt x="55910" y="56278"/>
                  <a:pt x="55998" y="56388"/>
                  <a:pt x="56262" y="56564"/>
                </a:cubicBezTo>
                <a:lnTo>
                  <a:pt x="56262" y="56014"/>
                </a:lnTo>
                <a:lnTo>
                  <a:pt x="56262" y="35383"/>
                </a:lnTo>
                <a:cubicBezTo>
                  <a:pt x="56262" y="34943"/>
                  <a:pt x="56086" y="34658"/>
                  <a:pt x="55822" y="34284"/>
                </a:cubicBezTo>
                <a:cubicBezTo>
                  <a:pt x="54063" y="32744"/>
                  <a:pt x="52237" y="31182"/>
                  <a:pt x="50500" y="29533"/>
                </a:cubicBezTo>
                <a:cubicBezTo>
                  <a:pt x="48850" y="28059"/>
                  <a:pt x="47113" y="26696"/>
                  <a:pt x="45463" y="25134"/>
                </a:cubicBezTo>
                <a:cubicBezTo>
                  <a:pt x="44275" y="24034"/>
                  <a:pt x="43176" y="22847"/>
                  <a:pt x="42890" y="21197"/>
                </a:cubicBezTo>
                <a:cubicBezTo>
                  <a:pt x="42626" y="19899"/>
                  <a:pt x="41878" y="18712"/>
                  <a:pt x="41240" y="17612"/>
                </a:cubicBezTo>
                <a:cubicBezTo>
                  <a:pt x="40316" y="16138"/>
                  <a:pt x="39591" y="14687"/>
                  <a:pt x="38667" y="13301"/>
                </a:cubicBezTo>
                <a:cubicBezTo>
                  <a:pt x="38029" y="12289"/>
                  <a:pt x="37303" y="11388"/>
                  <a:pt x="36467" y="10552"/>
                </a:cubicBezTo>
                <a:cubicBezTo>
                  <a:pt x="35918" y="10002"/>
                  <a:pt x="35192" y="9650"/>
                  <a:pt x="34554" y="9188"/>
                </a:cubicBezTo>
                <a:cubicBezTo>
                  <a:pt x="34092" y="8902"/>
                  <a:pt x="33718" y="8638"/>
                  <a:pt x="33366" y="8264"/>
                </a:cubicBezTo>
                <a:cubicBezTo>
                  <a:pt x="32816" y="7803"/>
                  <a:pt x="32179" y="7451"/>
                  <a:pt x="31717" y="6989"/>
                </a:cubicBezTo>
                <a:cubicBezTo>
                  <a:pt x="30881" y="6241"/>
                  <a:pt x="30155" y="5603"/>
                  <a:pt x="29319" y="4877"/>
                </a:cubicBezTo>
                <a:cubicBezTo>
                  <a:pt x="28879" y="4503"/>
                  <a:pt x="28418" y="4240"/>
                  <a:pt x="28044" y="3866"/>
                </a:cubicBezTo>
                <a:cubicBezTo>
                  <a:pt x="27406" y="3316"/>
                  <a:pt x="26768" y="2678"/>
                  <a:pt x="26218" y="2040"/>
                </a:cubicBezTo>
                <a:cubicBezTo>
                  <a:pt x="25756" y="1578"/>
                  <a:pt x="25294" y="1028"/>
                  <a:pt x="24920" y="478"/>
                </a:cubicBezTo>
                <a:cubicBezTo>
                  <a:pt x="24646" y="160"/>
                  <a:pt x="24305" y="0"/>
                  <a:pt x="23964" y="0"/>
                </a:cubicBezTo>
                <a:close/>
              </a:path>
            </a:pathLst>
          </a:custGeom>
          <a:solidFill>
            <a:srgbClr val="AC674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" name="Google Shape;187;p30"/>
          <p:cNvSpPr/>
          <p:nvPr/>
        </p:nvSpPr>
        <p:spPr>
          <a:xfrm rot="7662234">
            <a:off x="-195293" y="3931696"/>
            <a:ext cx="2282657" cy="1950614"/>
          </a:xfrm>
          <a:custGeom>
            <a:avLst/>
            <a:gdLst/>
            <a:ahLst/>
            <a:cxnLst/>
            <a:rect l="l" t="t" r="r" b="b"/>
            <a:pathLst>
              <a:path w="80742" h="68997" extrusionOk="0">
                <a:moveTo>
                  <a:pt x="30704" y="1"/>
                </a:moveTo>
                <a:cubicBezTo>
                  <a:pt x="29055" y="89"/>
                  <a:pt x="29693" y="5587"/>
                  <a:pt x="29781" y="6687"/>
                </a:cubicBezTo>
                <a:cubicBezTo>
                  <a:pt x="29891" y="9348"/>
                  <a:pt x="29979" y="11988"/>
                  <a:pt x="29891" y="14649"/>
                </a:cubicBezTo>
                <a:cubicBezTo>
                  <a:pt x="29891" y="15573"/>
                  <a:pt x="29143" y="16936"/>
                  <a:pt x="28417" y="17134"/>
                </a:cubicBezTo>
                <a:cubicBezTo>
                  <a:pt x="28343" y="17152"/>
                  <a:pt x="28261" y="17161"/>
                  <a:pt x="28174" y="17161"/>
                </a:cubicBezTo>
                <a:cubicBezTo>
                  <a:pt x="27415" y="17161"/>
                  <a:pt x="26249" y="16508"/>
                  <a:pt x="25756" y="15837"/>
                </a:cubicBezTo>
                <a:cubicBezTo>
                  <a:pt x="24744" y="14649"/>
                  <a:pt x="24194" y="12999"/>
                  <a:pt x="23292" y="11724"/>
                </a:cubicBezTo>
                <a:cubicBezTo>
                  <a:pt x="21907" y="9524"/>
                  <a:pt x="20433" y="7413"/>
                  <a:pt x="18894" y="5213"/>
                </a:cubicBezTo>
                <a:cubicBezTo>
                  <a:pt x="18149" y="4156"/>
                  <a:pt x="16463" y="552"/>
                  <a:pt x="14752" y="552"/>
                </a:cubicBezTo>
                <a:cubicBezTo>
                  <a:pt x="14541" y="552"/>
                  <a:pt x="14330" y="606"/>
                  <a:pt x="14121" y="726"/>
                </a:cubicBezTo>
                <a:cubicBezTo>
                  <a:pt x="13483" y="990"/>
                  <a:pt x="13197" y="2090"/>
                  <a:pt x="13483" y="2750"/>
                </a:cubicBezTo>
                <a:cubicBezTo>
                  <a:pt x="15858" y="7325"/>
                  <a:pt x="18344" y="11812"/>
                  <a:pt x="20807" y="16298"/>
                </a:cubicBezTo>
                <a:cubicBezTo>
                  <a:pt x="21181" y="16936"/>
                  <a:pt x="22083" y="18146"/>
                  <a:pt x="22193" y="18872"/>
                </a:cubicBezTo>
                <a:cubicBezTo>
                  <a:pt x="22281" y="19246"/>
                  <a:pt x="22545" y="19334"/>
                  <a:pt x="22083" y="19685"/>
                </a:cubicBezTo>
                <a:cubicBezTo>
                  <a:pt x="22028" y="19719"/>
                  <a:pt x="21965" y="19735"/>
                  <a:pt x="21897" y="19735"/>
                </a:cubicBezTo>
                <a:cubicBezTo>
                  <a:pt x="20842" y="19735"/>
                  <a:pt x="18293" y="15989"/>
                  <a:pt x="17508" y="15287"/>
                </a:cubicBezTo>
                <a:cubicBezTo>
                  <a:pt x="15484" y="13461"/>
                  <a:pt x="13483" y="11724"/>
                  <a:pt x="11459" y="9986"/>
                </a:cubicBezTo>
                <a:cubicBezTo>
                  <a:pt x="9913" y="8674"/>
                  <a:pt x="7773" y="5707"/>
                  <a:pt x="5383" y="5707"/>
                </a:cubicBezTo>
                <a:cubicBezTo>
                  <a:pt x="5088" y="5707"/>
                  <a:pt x="4789" y="5752"/>
                  <a:pt x="4487" y="5851"/>
                </a:cubicBezTo>
                <a:cubicBezTo>
                  <a:pt x="2112" y="6775"/>
                  <a:pt x="6973" y="11174"/>
                  <a:pt x="7698" y="11900"/>
                </a:cubicBezTo>
                <a:cubicBezTo>
                  <a:pt x="9546" y="13747"/>
                  <a:pt x="11283" y="15573"/>
                  <a:pt x="13109" y="17486"/>
                </a:cubicBezTo>
                <a:cubicBezTo>
                  <a:pt x="14121" y="18696"/>
                  <a:pt x="15132" y="19883"/>
                  <a:pt x="16144" y="21071"/>
                </a:cubicBezTo>
                <a:cubicBezTo>
                  <a:pt x="16694" y="21797"/>
                  <a:pt x="17794" y="22545"/>
                  <a:pt x="17970" y="23359"/>
                </a:cubicBezTo>
                <a:cubicBezTo>
                  <a:pt x="18122" y="23961"/>
                  <a:pt x="17934" y="24176"/>
                  <a:pt x="17584" y="24176"/>
                </a:cubicBezTo>
                <a:cubicBezTo>
                  <a:pt x="16873" y="24176"/>
                  <a:pt x="15494" y="23294"/>
                  <a:pt x="14935" y="22985"/>
                </a:cubicBezTo>
                <a:cubicBezTo>
                  <a:pt x="11745" y="21159"/>
                  <a:pt x="8622" y="19334"/>
                  <a:pt x="5499" y="17486"/>
                </a:cubicBezTo>
                <a:cubicBezTo>
                  <a:pt x="4861" y="17134"/>
                  <a:pt x="4135" y="16672"/>
                  <a:pt x="3497" y="16584"/>
                </a:cubicBezTo>
                <a:cubicBezTo>
                  <a:pt x="3368" y="16564"/>
                  <a:pt x="3217" y="16553"/>
                  <a:pt x="3059" y="16553"/>
                </a:cubicBezTo>
                <a:cubicBezTo>
                  <a:pt x="2547" y="16553"/>
                  <a:pt x="1956" y="16667"/>
                  <a:pt x="1738" y="16936"/>
                </a:cubicBezTo>
                <a:cubicBezTo>
                  <a:pt x="0" y="19334"/>
                  <a:pt x="8996" y="24546"/>
                  <a:pt x="10448" y="25558"/>
                </a:cubicBezTo>
                <a:cubicBezTo>
                  <a:pt x="15682" y="29033"/>
                  <a:pt x="19707" y="33630"/>
                  <a:pt x="23732" y="39216"/>
                </a:cubicBezTo>
                <a:cubicBezTo>
                  <a:pt x="19619" y="39590"/>
                  <a:pt x="15220" y="38930"/>
                  <a:pt x="11921" y="41680"/>
                </a:cubicBezTo>
                <a:cubicBezTo>
                  <a:pt x="11547" y="41966"/>
                  <a:pt x="11283" y="42340"/>
                  <a:pt x="11196" y="42779"/>
                </a:cubicBezTo>
                <a:cubicBezTo>
                  <a:pt x="10910" y="44253"/>
                  <a:pt x="16782" y="44429"/>
                  <a:pt x="17596" y="44539"/>
                </a:cubicBezTo>
                <a:cubicBezTo>
                  <a:pt x="21095" y="44852"/>
                  <a:pt x="24612" y="46051"/>
                  <a:pt x="28116" y="46051"/>
                </a:cubicBezTo>
                <a:cubicBezTo>
                  <a:pt x="28554" y="46051"/>
                  <a:pt x="28991" y="46032"/>
                  <a:pt x="29429" y="45991"/>
                </a:cubicBezTo>
                <a:cubicBezTo>
                  <a:pt x="29829" y="45962"/>
                  <a:pt x="30219" y="45947"/>
                  <a:pt x="30599" y="45947"/>
                </a:cubicBezTo>
                <a:cubicBezTo>
                  <a:pt x="33680" y="45947"/>
                  <a:pt x="36102" y="46930"/>
                  <a:pt x="38314" y="49378"/>
                </a:cubicBezTo>
                <a:cubicBezTo>
                  <a:pt x="43989" y="55800"/>
                  <a:pt x="49488" y="62222"/>
                  <a:pt x="54810" y="68997"/>
                </a:cubicBezTo>
                <a:lnTo>
                  <a:pt x="80741" y="68997"/>
                </a:lnTo>
                <a:cubicBezTo>
                  <a:pt x="72780" y="60749"/>
                  <a:pt x="64334" y="52963"/>
                  <a:pt x="55272" y="45815"/>
                </a:cubicBezTo>
                <a:cubicBezTo>
                  <a:pt x="51511" y="42779"/>
                  <a:pt x="48036" y="39480"/>
                  <a:pt x="45727" y="34993"/>
                </a:cubicBezTo>
                <a:cubicBezTo>
                  <a:pt x="43439" y="30683"/>
                  <a:pt x="40888" y="26570"/>
                  <a:pt x="38139" y="22633"/>
                </a:cubicBezTo>
                <a:cubicBezTo>
                  <a:pt x="36577" y="20609"/>
                  <a:pt x="35279" y="18322"/>
                  <a:pt x="34553" y="15837"/>
                </a:cubicBezTo>
                <a:cubicBezTo>
                  <a:pt x="33542" y="12361"/>
                  <a:pt x="33740" y="8512"/>
                  <a:pt x="32992" y="4839"/>
                </a:cubicBezTo>
                <a:cubicBezTo>
                  <a:pt x="32816" y="3850"/>
                  <a:pt x="32442" y="1"/>
                  <a:pt x="30704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Google Shape;183;p30">
            <a:extLst>
              <a:ext uri="{FF2B5EF4-FFF2-40B4-BE49-F238E27FC236}">
                <a16:creationId xmlns:a16="http://schemas.microsoft.com/office/drawing/2014/main" id="{80F96EDB-7EB0-8930-9531-1A43BA0D1699}"/>
              </a:ext>
            </a:extLst>
          </p:cNvPr>
          <p:cNvSpPr txBox="1">
            <a:spLocks/>
          </p:cNvSpPr>
          <p:nvPr/>
        </p:nvSpPr>
        <p:spPr>
          <a:xfrm>
            <a:off x="4100665" y="4580133"/>
            <a:ext cx="3978917" cy="43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Ubuntu"/>
              <a:buNone/>
              <a:defRPr sz="1600" b="0" i="0" u="none" strike="noStrike" cap="none">
                <a:solidFill>
                  <a:schemeClr val="accent5"/>
                </a:solidFill>
                <a:latin typeface="Ubuntu"/>
                <a:ea typeface="Ubuntu"/>
                <a:cs typeface="Ubuntu"/>
                <a:sym typeface="Ubuntu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Ubuntu"/>
              <a:buNone/>
              <a:defRPr sz="1800" b="0" i="0" u="none" strike="noStrike" cap="none">
                <a:solidFill>
                  <a:schemeClr val="accent5"/>
                </a:solidFill>
                <a:latin typeface="Ubuntu"/>
                <a:ea typeface="Ubuntu"/>
                <a:cs typeface="Ubuntu"/>
                <a:sym typeface="Ubuntu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Ubuntu"/>
              <a:buNone/>
              <a:defRPr sz="1800" b="0" i="0" u="none" strike="noStrike" cap="none">
                <a:solidFill>
                  <a:schemeClr val="accent5"/>
                </a:solidFill>
                <a:latin typeface="Ubuntu"/>
                <a:ea typeface="Ubuntu"/>
                <a:cs typeface="Ubuntu"/>
                <a:sym typeface="Ubuntu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Ubuntu"/>
              <a:buNone/>
              <a:defRPr sz="1800" b="0" i="0" u="none" strike="noStrike" cap="none">
                <a:solidFill>
                  <a:schemeClr val="accent5"/>
                </a:solidFill>
                <a:latin typeface="Ubuntu"/>
                <a:ea typeface="Ubuntu"/>
                <a:cs typeface="Ubuntu"/>
                <a:sym typeface="Ubuntu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Ubuntu"/>
              <a:buNone/>
              <a:defRPr sz="1800" b="0" i="0" u="none" strike="noStrike" cap="none">
                <a:solidFill>
                  <a:schemeClr val="accent5"/>
                </a:solidFill>
                <a:latin typeface="Ubuntu"/>
                <a:ea typeface="Ubuntu"/>
                <a:cs typeface="Ubuntu"/>
                <a:sym typeface="Ubuntu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Ubuntu"/>
              <a:buNone/>
              <a:defRPr sz="1800" b="0" i="0" u="none" strike="noStrike" cap="none">
                <a:solidFill>
                  <a:schemeClr val="accent5"/>
                </a:solidFill>
                <a:latin typeface="Ubuntu"/>
                <a:ea typeface="Ubuntu"/>
                <a:cs typeface="Ubuntu"/>
                <a:sym typeface="Ubuntu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Ubuntu"/>
              <a:buNone/>
              <a:defRPr sz="1800" b="0" i="0" u="none" strike="noStrike" cap="none">
                <a:solidFill>
                  <a:schemeClr val="accent5"/>
                </a:solidFill>
                <a:latin typeface="Ubuntu"/>
                <a:ea typeface="Ubuntu"/>
                <a:cs typeface="Ubuntu"/>
                <a:sym typeface="Ubuntu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Ubuntu"/>
              <a:buNone/>
              <a:defRPr sz="1800" b="0" i="0" u="none" strike="noStrike" cap="none">
                <a:solidFill>
                  <a:schemeClr val="accent5"/>
                </a:solidFill>
                <a:latin typeface="Ubuntu"/>
                <a:ea typeface="Ubuntu"/>
                <a:cs typeface="Ubuntu"/>
                <a:sym typeface="Ubuntu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Ubuntu"/>
              <a:buNone/>
              <a:defRPr sz="1800" b="0" i="0" u="none" strike="noStrike" cap="none">
                <a:solidFill>
                  <a:schemeClr val="accent5"/>
                </a:solidFill>
                <a:latin typeface="Ubuntu"/>
                <a:ea typeface="Ubuntu"/>
                <a:cs typeface="Ubuntu"/>
                <a:sym typeface="Ubuntu"/>
              </a:defRPr>
            </a:lvl9pPr>
          </a:lstStyle>
          <a:p>
            <a:r>
              <a:rPr lang="it-IT" b="1" dirty="0"/>
              <a:t>Big Data e Data Mining, aa 2025-2026</a:t>
            </a:r>
          </a:p>
        </p:txBody>
      </p:sp>
      <p:sp>
        <p:nvSpPr>
          <p:cNvPr id="4" name="Google Shape;183;p30">
            <a:extLst>
              <a:ext uri="{FF2B5EF4-FFF2-40B4-BE49-F238E27FC236}">
                <a16:creationId xmlns:a16="http://schemas.microsoft.com/office/drawing/2014/main" id="{298C0FFE-8C54-AAFB-D473-07D88246CC45}"/>
              </a:ext>
            </a:extLst>
          </p:cNvPr>
          <p:cNvSpPr txBox="1">
            <a:spLocks/>
          </p:cNvSpPr>
          <p:nvPr/>
        </p:nvSpPr>
        <p:spPr>
          <a:xfrm>
            <a:off x="767863" y="8226"/>
            <a:ext cx="4002611" cy="672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Ubuntu"/>
              <a:buNone/>
              <a:defRPr sz="1600" b="0" i="0" u="none" strike="noStrike" cap="none">
                <a:solidFill>
                  <a:schemeClr val="accent5"/>
                </a:solidFill>
                <a:latin typeface="Ubuntu"/>
                <a:ea typeface="Ubuntu"/>
                <a:cs typeface="Ubuntu"/>
                <a:sym typeface="Ubuntu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Ubuntu"/>
              <a:buNone/>
              <a:defRPr sz="1800" b="0" i="0" u="none" strike="noStrike" cap="none">
                <a:solidFill>
                  <a:schemeClr val="accent5"/>
                </a:solidFill>
                <a:latin typeface="Ubuntu"/>
                <a:ea typeface="Ubuntu"/>
                <a:cs typeface="Ubuntu"/>
                <a:sym typeface="Ubuntu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Ubuntu"/>
              <a:buNone/>
              <a:defRPr sz="1800" b="0" i="0" u="none" strike="noStrike" cap="none">
                <a:solidFill>
                  <a:schemeClr val="accent5"/>
                </a:solidFill>
                <a:latin typeface="Ubuntu"/>
                <a:ea typeface="Ubuntu"/>
                <a:cs typeface="Ubuntu"/>
                <a:sym typeface="Ubuntu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Ubuntu"/>
              <a:buNone/>
              <a:defRPr sz="1800" b="0" i="0" u="none" strike="noStrike" cap="none">
                <a:solidFill>
                  <a:schemeClr val="accent5"/>
                </a:solidFill>
                <a:latin typeface="Ubuntu"/>
                <a:ea typeface="Ubuntu"/>
                <a:cs typeface="Ubuntu"/>
                <a:sym typeface="Ubuntu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Ubuntu"/>
              <a:buNone/>
              <a:defRPr sz="1800" b="0" i="0" u="none" strike="noStrike" cap="none">
                <a:solidFill>
                  <a:schemeClr val="accent5"/>
                </a:solidFill>
                <a:latin typeface="Ubuntu"/>
                <a:ea typeface="Ubuntu"/>
                <a:cs typeface="Ubuntu"/>
                <a:sym typeface="Ubuntu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Ubuntu"/>
              <a:buNone/>
              <a:defRPr sz="1800" b="0" i="0" u="none" strike="noStrike" cap="none">
                <a:solidFill>
                  <a:schemeClr val="accent5"/>
                </a:solidFill>
                <a:latin typeface="Ubuntu"/>
                <a:ea typeface="Ubuntu"/>
                <a:cs typeface="Ubuntu"/>
                <a:sym typeface="Ubuntu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Ubuntu"/>
              <a:buNone/>
              <a:defRPr sz="1800" b="0" i="0" u="none" strike="noStrike" cap="none">
                <a:solidFill>
                  <a:schemeClr val="accent5"/>
                </a:solidFill>
                <a:latin typeface="Ubuntu"/>
                <a:ea typeface="Ubuntu"/>
                <a:cs typeface="Ubuntu"/>
                <a:sym typeface="Ubuntu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Ubuntu"/>
              <a:buNone/>
              <a:defRPr sz="1800" b="0" i="0" u="none" strike="noStrike" cap="none">
                <a:solidFill>
                  <a:schemeClr val="accent5"/>
                </a:solidFill>
                <a:latin typeface="Ubuntu"/>
                <a:ea typeface="Ubuntu"/>
                <a:cs typeface="Ubuntu"/>
                <a:sym typeface="Ubuntu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Ubuntu"/>
              <a:buNone/>
              <a:defRPr sz="1800" b="0" i="0" u="none" strike="noStrike" cap="none">
                <a:solidFill>
                  <a:schemeClr val="accent5"/>
                </a:solidFill>
                <a:latin typeface="Ubuntu"/>
                <a:ea typeface="Ubuntu"/>
                <a:cs typeface="Ubuntu"/>
                <a:sym typeface="Ubuntu"/>
              </a:defRPr>
            </a:lvl9pPr>
          </a:lstStyle>
          <a:p>
            <a:pPr algn="l"/>
            <a:r>
              <a:rPr lang="it-IT" b="1" dirty="0"/>
              <a:t>Martin Trajkovski</a:t>
            </a:r>
          </a:p>
          <a:p>
            <a:pPr algn="l"/>
            <a:r>
              <a:rPr lang="it-IT" sz="1000" b="1" dirty="0"/>
              <a:t>martin.trajkovski@studenti.unipr.it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7">
          <a:extLst>
            <a:ext uri="{FF2B5EF4-FFF2-40B4-BE49-F238E27FC236}">
              <a16:creationId xmlns:a16="http://schemas.microsoft.com/office/drawing/2014/main" id="{5A9D03D4-1CE0-4D5D-F4FD-0D07E401F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38">
            <a:extLst>
              <a:ext uri="{FF2B5EF4-FFF2-40B4-BE49-F238E27FC236}">
                <a16:creationId xmlns:a16="http://schemas.microsoft.com/office/drawing/2014/main" id="{DE82AC5A-43B1-674A-14F0-05ED9F57F335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923824" y="1467469"/>
            <a:ext cx="4717909" cy="91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it-IT" dirty="0"/>
              <a:t>Si tratta di un lavoro che ha avuto un impatto profondo nel dibattito sull’intelligenza artificiale applicata alla sanità</a:t>
            </a:r>
            <a:endParaRPr dirty="0"/>
          </a:p>
        </p:txBody>
      </p:sp>
      <p:sp>
        <p:nvSpPr>
          <p:cNvPr id="291" name="Google Shape;291;p38">
            <a:extLst>
              <a:ext uri="{FF2B5EF4-FFF2-40B4-BE49-F238E27FC236}">
                <a16:creationId xmlns:a16="http://schemas.microsoft.com/office/drawing/2014/main" id="{E4782C56-84F1-9B44-BDCC-F72AF545C29A}"/>
              </a:ext>
            </a:extLst>
          </p:cNvPr>
          <p:cNvSpPr txBox="1">
            <a:spLocks noGrp="1"/>
          </p:cNvSpPr>
          <p:nvPr>
            <p:ph type="subTitle" idx="4"/>
          </p:nvPr>
        </p:nvSpPr>
        <p:spPr>
          <a:xfrm>
            <a:off x="923825" y="3300469"/>
            <a:ext cx="4717908" cy="91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it-IT" dirty="0"/>
              <a:t>L’algoritmo non utilizza la variabile "razza" tra i suoi input. Eppure, i ricercatori hanno scoperto un forte </a:t>
            </a:r>
            <a:r>
              <a:rPr lang="it-IT" dirty="0" err="1"/>
              <a:t>bias</a:t>
            </a:r>
            <a:r>
              <a:rPr lang="it-IT" dirty="0"/>
              <a:t> razziale: a parità di punteggio di rischio, i pazienti Neri risultano significativamente più malati dei pazienti Bianchi</a:t>
            </a:r>
            <a:endParaRPr dirty="0"/>
          </a:p>
        </p:txBody>
      </p:sp>
      <p:sp>
        <p:nvSpPr>
          <p:cNvPr id="292" name="Google Shape;292;p38">
            <a:extLst>
              <a:ext uri="{FF2B5EF4-FFF2-40B4-BE49-F238E27FC236}">
                <a16:creationId xmlns:a16="http://schemas.microsoft.com/office/drawing/2014/main" id="{50FBE5DB-03D8-3CBE-49EB-63079CB0C28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86423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it-IT" dirty="0"/>
              <a:t>Introduzione</a:t>
            </a:r>
            <a:br>
              <a:rPr lang="it-IT" dirty="0"/>
            </a:br>
            <a:r>
              <a:rPr lang="it-IT" sz="2000" dirty="0"/>
              <a:t>perché questo studio è importante</a:t>
            </a:r>
            <a:endParaRPr sz="2000" dirty="0"/>
          </a:p>
        </p:txBody>
      </p:sp>
      <p:sp>
        <p:nvSpPr>
          <p:cNvPr id="295" name="Google Shape;295;p38">
            <a:extLst>
              <a:ext uri="{FF2B5EF4-FFF2-40B4-BE49-F238E27FC236}">
                <a16:creationId xmlns:a16="http://schemas.microsoft.com/office/drawing/2014/main" id="{1C1C6D76-8D54-EE7F-6316-FC0AA303B528}"/>
              </a:ext>
            </a:extLst>
          </p:cNvPr>
          <p:cNvSpPr txBox="1">
            <a:spLocks noGrp="1"/>
          </p:cNvSpPr>
          <p:nvPr>
            <p:ph type="subTitle" idx="7"/>
          </p:nvPr>
        </p:nvSpPr>
        <p:spPr>
          <a:xfrm>
            <a:off x="3706090" y="2383969"/>
            <a:ext cx="4717909" cy="91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it-IT" dirty="0"/>
              <a:t>Gli algoritmi predittivi sono entrati stabilmente nei sistemi sanitari per supportare decisioni organizzative critiche.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1677123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35"/>
          <p:cNvSpPr txBox="1">
            <a:spLocks noGrp="1"/>
          </p:cNvSpPr>
          <p:nvPr>
            <p:ph type="title"/>
          </p:nvPr>
        </p:nvSpPr>
        <p:spPr>
          <a:xfrm>
            <a:off x="720000" y="445024"/>
            <a:ext cx="7704000" cy="92717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it-IT" dirty="0"/>
              <a:t>Il contesto</a:t>
            </a:r>
            <a:br>
              <a:rPr lang="it-IT" dirty="0"/>
            </a:br>
            <a:r>
              <a:rPr lang="it-IT" sz="2000" dirty="0"/>
              <a:t>Algoritmi nella gestione della salute</a:t>
            </a:r>
          </a:p>
        </p:txBody>
      </p:sp>
      <p:sp>
        <p:nvSpPr>
          <p:cNvPr id="251" name="Google Shape;251;p35"/>
          <p:cNvSpPr txBox="1">
            <a:spLocks noGrp="1"/>
          </p:cNvSpPr>
          <p:nvPr>
            <p:ph type="subTitle" idx="3"/>
          </p:nvPr>
        </p:nvSpPr>
        <p:spPr>
          <a:xfrm>
            <a:off x="923826" y="2231663"/>
            <a:ext cx="3508200" cy="92717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it-IT" dirty="0"/>
              <a:t>I sistemi sanitari statunitensi si affidino sistematicamente a strumenti di predizione commerciale per identificare i pazienti con necessità cliniche complesse. </a:t>
            </a:r>
            <a:endParaRPr dirty="0"/>
          </a:p>
        </p:txBody>
      </p:sp>
      <p:sp>
        <p:nvSpPr>
          <p:cNvPr id="252" name="Google Shape;252;p35"/>
          <p:cNvSpPr txBox="1">
            <a:spLocks noGrp="1"/>
          </p:cNvSpPr>
          <p:nvPr>
            <p:ph type="subTitle" idx="1"/>
          </p:nvPr>
        </p:nvSpPr>
        <p:spPr>
          <a:xfrm>
            <a:off x="923826" y="1658988"/>
            <a:ext cx="35082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it-IT" dirty="0"/>
              <a:t>Analisi del contesto operativo</a:t>
            </a:r>
            <a:endParaRPr dirty="0"/>
          </a:p>
        </p:txBody>
      </p:sp>
      <p:sp>
        <p:nvSpPr>
          <p:cNvPr id="253" name="Google Shape;253;p35"/>
          <p:cNvSpPr txBox="1">
            <a:spLocks noGrp="1"/>
          </p:cNvSpPr>
          <p:nvPr>
            <p:ph type="subTitle" idx="2"/>
          </p:nvPr>
        </p:nvSpPr>
        <p:spPr>
          <a:xfrm>
            <a:off x="4711958" y="2231663"/>
            <a:ext cx="35082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it-IT" dirty="0"/>
              <a:t>Risk score</a:t>
            </a:r>
            <a:endParaRPr dirty="0"/>
          </a:p>
        </p:txBody>
      </p:sp>
      <p:sp>
        <p:nvSpPr>
          <p:cNvPr id="255" name="Google Shape;255;p35"/>
          <p:cNvSpPr/>
          <p:nvPr/>
        </p:nvSpPr>
        <p:spPr>
          <a:xfrm rot="740468" flipH="1">
            <a:off x="7769624" y="572782"/>
            <a:ext cx="1936515" cy="1478128"/>
          </a:xfrm>
          <a:custGeom>
            <a:avLst/>
            <a:gdLst/>
            <a:ahLst/>
            <a:cxnLst/>
            <a:rect l="l" t="t" r="r" b="b"/>
            <a:pathLst>
              <a:path w="82655" h="63090" extrusionOk="0">
                <a:moveTo>
                  <a:pt x="0" y="0"/>
                </a:moveTo>
                <a:cubicBezTo>
                  <a:pt x="176" y="176"/>
                  <a:pt x="374" y="374"/>
                  <a:pt x="550" y="550"/>
                </a:cubicBezTo>
                <a:cubicBezTo>
                  <a:pt x="3299" y="2661"/>
                  <a:pt x="6137" y="4861"/>
                  <a:pt x="8974" y="6972"/>
                </a:cubicBezTo>
                <a:cubicBezTo>
                  <a:pt x="11635" y="8974"/>
                  <a:pt x="14385" y="10997"/>
                  <a:pt x="17046" y="13021"/>
                </a:cubicBezTo>
                <a:cubicBezTo>
                  <a:pt x="19069" y="14582"/>
                  <a:pt x="20895" y="16232"/>
                  <a:pt x="22918" y="17881"/>
                </a:cubicBezTo>
                <a:cubicBezTo>
                  <a:pt x="24194" y="18871"/>
                  <a:pt x="25558" y="19795"/>
                  <a:pt x="26855" y="20807"/>
                </a:cubicBezTo>
                <a:cubicBezTo>
                  <a:pt x="28967" y="22632"/>
                  <a:pt x="31056" y="24480"/>
                  <a:pt x="32816" y="26679"/>
                </a:cubicBezTo>
                <a:cubicBezTo>
                  <a:pt x="34092" y="28131"/>
                  <a:pt x="35191" y="29692"/>
                  <a:pt x="35829" y="31518"/>
                </a:cubicBezTo>
                <a:cubicBezTo>
                  <a:pt x="36115" y="32442"/>
                  <a:pt x="36467" y="33453"/>
                  <a:pt x="36929" y="34267"/>
                </a:cubicBezTo>
                <a:cubicBezTo>
                  <a:pt x="38314" y="36840"/>
                  <a:pt x="39766" y="39326"/>
                  <a:pt x="41064" y="41877"/>
                </a:cubicBezTo>
                <a:cubicBezTo>
                  <a:pt x="42053" y="43615"/>
                  <a:pt x="43065" y="45264"/>
                  <a:pt x="44539" y="46650"/>
                </a:cubicBezTo>
                <a:cubicBezTo>
                  <a:pt x="44715" y="46826"/>
                  <a:pt x="44803" y="47112"/>
                  <a:pt x="44913" y="47288"/>
                </a:cubicBezTo>
                <a:cubicBezTo>
                  <a:pt x="45353" y="48761"/>
                  <a:pt x="45814" y="50125"/>
                  <a:pt x="46364" y="51511"/>
                </a:cubicBezTo>
                <a:cubicBezTo>
                  <a:pt x="46738" y="52698"/>
                  <a:pt x="47200" y="53886"/>
                  <a:pt x="47750" y="54986"/>
                </a:cubicBezTo>
                <a:cubicBezTo>
                  <a:pt x="48212" y="55997"/>
                  <a:pt x="48762" y="57009"/>
                  <a:pt x="49400" y="58021"/>
                </a:cubicBezTo>
                <a:cubicBezTo>
                  <a:pt x="50301" y="59208"/>
                  <a:pt x="51225" y="60484"/>
                  <a:pt x="52149" y="61672"/>
                </a:cubicBezTo>
                <a:cubicBezTo>
                  <a:pt x="52595" y="62185"/>
                  <a:pt x="53215" y="62450"/>
                  <a:pt x="53821" y="62450"/>
                </a:cubicBezTo>
                <a:cubicBezTo>
                  <a:pt x="54201" y="62450"/>
                  <a:pt x="54576" y="62346"/>
                  <a:pt x="54898" y="62134"/>
                </a:cubicBezTo>
                <a:cubicBezTo>
                  <a:pt x="55712" y="61584"/>
                  <a:pt x="55910" y="60770"/>
                  <a:pt x="55360" y="59670"/>
                </a:cubicBezTo>
                <a:cubicBezTo>
                  <a:pt x="54898" y="58747"/>
                  <a:pt x="54348" y="57823"/>
                  <a:pt x="53886" y="56921"/>
                </a:cubicBezTo>
                <a:cubicBezTo>
                  <a:pt x="53249" y="55535"/>
                  <a:pt x="52501" y="54172"/>
                  <a:pt x="51863" y="52786"/>
                </a:cubicBezTo>
                <a:cubicBezTo>
                  <a:pt x="51511" y="51972"/>
                  <a:pt x="51313" y="51137"/>
                  <a:pt x="51049" y="50323"/>
                </a:cubicBezTo>
                <a:cubicBezTo>
                  <a:pt x="50675" y="49399"/>
                  <a:pt x="50301" y="48475"/>
                  <a:pt x="50037" y="47574"/>
                </a:cubicBezTo>
                <a:cubicBezTo>
                  <a:pt x="49861" y="47112"/>
                  <a:pt x="50125" y="46738"/>
                  <a:pt x="50587" y="46562"/>
                </a:cubicBezTo>
                <a:cubicBezTo>
                  <a:pt x="50902" y="46455"/>
                  <a:pt x="51179" y="46402"/>
                  <a:pt x="51428" y="46402"/>
                </a:cubicBezTo>
                <a:cubicBezTo>
                  <a:pt x="52052" y="46402"/>
                  <a:pt x="52507" y="46732"/>
                  <a:pt x="52963" y="47376"/>
                </a:cubicBezTo>
                <a:cubicBezTo>
                  <a:pt x="53161" y="47662"/>
                  <a:pt x="53249" y="47837"/>
                  <a:pt x="53425" y="48123"/>
                </a:cubicBezTo>
                <a:cubicBezTo>
                  <a:pt x="54700" y="50499"/>
                  <a:pt x="56086" y="52874"/>
                  <a:pt x="58109" y="54810"/>
                </a:cubicBezTo>
                <a:cubicBezTo>
                  <a:pt x="60661" y="57273"/>
                  <a:pt x="63058" y="59846"/>
                  <a:pt x="65521" y="62420"/>
                </a:cubicBezTo>
                <a:cubicBezTo>
                  <a:pt x="66023" y="62861"/>
                  <a:pt x="66654" y="63089"/>
                  <a:pt x="67260" y="63089"/>
                </a:cubicBezTo>
                <a:cubicBezTo>
                  <a:pt x="67770" y="63089"/>
                  <a:pt x="68262" y="62927"/>
                  <a:pt x="68645" y="62596"/>
                </a:cubicBezTo>
                <a:cubicBezTo>
                  <a:pt x="69546" y="61870"/>
                  <a:pt x="69832" y="60946"/>
                  <a:pt x="69106" y="60110"/>
                </a:cubicBezTo>
                <a:cubicBezTo>
                  <a:pt x="67633" y="58461"/>
                  <a:pt x="66159" y="56723"/>
                  <a:pt x="64708" y="55074"/>
                </a:cubicBezTo>
                <a:cubicBezTo>
                  <a:pt x="64048" y="54348"/>
                  <a:pt x="63498" y="53622"/>
                  <a:pt x="62948" y="52874"/>
                </a:cubicBezTo>
                <a:cubicBezTo>
                  <a:pt x="62046" y="51686"/>
                  <a:pt x="61210" y="50411"/>
                  <a:pt x="60309" y="49223"/>
                </a:cubicBezTo>
                <a:cubicBezTo>
                  <a:pt x="59561" y="48013"/>
                  <a:pt x="58747" y="46914"/>
                  <a:pt x="57911" y="45726"/>
                </a:cubicBezTo>
                <a:cubicBezTo>
                  <a:pt x="58129" y="45606"/>
                  <a:pt x="58348" y="45548"/>
                  <a:pt x="58561" y="45548"/>
                </a:cubicBezTo>
                <a:cubicBezTo>
                  <a:pt x="58973" y="45548"/>
                  <a:pt x="59359" y="45767"/>
                  <a:pt x="59649" y="46188"/>
                </a:cubicBezTo>
                <a:cubicBezTo>
                  <a:pt x="60111" y="46650"/>
                  <a:pt x="60485" y="47288"/>
                  <a:pt x="60859" y="47749"/>
                </a:cubicBezTo>
                <a:cubicBezTo>
                  <a:pt x="62046" y="49223"/>
                  <a:pt x="63146" y="50587"/>
                  <a:pt x="64334" y="51862"/>
                </a:cubicBezTo>
                <a:cubicBezTo>
                  <a:pt x="65807" y="53424"/>
                  <a:pt x="67347" y="54810"/>
                  <a:pt x="68821" y="56371"/>
                </a:cubicBezTo>
                <a:cubicBezTo>
                  <a:pt x="70382" y="57911"/>
                  <a:pt x="71856" y="59560"/>
                  <a:pt x="73395" y="61210"/>
                </a:cubicBezTo>
                <a:cubicBezTo>
                  <a:pt x="73776" y="61667"/>
                  <a:pt x="74252" y="61892"/>
                  <a:pt x="74779" y="61892"/>
                </a:cubicBezTo>
                <a:cubicBezTo>
                  <a:pt x="75013" y="61892"/>
                  <a:pt x="75257" y="61848"/>
                  <a:pt x="75507" y="61760"/>
                </a:cubicBezTo>
                <a:cubicBezTo>
                  <a:pt x="76694" y="61320"/>
                  <a:pt x="77794" y="59560"/>
                  <a:pt x="76694" y="58197"/>
                </a:cubicBezTo>
                <a:cubicBezTo>
                  <a:pt x="76145" y="57471"/>
                  <a:pt x="75595" y="56723"/>
                  <a:pt x="75045" y="55997"/>
                </a:cubicBezTo>
                <a:lnTo>
                  <a:pt x="72582" y="52698"/>
                </a:lnTo>
                <a:cubicBezTo>
                  <a:pt x="71746" y="51774"/>
                  <a:pt x="71020" y="50763"/>
                  <a:pt x="70206" y="49861"/>
                </a:cubicBezTo>
                <a:cubicBezTo>
                  <a:pt x="69370" y="48937"/>
                  <a:pt x="68557" y="48013"/>
                  <a:pt x="67721" y="47112"/>
                </a:cubicBezTo>
                <a:cubicBezTo>
                  <a:pt x="67259" y="46562"/>
                  <a:pt x="66709" y="46188"/>
                  <a:pt x="66247" y="45638"/>
                </a:cubicBezTo>
                <a:cubicBezTo>
                  <a:pt x="65345" y="44824"/>
                  <a:pt x="64422" y="43900"/>
                  <a:pt x="63608" y="42977"/>
                </a:cubicBezTo>
                <a:cubicBezTo>
                  <a:pt x="63498" y="42889"/>
                  <a:pt x="63410" y="42713"/>
                  <a:pt x="63410" y="42625"/>
                </a:cubicBezTo>
                <a:cubicBezTo>
                  <a:pt x="63498" y="42625"/>
                  <a:pt x="63498" y="42515"/>
                  <a:pt x="63498" y="42515"/>
                </a:cubicBezTo>
                <a:lnTo>
                  <a:pt x="63784" y="42515"/>
                </a:lnTo>
                <a:cubicBezTo>
                  <a:pt x="63883" y="42501"/>
                  <a:pt x="63982" y="42494"/>
                  <a:pt x="64081" y="42494"/>
                </a:cubicBezTo>
                <a:cubicBezTo>
                  <a:pt x="64616" y="42494"/>
                  <a:pt x="65131" y="42693"/>
                  <a:pt x="65521" y="43065"/>
                </a:cubicBezTo>
                <a:cubicBezTo>
                  <a:pt x="66995" y="44450"/>
                  <a:pt x="68645" y="45638"/>
                  <a:pt x="70294" y="46738"/>
                </a:cubicBezTo>
                <a:cubicBezTo>
                  <a:pt x="71746" y="47662"/>
                  <a:pt x="73219" y="48761"/>
                  <a:pt x="74605" y="49861"/>
                </a:cubicBezTo>
                <a:cubicBezTo>
                  <a:pt x="75507" y="50587"/>
                  <a:pt x="76343" y="51511"/>
                  <a:pt x="77354" y="52236"/>
                </a:cubicBezTo>
                <a:cubicBezTo>
                  <a:pt x="77992" y="52786"/>
                  <a:pt x="78718" y="53160"/>
                  <a:pt x="79554" y="53512"/>
                </a:cubicBezTo>
                <a:cubicBezTo>
                  <a:pt x="79807" y="53628"/>
                  <a:pt x="80063" y="53683"/>
                  <a:pt x="80314" y="53683"/>
                </a:cubicBezTo>
                <a:cubicBezTo>
                  <a:pt x="80869" y="53683"/>
                  <a:pt x="81402" y="53416"/>
                  <a:pt x="81841" y="52962"/>
                </a:cubicBezTo>
                <a:cubicBezTo>
                  <a:pt x="82391" y="52236"/>
                  <a:pt x="82655" y="51423"/>
                  <a:pt x="82105" y="50587"/>
                </a:cubicBezTo>
                <a:cubicBezTo>
                  <a:pt x="81643" y="49861"/>
                  <a:pt x="81005" y="49113"/>
                  <a:pt x="80280" y="48387"/>
                </a:cubicBezTo>
                <a:cubicBezTo>
                  <a:pt x="78894" y="47024"/>
                  <a:pt x="77354" y="45814"/>
                  <a:pt x="75969" y="44274"/>
                </a:cubicBezTo>
                <a:cubicBezTo>
                  <a:pt x="74143" y="42339"/>
                  <a:pt x="72032" y="40865"/>
                  <a:pt x="69832" y="39326"/>
                </a:cubicBezTo>
                <a:cubicBezTo>
                  <a:pt x="68821" y="38490"/>
                  <a:pt x="67633" y="37852"/>
                  <a:pt x="66709" y="37016"/>
                </a:cubicBezTo>
                <a:cubicBezTo>
                  <a:pt x="65521" y="35917"/>
                  <a:pt x="64510" y="34729"/>
                  <a:pt x="63498" y="33629"/>
                </a:cubicBezTo>
                <a:cubicBezTo>
                  <a:pt x="62596" y="32727"/>
                  <a:pt x="62134" y="31518"/>
                  <a:pt x="61760" y="30330"/>
                </a:cubicBezTo>
                <a:cubicBezTo>
                  <a:pt x="61496" y="29604"/>
                  <a:pt x="61672" y="29428"/>
                  <a:pt x="62398" y="29318"/>
                </a:cubicBezTo>
                <a:cubicBezTo>
                  <a:pt x="62541" y="29274"/>
                  <a:pt x="62679" y="29252"/>
                  <a:pt x="62816" y="29252"/>
                </a:cubicBezTo>
                <a:cubicBezTo>
                  <a:pt x="62954" y="29252"/>
                  <a:pt x="63091" y="29274"/>
                  <a:pt x="63234" y="29318"/>
                </a:cubicBezTo>
                <a:cubicBezTo>
                  <a:pt x="64158" y="29604"/>
                  <a:pt x="65059" y="29978"/>
                  <a:pt x="65983" y="30330"/>
                </a:cubicBezTo>
                <a:cubicBezTo>
                  <a:pt x="67259" y="30704"/>
                  <a:pt x="68557" y="31254"/>
                  <a:pt x="69832" y="31518"/>
                </a:cubicBezTo>
                <a:cubicBezTo>
                  <a:pt x="70338" y="31604"/>
                  <a:pt x="70839" y="31646"/>
                  <a:pt x="71334" y="31646"/>
                </a:cubicBezTo>
                <a:cubicBezTo>
                  <a:pt x="72992" y="31646"/>
                  <a:pt x="74583" y="31177"/>
                  <a:pt x="76057" y="30330"/>
                </a:cubicBezTo>
                <a:cubicBezTo>
                  <a:pt x="76980" y="29868"/>
                  <a:pt x="77530" y="29054"/>
                  <a:pt x="77706" y="28043"/>
                </a:cubicBezTo>
                <a:cubicBezTo>
                  <a:pt x="77794" y="27229"/>
                  <a:pt x="77530" y="26855"/>
                  <a:pt x="76804" y="26767"/>
                </a:cubicBezTo>
                <a:cubicBezTo>
                  <a:pt x="76387" y="26723"/>
                  <a:pt x="75974" y="26723"/>
                  <a:pt x="75562" y="26723"/>
                </a:cubicBezTo>
                <a:cubicBezTo>
                  <a:pt x="75149" y="26723"/>
                  <a:pt x="74737" y="26723"/>
                  <a:pt x="74319" y="26679"/>
                </a:cubicBezTo>
                <a:cubicBezTo>
                  <a:pt x="74019" y="26679"/>
                  <a:pt x="73699" y="26698"/>
                  <a:pt x="73388" y="26698"/>
                </a:cubicBezTo>
                <a:cubicBezTo>
                  <a:pt x="73037" y="26698"/>
                  <a:pt x="72697" y="26674"/>
                  <a:pt x="72406" y="26569"/>
                </a:cubicBezTo>
                <a:cubicBezTo>
                  <a:pt x="71306" y="26305"/>
                  <a:pt x="70294" y="25931"/>
                  <a:pt x="69194" y="25469"/>
                </a:cubicBezTo>
                <a:cubicBezTo>
                  <a:pt x="67259" y="24656"/>
                  <a:pt x="65345" y="23820"/>
                  <a:pt x="63410" y="22918"/>
                </a:cubicBezTo>
                <a:cubicBezTo>
                  <a:pt x="62684" y="22544"/>
                  <a:pt x="61958" y="22082"/>
                  <a:pt x="61210" y="21818"/>
                </a:cubicBezTo>
                <a:cubicBezTo>
                  <a:pt x="58835" y="20895"/>
                  <a:pt x="56460" y="19971"/>
                  <a:pt x="54062" y="19245"/>
                </a:cubicBezTo>
                <a:cubicBezTo>
                  <a:pt x="51511" y="18519"/>
                  <a:pt x="49026" y="17595"/>
                  <a:pt x="46738" y="16232"/>
                </a:cubicBezTo>
                <a:cubicBezTo>
                  <a:pt x="45177" y="15396"/>
                  <a:pt x="43813" y="14296"/>
                  <a:pt x="42427" y="13197"/>
                </a:cubicBezTo>
                <a:cubicBezTo>
                  <a:pt x="40602" y="11723"/>
                  <a:pt x="38666" y="10447"/>
                  <a:pt x="36841" y="8974"/>
                </a:cubicBezTo>
                <a:cubicBezTo>
                  <a:pt x="34179" y="6972"/>
                  <a:pt x="31606" y="4949"/>
                  <a:pt x="29055" y="2837"/>
                </a:cubicBezTo>
                <a:cubicBezTo>
                  <a:pt x="27955" y="1935"/>
                  <a:pt x="26943" y="924"/>
                  <a:pt x="25932" y="0"/>
                </a:cubicBezTo>
                <a:close/>
              </a:path>
            </a:pathLst>
          </a:custGeom>
          <a:solidFill>
            <a:srgbClr val="7D302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Google Shape;251;p35">
            <a:extLst>
              <a:ext uri="{FF2B5EF4-FFF2-40B4-BE49-F238E27FC236}">
                <a16:creationId xmlns:a16="http://schemas.microsoft.com/office/drawing/2014/main" id="{864E15FB-0378-F534-31AB-55CB03BDAD85}"/>
              </a:ext>
            </a:extLst>
          </p:cNvPr>
          <p:cNvSpPr txBox="1">
            <a:spLocks/>
          </p:cNvSpPr>
          <p:nvPr/>
        </p:nvSpPr>
        <p:spPr>
          <a:xfrm>
            <a:off x="4572000" y="2804363"/>
            <a:ext cx="3508200" cy="9271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Ubuntu"/>
              <a:buNone/>
              <a:defRPr sz="1200" b="0" i="0" u="none" strike="noStrike" cap="none">
                <a:solidFill>
                  <a:schemeClr val="accent5"/>
                </a:solidFill>
                <a:latin typeface="Ubuntu"/>
                <a:ea typeface="Ubuntu"/>
                <a:cs typeface="Ubuntu"/>
                <a:sym typeface="Ubuntu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Ubuntu"/>
              <a:buNone/>
              <a:defRPr sz="1200" b="0" i="0" u="none" strike="noStrike" cap="none">
                <a:solidFill>
                  <a:schemeClr val="accent5"/>
                </a:solidFill>
                <a:latin typeface="Ubuntu"/>
                <a:ea typeface="Ubuntu"/>
                <a:cs typeface="Ubuntu"/>
                <a:sym typeface="Ubuntu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Ubuntu"/>
              <a:buNone/>
              <a:defRPr sz="1200" b="0" i="0" u="none" strike="noStrike" cap="none">
                <a:solidFill>
                  <a:schemeClr val="accent5"/>
                </a:solidFill>
                <a:latin typeface="Ubuntu"/>
                <a:ea typeface="Ubuntu"/>
                <a:cs typeface="Ubuntu"/>
                <a:sym typeface="Ubuntu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Ubuntu"/>
              <a:buNone/>
              <a:defRPr sz="1200" b="0" i="0" u="none" strike="noStrike" cap="none">
                <a:solidFill>
                  <a:schemeClr val="accent5"/>
                </a:solidFill>
                <a:latin typeface="Ubuntu"/>
                <a:ea typeface="Ubuntu"/>
                <a:cs typeface="Ubuntu"/>
                <a:sym typeface="Ubuntu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Ubuntu"/>
              <a:buNone/>
              <a:defRPr sz="1200" b="0" i="0" u="none" strike="noStrike" cap="none">
                <a:solidFill>
                  <a:schemeClr val="accent5"/>
                </a:solidFill>
                <a:latin typeface="Ubuntu"/>
                <a:ea typeface="Ubuntu"/>
                <a:cs typeface="Ubuntu"/>
                <a:sym typeface="Ubuntu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Ubuntu"/>
              <a:buNone/>
              <a:defRPr sz="1200" b="0" i="0" u="none" strike="noStrike" cap="none">
                <a:solidFill>
                  <a:schemeClr val="accent5"/>
                </a:solidFill>
                <a:latin typeface="Ubuntu"/>
                <a:ea typeface="Ubuntu"/>
                <a:cs typeface="Ubuntu"/>
                <a:sym typeface="Ubuntu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Ubuntu"/>
              <a:buNone/>
              <a:defRPr sz="1200" b="0" i="0" u="none" strike="noStrike" cap="none">
                <a:solidFill>
                  <a:schemeClr val="accent5"/>
                </a:solidFill>
                <a:latin typeface="Ubuntu"/>
                <a:ea typeface="Ubuntu"/>
                <a:cs typeface="Ubuntu"/>
                <a:sym typeface="Ubuntu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Ubuntu"/>
              <a:buNone/>
              <a:defRPr sz="1200" b="0" i="0" u="none" strike="noStrike" cap="none">
                <a:solidFill>
                  <a:schemeClr val="accent5"/>
                </a:solidFill>
                <a:latin typeface="Ubuntu"/>
                <a:ea typeface="Ubuntu"/>
                <a:cs typeface="Ubuntu"/>
                <a:sym typeface="Ubuntu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Ubuntu"/>
              <a:buNone/>
              <a:defRPr sz="1200" b="0" i="0" u="none" strike="noStrike" cap="none">
                <a:solidFill>
                  <a:schemeClr val="accent5"/>
                </a:solidFill>
                <a:latin typeface="Ubuntu"/>
                <a:ea typeface="Ubuntu"/>
                <a:cs typeface="Ubuntu"/>
                <a:sym typeface="Ubuntu"/>
              </a:defRPr>
            </a:lvl9pPr>
          </a:lstStyle>
          <a:p>
            <a:r>
              <a:rPr lang="it-IT" dirty="0"/>
              <a:t>I pazienti che superano il 97° percentile</a:t>
            </a:r>
          </a:p>
          <a:p>
            <a:r>
              <a:rPr lang="it-IT" dirty="0"/>
              <a:t>Vengono arruolati in modo automatico.</a:t>
            </a:r>
          </a:p>
          <a:p>
            <a:r>
              <a:rPr lang="it-IT" dirty="0"/>
              <a:t>Quelli sopra il 55° percentile sono segnalati al</a:t>
            </a:r>
          </a:p>
          <a:p>
            <a:r>
              <a:rPr lang="it-IT" dirty="0"/>
              <a:t>medico curante.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36"/>
          <p:cNvSpPr txBox="1">
            <a:spLocks noGrp="1"/>
          </p:cNvSpPr>
          <p:nvPr>
            <p:ph type="subTitle" idx="1"/>
          </p:nvPr>
        </p:nvSpPr>
        <p:spPr>
          <a:xfrm>
            <a:off x="720050" y="1570350"/>
            <a:ext cx="24189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Progettazione</a:t>
            </a:r>
            <a:endParaRPr dirty="0"/>
          </a:p>
        </p:txBody>
      </p:sp>
      <p:sp>
        <p:nvSpPr>
          <p:cNvPr id="261" name="Google Shape;261;p36"/>
          <p:cNvSpPr txBox="1">
            <a:spLocks noGrp="1"/>
          </p:cNvSpPr>
          <p:nvPr>
            <p:ph type="subTitle" idx="2"/>
          </p:nvPr>
        </p:nvSpPr>
        <p:spPr>
          <a:xfrm>
            <a:off x="3362547" y="1378527"/>
            <a:ext cx="2418900" cy="76452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Perchè questa scelta metodologica</a:t>
            </a:r>
            <a:endParaRPr dirty="0"/>
          </a:p>
        </p:txBody>
      </p:sp>
      <p:sp>
        <p:nvSpPr>
          <p:cNvPr id="262" name="Google Shape;262;p36"/>
          <p:cNvSpPr txBox="1">
            <a:spLocks noGrp="1"/>
          </p:cNvSpPr>
          <p:nvPr>
            <p:ph type="subTitle" idx="3"/>
          </p:nvPr>
        </p:nvSpPr>
        <p:spPr>
          <a:xfrm>
            <a:off x="720050" y="2143025"/>
            <a:ext cx="2418900" cy="182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/>
            <a:r>
              <a:rPr lang="it-IT" dirty="0"/>
              <a:t>L’algoritmo è progettato per predire il </a:t>
            </a:r>
            <a:r>
              <a:rPr lang="it-IT" b="1" dirty="0"/>
              <a:t>"rischio sanitario futuro"</a:t>
            </a:r>
            <a:r>
              <a:rPr lang="it-IT" dirty="0"/>
              <a:t> al fine di indirizzare i pazienti verso interventi preventivi.</a:t>
            </a:r>
            <a:endParaRPr dirty="0"/>
          </a:p>
        </p:txBody>
      </p:sp>
      <p:sp>
        <p:nvSpPr>
          <p:cNvPr id="263" name="Google Shape;263;p36"/>
          <p:cNvSpPr txBox="1">
            <a:spLocks noGrp="1"/>
          </p:cNvSpPr>
          <p:nvPr>
            <p:ph type="subTitle" idx="4"/>
          </p:nvPr>
        </p:nvSpPr>
        <p:spPr>
          <a:xfrm>
            <a:off x="3362549" y="2143024"/>
            <a:ext cx="2418900" cy="164619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/>
            <a:r>
              <a:rPr lang="it-IT" dirty="0"/>
              <a:t>I costi medici futuri rappresentano un efficace </a:t>
            </a:r>
            <a:r>
              <a:rPr lang="it-IT" b="1" dirty="0"/>
              <a:t>"proxy"</a:t>
            </a:r>
            <a:r>
              <a:rPr lang="it-IT" dirty="0"/>
              <a:t> (o variabile sostitutiva) delle necessità cliniche.</a:t>
            </a:r>
          </a:p>
          <a:p>
            <a:pPr marL="0" lvl="0" indent="0" algn="ctr"/>
            <a:r>
              <a:rPr lang="it-IT" dirty="0"/>
              <a:t>I pazienti che genereranno una spesa maggiore sono anche quelli con il carico di malattia più elevato.</a:t>
            </a:r>
            <a:endParaRPr dirty="0"/>
          </a:p>
        </p:txBody>
      </p:sp>
      <p:sp>
        <p:nvSpPr>
          <p:cNvPr id="264" name="Google Shape;264;p3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it-IT" dirty="0"/>
              <a:t>Cosa predice realmente l’algoritmo?</a:t>
            </a:r>
            <a:br>
              <a:rPr lang="it-IT" dirty="0"/>
            </a:br>
            <a:endParaRPr dirty="0"/>
          </a:p>
        </p:txBody>
      </p:sp>
      <p:sp>
        <p:nvSpPr>
          <p:cNvPr id="265" name="Google Shape;265;p36"/>
          <p:cNvSpPr txBox="1">
            <a:spLocks noGrp="1"/>
          </p:cNvSpPr>
          <p:nvPr>
            <p:ph type="subTitle" idx="5"/>
          </p:nvPr>
        </p:nvSpPr>
        <p:spPr>
          <a:xfrm>
            <a:off x="6005045" y="1570350"/>
            <a:ext cx="24189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L’errore</a:t>
            </a:r>
            <a:endParaRPr dirty="0"/>
          </a:p>
        </p:txBody>
      </p:sp>
      <p:sp>
        <p:nvSpPr>
          <p:cNvPr id="266" name="Google Shape;266;p36"/>
          <p:cNvSpPr txBox="1">
            <a:spLocks noGrp="1"/>
          </p:cNvSpPr>
          <p:nvPr>
            <p:ph type="subTitle" idx="6"/>
          </p:nvPr>
        </p:nvSpPr>
        <p:spPr>
          <a:xfrm>
            <a:off x="6005048" y="2143025"/>
            <a:ext cx="2418900" cy="182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it-IT" dirty="0"/>
              <a:t>Sebbene la correlazione</a:t>
            </a:r>
          </a:p>
          <a:p>
            <a:pPr algn="ctr"/>
            <a:r>
              <a:rPr lang="it-IT" dirty="0"/>
              <a:t>sembri corretta, lo studio</a:t>
            </a:r>
          </a:p>
          <a:p>
            <a:pPr algn="ctr"/>
            <a:r>
              <a:rPr lang="it-IT" dirty="0"/>
              <a:t>dimostra che questa</a:t>
            </a:r>
          </a:p>
          <a:p>
            <a:pPr algn="ctr"/>
            <a:r>
              <a:rPr lang="it-IT" dirty="0"/>
              <a:t>equivalenza rappresenta la</a:t>
            </a:r>
          </a:p>
          <a:p>
            <a:pPr algn="ctr"/>
            <a:r>
              <a:rPr lang="it-IT" dirty="0"/>
              <a:t>fonte primaria del </a:t>
            </a:r>
            <a:r>
              <a:rPr lang="it-IT" dirty="0" err="1"/>
              <a:t>bias</a:t>
            </a:r>
            <a:endParaRPr lang="it-IT" dirty="0"/>
          </a:p>
          <a:p>
            <a:pPr algn="ctr"/>
            <a:r>
              <a:rPr lang="it-IT" dirty="0"/>
              <a:t>razziale rilevato.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37"/>
          <p:cNvSpPr txBox="1">
            <a:spLocks noGrp="1"/>
          </p:cNvSpPr>
          <p:nvPr>
            <p:ph type="subTitle" idx="1"/>
          </p:nvPr>
        </p:nvSpPr>
        <p:spPr>
          <a:xfrm>
            <a:off x="908737" y="1739260"/>
            <a:ext cx="3199135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Metodologia e dati utilizzati</a:t>
            </a:r>
            <a:endParaRPr dirty="0"/>
          </a:p>
        </p:txBody>
      </p:sp>
      <p:sp>
        <p:nvSpPr>
          <p:cNvPr id="273" name="Google Shape;273;p37"/>
          <p:cNvSpPr txBox="1">
            <a:spLocks noGrp="1"/>
          </p:cNvSpPr>
          <p:nvPr>
            <p:ph type="subTitle" idx="3"/>
          </p:nvPr>
        </p:nvSpPr>
        <p:spPr>
          <a:xfrm>
            <a:off x="908738" y="2311935"/>
            <a:ext cx="3199134" cy="106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it-IT" dirty="0"/>
              <a:t>lo studio prende in esame i dati relativi a pazienti arruolati in contratti basati sul rischio nel periodo compreso tra il 2013 e il 2015, comprendendo 6.079 pazienti neri e 43.539 pazienti bianchi.</a:t>
            </a:r>
            <a:endParaRPr dirty="0"/>
          </a:p>
        </p:txBody>
      </p:sp>
      <p:sp>
        <p:nvSpPr>
          <p:cNvPr id="275" name="Google Shape;275;p3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it-IT" dirty="0"/>
              <a:t>I dati utilizzati</a:t>
            </a:r>
          </a:p>
        </p:txBody>
      </p:sp>
      <p:sp>
        <p:nvSpPr>
          <p:cNvPr id="276" name="Google Shape;276;p37"/>
          <p:cNvSpPr txBox="1">
            <a:spLocks noGrp="1"/>
          </p:cNvSpPr>
          <p:nvPr>
            <p:ph type="subTitle" idx="5"/>
          </p:nvPr>
        </p:nvSpPr>
        <p:spPr>
          <a:xfrm>
            <a:off x="5036117" y="1734960"/>
            <a:ext cx="3199132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Fonti informative</a:t>
            </a:r>
            <a:endParaRPr dirty="0"/>
          </a:p>
        </p:txBody>
      </p:sp>
      <p:sp>
        <p:nvSpPr>
          <p:cNvPr id="277" name="Google Shape;277;p37"/>
          <p:cNvSpPr txBox="1">
            <a:spLocks noGrp="1"/>
          </p:cNvSpPr>
          <p:nvPr>
            <p:ph type="subTitle" idx="6"/>
          </p:nvPr>
        </p:nvSpPr>
        <p:spPr>
          <a:xfrm>
            <a:off x="5036117" y="2311935"/>
            <a:ext cx="3199132" cy="231548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it-IT" dirty="0"/>
              <a:t>Per ogni soggetto hanno potuto</a:t>
            </a:r>
          </a:p>
          <a:p>
            <a:r>
              <a:rPr lang="it-IT" dirty="0"/>
              <a:t>incrociare diverse fonti informative di</a:t>
            </a:r>
          </a:p>
          <a:p>
            <a:r>
              <a:rPr lang="it-IT" dirty="0"/>
              <a:t>grande dettaglio:</a:t>
            </a:r>
          </a:p>
          <a:p>
            <a:pPr lvl="0">
              <a:buFont typeface="Arial" panose="020B0604020202020204" pitchFamily="34" charset="0"/>
              <a:buChar char="•"/>
            </a:pPr>
            <a:r>
              <a:rPr lang="it-IT" dirty="0"/>
              <a:t>I </a:t>
            </a:r>
            <a:r>
              <a:rPr lang="it-IT" b="1" dirty="0"/>
              <a:t>punteggi di rischio</a:t>
            </a:r>
          </a:p>
          <a:p>
            <a:pPr lvl="0">
              <a:buFont typeface="Arial" panose="020B0604020202020204" pitchFamily="34" charset="0"/>
              <a:buChar char="•"/>
            </a:pPr>
            <a:r>
              <a:rPr lang="it-IT" dirty="0"/>
              <a:t>I </a:t>
            </a:r>
            <a:r>
              <a:rPr lang="it-IT" b="1" dirty="0"/>
              <a:t>dati clinici</a:t>
            </a:r>
            <a:r>
              <a:rPr lang="it-IT" dirty="0"/>
              <a:t> estratti dalle cartelle cliniche elettroniche.</a:t>
            </a:r>
          </a:p>
          <a:p>
            <a:pPr lvl="0">
              <a:buFont typeface="Arial" panose="020B0604020202020204" pitchFamily="34" charset="0"/>
              <a:buChar char="•"/>
            </a:pPr>
            <a:r>
              <a:rPr lang="it-IT" dirty="0"/>
              <a:t>Il </a:t>
            </a:r>
            <a:r>
              <a:rPr lang="it-IT" b="1" dirty="0"/>
              <a:t>numero di patologie croniche attive</a:t>
            </a:r>
          </a:p>
          <a:p>
            <a:pPr lvl="0">
              <a:buFont typeface="Arial" panose="020B0604020202020204" pitchFamily="34" charset="0"/>
              <a:buChar char="•"/>
            </a:pPr>
            <a:r>
              <a:rPr lang="it-IT" dirty="0"/>
              <a:t>I </a:t>
            </a:r>
            <a:r>
              <a:rPr lang="it-IT" b="1" dirty="0"/>
              <a:t>costi sanitari reali</a:t>
            </a:r>
            <a:r>
              <a:rPr lang="it-IT" dirty="0"/>
              <a:t> e i dati sull'utilizzo dei servizi derivanti dai registri assicurativi</a:t>
            </a:r>
          </a:p>
        </p:txBody>
      </p:sp>
      <p:sp>
        <p:nvSpPr>
          <p:cNvPr id="2" name="Google Shape;187;p30">
            <a:extLst>
              <a:ext uri="{FF2B5EF4-FFF2-40B4-BE49-F238E27FC236}">
                <a16:creationId xmlns:a16="http://schemas.microsoft.com/office/drawing/2014/main" id="{22FCDFC0-89D3-832D-EE0C-CFEEF6A95778}"/>
              </a:ext>
            </a:extLst>
          </p:cNvPr>
          <p:cNvSpPr/>
          <p:nvPr/>
        </p:nvSpPr>
        <p:spPr>
          <a:xfrm rot="7662234">
            <a:off x="-160658" y="3652111"/>
            <a:ext cx="2282657" cy="1950614"/>
          </a:xfrm>
          <a:custGeom>
            <a:avLst/>
            <a:gdLst/>
            <a:ahLst/>
            <a:cxnLst/>
            <a:rect l="l" t="t" r="r" b="b"/>
            <a:pathLst>
              <a:path w="80742" h="68997" extrusionOk="0">
                <a:moveTo>
                  <a:pt x="30704" y="1"/>
                </a:moveTo>
                <a:cubicBezTo>
                  <a:pt x="29055" y="89"/>
                  <a:pt x="29693" y="5587"/>
                  <a:pt x="29781" y="6687"/>
                </a:cubicBezTo>
                <a:cubicBezTo>
                  <a:pt x="29891" y="9348"/>
                  <a:pt x="29979" y="11988"/>
                  <a:pt x="29891" y="14649"/>
                </a:cubicBezTo>
                <a:cubicBezTo>
                  <a:pt x="29891" y="15573"/>
                  <a:pt x="29143" y="16936"/>
                  <a:pt x="28417" y="17134"/>
                </a:cubicBezTo>
                <a:cubicBezTo>
                  <a:pt x="28343" y="17152"/>
                  <a:pt x="28261" y="17161"/>
                  <a:pt x="28174" y="17161"/>
                </a:cubicBezTo>
                <a:cubicBezTo>
                  <a:pt x="27415" y="17161"/>
                  <a:pt x="26249" y="16508"/>
                  <a:pt x="25756" y="15837"/>
                </a:cubicBezTo>
                <a:cubicBezTo>
                  <a:pt x="24744" y="14649"/>
                  <a:pt x="24194" y="12999"/>
                  <a:pt x="23292" y="11724"/>
                </a:cubicBezTo>
                <a:cubicBezTo>
                  <a:pt x="21907" y="9524"/>
                  <a:pt x="20433" y="7413"/>
                  <a:pt x="18894" y="5213"/>
                </a:cubicBezTo>
                <a:cubicBezTo>
                  <a:pt x="18149" y="4156"/>
                  <a:pt x="16463" y="552"/>
                  <a:pt x="14752" y="552"/>
                </a:cubicBezTo>
                <a:cubicBezTo>
                  <a:pt x="14541" y="552"/>
                  <a:pt x="14330" y="606"/>
                  <a:pt x="14121" y="726"/>
                </a:cubicBezTo>
                <a:cubicBezTo>
                  <a:pt x="13483" y="990"/>
                  <a:pt x="13197" y="2090"/>
                  <a:pt x="13483" y="2750"/>
                </a:cubicBezTo>
                <a:cubicBezTo>
                  <a:pt x="15858" y="7325"/>
                  <a:pt x="18344" y="11812"/>
                  <a:pt x="20807" y="16298"/>
                </a:cubicBezTo>
                <a:cubicBezTo>
                  <a:pt x="21181" y="16936"/>
                  <a:pt x="22083" y="18146"/>
                  <a:pt x="22193" y="18872"/>
                </a:cubicBezTo>
                <a:cubicBezTo>
                  <a:pt x="22281" y="19246"/>
                  <a:pt x="22545" y="19334"/>
                  <a:pt x="22083" y="19685"/>
                </a:cubicBezTo>
                <a:cubicBezTo>
                  <a:pt x="22028" y="19719"/>
                  <a:pt x="21965" y="19735"/>
                  <a:pt x="21897" y="19735"/>
                </a:cubicBezTo>
                <a:cubicBezTo>
                  <a:pt x="20842" y="19735"/>
                  <a:pt x="18293" y="15989"/>
                  <a:pt x="17508" y="15287"/>
                </a:cubicBezTo>
                <a:cubicBezTo>
                  <a:pt x="15484" y="13461"/>
                  <a:pt x="13483" y="11724"/>
                  <a:pt x="11459" y="9986"/>
                </a:cubicBezTo>
                <a:cubicBezTo>
                  <a:pt x="9913" y="8674"/>
                  <a:pt x="7773" y="5707"/>
                  <a:pt x="5383" y="5707"/>
                </a:cubicBezTo>
                <a:cubicBezTo>
                  <a:pt x="5088" y="5707"/>
                  <a:pt x="4789" y="5752"/>
                  <a:pt x="4487" y="5851"/>
                </a:cubicBezTo>
                <a:cubicBezTo>
                  <a:pt x="2112" y="6775"/>
                  <a:pt x="6973" y="11174"/>
                  <a:pt x="7698" y="11900"/>
                </a:cubicBezTo>
                <a:cubicBezTo>
                  <a:pt x="9546" y="13747"/>
                  <a:pt x="11283" y="15573"/>
                  <a:pt x="13109" y="17486"/>
                </a:cubicBezTo>
                <a:cubicBezTo>
                  <a:pt x="14121" y="18696"/>
                  <a:pt x="15132" y="19883"/>
                  <a:pt x="16144" y="21071"/>
                </a:cubicBezTo>
                <a:cubicBezTo>
                  <a:pt x="16694" y="21797"/>
                  <a:pt x="17794" y="22545"/>
                  <a:pt x="17970" y="23359"/>
                </a:cubicBezTo>
                <a:cubicBezTo>
                  <a:pt x="18122" y="23961"/>
                  <a:pt x="17934" y="24176"/>
                  <a:pt x="17584" y="24176"/>
                </a:cubicBezTo>
                <a:cubicBezTo>
                  <a:pt x="16873" y="24176"/>
                  <a:pt x="15494" y="23294"/>
                  <a:pt x="14935" y="22985"/>
                </a:cubicBezTo>
                <a:cubicBezTo>
                  <a:pt x="11745" y="21159"/>
                  <a:pt x="8622" y="19334"/>
                  <a:pt x="5499" y="17486"/>
                </a:cubicBezTo>
                <a:cubicBezTo>
                  <a:pt x="4861" y="17134"/>
                  <a:pt x="4135" y="16672"/>
                  <a:pt x="3497" y="16584"/>
                </a:cubicBezTo>
                <a:cubicBezTo>
                  <a:pt x="3368" y="16564"/>
                  <a:pt x="3217" y="16553"/>
                  <a:pt x="3059" y="16553"/>
                </a:cubicBezTo>
                <a:cubicBezTo>
                  <a:pt x="2547" y="16553"/>
                  <a:pt x="1956" y="16667"/>
                  <a:pt x="1738" y="16936"/>
                </a:cubicBezTo>
                <a:cubicBezTo>
                  <a:pt x="0" y="19334"/>
                  <a:pt x="8996" y="24546"/>
                  <a:pt x="10448" y="25558"/>
                </a:cubicBezTo>
                <a:cubicBezTo>
                  <a:pt x="15682" y="29033"/>
                  <a:pt x="19707" y="33630"/>
                  <a:pt x="23732" y="39216"/>
                </a:cubicBezTo>
                <a:cubicBezTo>
                  <a:pt x="19619" y="39590"/>
                  <a:pt x="15220" y="38930"/>
                  <a:pt x="11921" y="41680"/>
                </a:cubicBezTo>
                <a:cubicBezTo>
                  <a:pt x="11547" y="41966"/>
                  <a:pt x="11283" y="42340"/>
                  <a:pt x="11196" y="42779"/>
                </a:cubicBezTo>
                <a:cubicBezTo>
                  <a:pt x="10910" y="44253"/>
                  <a:pt x="16782" y="44429"/>
                  <a:pt x="17596" y="44539"/>
                </a:cubicBezTo>
                <a:cubicBezTo>
                  <a:pt x="21095" y="44852"/>
                  <a:pt x="24612" y="46051"/>
                  <a:pt x="28116" y="46051"/>
                </a:cubicBezTo>
                <a:cubicBezTo>
                  <a:pt x="28554" y="46051"/>
                  <a:pt x="28991" y="46032"/>
                  <a:pt x="29429" y="45991"/>
                </a:cubicBezTo>
                <a:cubicBezTo>
                  <a:pt x="29829" y="45962"/>
                  <a:pt x="30219" y="45947"/>
                  <a:pt x="30599" y="45947"/>
                </a:cubicBezTo>
                <a:cubicBezTo>
                  <a:pt x="33680" y="45947"/>
                  <a:pt x="36102" y="46930"/>
                  <a:pt x="38314" y="49378"/>
                </a:cubicBezTo>
                <a:cubicBezTo>
                  <a:pt x="43989" y="55800"/>
                  <a:pt x="49488" y="62222"/>
                  <a:pt x="54810" y="68997"/>
                </a:cubicBezTo>
                <a:lnTo>
                  <a:pt x="80741" y="68997"/>
                </a:lnTo>
                <a:cubicBezTo>
                  <a:pt x="72780" y="60749"/>
                  <a:pt x="64334" y="52963"/>
                  <a:pt x="55272" y="45815"/>
                </a:cubicBezTo>
                <a:cubicBezTo>
                  <a:pt x="51511" y="42779"/>
                  <a:pt x="48036" y="39480"/>
                  <a:pt x="45727" y="34993"/>
                </a:cubicBezTo>
                <a:cubicBezTo>
                  <a:pt x="43439" y="30683"/>
                  <a:pt x="40888" y="26570"/>
                  <a:pt x="38139" y="22633"/>
                </a:cubicBezTo>
                <a:cubicBezTo>
                  <a:pt x="36577" y="20609"/>
                  <a:pt x="35279" y="18322"/>
                  <a:pt x="34553" y="15837"/>
                </a:cubicBezTo>
                <a:cubicBezTo>
                  <a:pt x="33542" y="12361"/>
                  <a:pt x="33740" y="8512"/>
                  <a:pt x="32992" y="4839"/>
                </a:cubicBezTo>
                <a:cubicBezTo>
                  <a:pt x="32816" y="3850"/>
                  <a:pt x="32442" y="1"/>
                  <a:pt x="30704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Google Shape;184;p30">
            <a:extLst>
              <a:ext uri="{FF2B5EF4-FFF2-40B4-BE49-F238E27FC236}">
                <a16:creationId xmlns:a16="http://schemas.microsoft.com/office/drawing/2014/main" id="{25BC7065-9DD8-7358-B698-571F85CCB0ED}"/>
              </a:ext>
            </a:extLst>
          </p:cNvPr>
          <p:cNvSpPr/>
          <p:nvPr/>
        </p:nvSpPr>
        <p:spPr>
          <a:xfrm rot="8100000">
            <a:off x="6957621" y="-260537"/>
            <a:ext cx="2555255" cy="1950409"/>
          </a:xfrm>
          <a:custGeom>
            <a:avLst/>
            <a:gdLst/>
            <a:ahLst/>
            <a:cxnLst/>
            <a:rect l="l" t="t" r="r" b="b"/>
            <a:pathLst>
              <a:path w="82655" h="63090" extrusionOk="0">
                <a:moveTo>
                  <a:pt x="0" y="0"/>
                </a:moveTo>
                <a:cubicBezTo>
                  <a:pt x="176" y="176"/>
                  <a:pt x="374" y="374"/>
                  <a:pt x="550" y="550"/>
                </a:cubicBezTo>
                <a:cubicBezTo>
                  <a:pt x="3299" y="2661"/>
                  <a:pt x="6137" y="4861"/>
                  <a:pt x="8974" y="6972"/>
                </a:cubicBezTo>
                <a:cubicBezTo>
                  <a:pt x="11635" y="8974"/>
                  <a:pt x="14385" y="10997"/>
                  <a:pt x="17046" y="13021"/>
                </a:cubicBezTo>
                <a:cubicBezTo>
                  <a:pt x="19069" y="14582"/>
                  <a:pt x="20895" y="16232"/>
                  <a:pt x="22918" y="17881"/>
                </a:cubicBezTo>
                <a:cubicBezTo>
                  <a:pt x="24194" y="18871"/>
                  <a:pt x="25558" y="19795"/>
                  <a:pt x="26855" y="20807"/>
                </a:cubicBezTo>
                <a:cubicBezTo>
                  <a:pt x="28967" y="22632"/>
                  <a:pt x="31056" y="24480"/>
                  <a:pt x="32816" y="26679"/>
                </a:cubicBezTo>
                <a:cubicBezTo>
                  <a:pt x="34092" y="28131"/>
                  <a:pt x="35191" y="29692"/>
                  <a:pt x="35829" y="31518"/>
                </a:cubicBezTo>
                <a:cubicBezTo>
                  <a:pt x="36115" y="32442"/>
                  <a:pt x="36467" y="33453"/>
                  <a:pt x="36929" y="34267"/>
                </a:cubicBezTo>
                <a:cubicBezTo>
                  <a:pt x="38314" y="36840"/>
                  <a:pt x="39766" y="39326"/>
                  <a:pt x="41064" y="41877"/>
                </a:cubicBezTo>
                <a:cubicBezTo>
                  <a:pt x="42053" y="43615"/>
                  <a:pt x="43065" y="45264"/>
                  <a:pt x="44539" y="46650"/>
                </a:cubicBezTo>
                <a:cubicBezTo>
                  <a:pt x="44715" y="46826"/>
                  <a:pt x="44803" y="47112"/>
                  <a:pt x="44913" y="47288"/>
                </a:cubicBezTo>
                <a:cubicBezTo>
                  <a:pt x="45353" y="48761"/>
                  <a:pt x="45814" y="50125"/>
                  <a:pt x="46364" y="51511"/>
                </a:cubicBezTo>
                <a:cubicBezTo>
                  <a:pt x="46738" y="52698"/>
                  <a:pt x="47200" y="53886"/>
                  <a:pt x="47750" y="54986"/>
                </a:cubicBezTo>
                <a:cubicBezTo>
                  <a:pt x="48212" y="55997"/>
                  <a:pt x="48762" y="57009"/>
                  <a:pt x="49400" y="58021"/>
                </a:cubicBezTo>
                <a:cubicBezTo>
                  <a:pt x="50301" y="59208"/>
                  <a:pt x="51225" y="60484"/>
                  <a:pt x="52149" y="61672"/>
                </a:cubicBezTo>
                <a:cubicBezTo>
                  <a:pt x="52595" y="62185"/>
                  <a:pt x="53215" y="62450"/>
                  <a:pt x="53821" y="62450"/>
                </a:cubicBezTo>
                <a:cubicBezTo>
                  <a:pt x="54201" y="62450"/>
                  <a:pt x="54576" y="62346"/>
                  <a:pt x="54898" y="62134"/>
                </a:cubicBezTo>
                <a:cubicBezTo>
                  <a:pt x="55712" y="61584"/>
                  <a:pt x="55910" y="60770"/>
                  <a:pt x="55360" y="59670"/>
                </a:cubicBezTo>
                <a:cubicBezTo>
                  <a:pt x="54898" y="58747"/>
                  <a:pt x="54348" y="57823"/>
                  <a:pt x="53886" y="56921"/>
                </a:cubicBezTo>
                <a:cubicBezTo>
                  <a:pt x="53249" y="55535"/>
                  <a:pt x="52501" y="54172"/>
                  <a:pt x="51863" y="52786"/>
                </a:cubicBezTo>
                <a:cubicBezTo>
                  <a:pt x="51511" y="51972"/>
                  <a:pt x="51313" y="51137"/>
                  <a:pt x="51049" y="50323"/>
                </a:cubicBezTo>
                <a:cubicBezTo>
                  <a:pt x="50675" y="49399"/>
                  <a:pt x="50301" y="48475"/>
                  <a:pt x="50037" y="47574"/>
                </a:cubicBezTo>
                <a:cubicBezTo>
                  <a:pt x="49861" y="47112"/>
                  <a:pt x="50125" y="46738"/>
                  <a:pt x="50587" y="46562"/>
                </a:cubicBezTo>
                <a:cubicBezTo>
                  <a:pt x="50902" y="46455"/>
                  <a:pt x="51179" y="46402"/>
                  <a:pt x="51428" y="46402"/>
                </a:cubicBezTo>
                <a:cubicBezTo>
                  <a:pt x="52052" y="46402"/>
                  <a:pt x="52507" y="46732"/>
                  <a:pt x="52963" y="47376"/>
                </a:cubicBezTo>
                <a:cubicBezTo>
                  <a:pt x="53161" y="47662"/>
                  <a:pt x="53249" y="47837"/>
                  <a:pt x="53425" y="48123"/>
                </a:cubicBezTo>
                <a:cubicBezTo>
                  <a:pt x="54700" y="50499"/>
                  <a:pt x="56086" y="52874"/>
                  <a:pt x="58109" y="54810"/>
                </a:cubicBezTo>
                <a:cubicBezTo>
                  <a:pt x="60661" y="57273"/>
                  <a:pt x="63058" y="59846"/>
                  <a:pt x="65521" y="62420"/>
                </a:cubicBezTo>
                <a:cubicBezTo>
                  <a:pt x="66023" y="62861"/>
                  <a:pt x="66654" y="63089"/>
                  <a:pt x="67260" y="63089"/>
                </a:cubicBezTo>
                <a:cubicBezTo>
                  <a:pt x="67770" y="63089"/>
                  <a:pt x="68262" y="62927"/>
                  <a:pt x="68645" y="62596"/>
                </a:cubicBezTo>
                <a:cubicBezTo>
                  <a:pt x="69546" y="61870"/>
                  <a:pt x="69832" y="60946"/>
                  <a:pt x="69106" y="60110"/>
                </a:cubicBezTo>
                <a:cubicBezTo>
                  <a:pt x="67633" y="58461"/>
                  <a:pt x="66159" y="56723"/>
                  <a:pt x="64708" y="55074"/>
                </a:cubicBezTo>
                <a:cubicBezTo>
                  <a:pt x="64048" y="54348"/>
                  <a:pt x="63498" y="53622"/>
                  <a:pt x="62948" y="52874"/>
                </a:cubicBezTo>
                <a:cubicBezTo>
                  <a:pt x="62046" y="51686"/>
                  <a:pt x="61210" y="50411"/>
                  <a:pt x="60309" y="49223"/>
                </a:cubicBezTo>
                <a:cubicBezTo>
                  <a:pt x="59561" y="48013"/>
                  <a:pt x="58747" y="46914"/>
                  <a:pt x="57911" y="45726"/>
                </a:cubicBezTo>
                <a:cubicBezTo>
                  <a:pt x="58129" y="45606"/>
                  <a:pt x="58348" y="45548"/>
                  <a:pt x="58561" y="45548"/>
                </a:cubicBezTo>
                <a:cubicBezTo>
                  <a:pt x="58973" y="45548"/>
                  <a:pt x="59359" y="45767"/>
                  <a:pt x="59649" y="46188"/>
                </a:cubicBezTo>
                <a:cubicBezTo>
                  <a:pt x="60111" y="46650"/>
                  <a:pt x="60485" y="47288"/>
                  <a:pt x="60859" y="47749"/>
                </a:cubicBezTo>
                <a:cubicBezTo>
                  <a:pt x="62046" y="49223"/>
                  <a:pt x="63146" y="50587"/>
                  <a:pt x="64334" y="51862"/>
                </a:cubicBezTo>
                <a:cubicBezTo>
                  <a:pt x="65807" y="53424"/>
                  <a:pt x="67347" y="54810"/>
                  <a:pt x="68821" y="56371"/>
                </a:cubicBezTo>
                <a:cubicBezTo>
                  <a:pt x="70382" y="57911"/>
                  <a:pt x="71856" y="59560"/>
                  <a:pt x="73395" y="61210"/>
                </a:cubicBezTo>
                <a:cubicBezTo>
                  <a:pt x="73776" y="61667"/>
                  <a:pt x="74252" y="61892"/>
                  <a:pt x="74779" y="61892"/>
                </a:cubicBezTo>
                <a:cubicBezTo>
                  <a:pt x="75013" y="61892"/>
                  <a:pt x="75257" y="61848"/>
                  <a:pt x="75507" y="61760"/>
                </a:cubicBezTo>
                <a:cubicBezTo>
                  <a:pt x="76694" y="61320"/>
                  <a:pt x="77794" y="59560"/>
                  <a:pt x="76694" y="58197"/>
                </a:cubicBezTo>
                <a:cubicBezTo>
                  <a:pt x="76145" y="57471"/>
                  <a:pt x="75595" y="56723"/>
                  <a:pt x="75045" y="55997"/>
                </a:cubicBezTo>
                <a:lnTo>
                  <a:pt x="72582" y="52698"/>
                </a:lnTo>
                <a:cubicBezTo>
                  <a:pt x="71746" y="51774"/>
                  <a:pt x="71020" y="50763"/>
                  <a:pt x="70206" y="49861"/>
                </a:cubicBezTo>
                <a:cubicBezTo>
                  <a:pt x="69370" y="48937"/>
                  <a:pt x="68557" y="48013"/>
                  <a:pt x="67721" y="47112"/>
                </a:cubicBezTo>
                <a:cubicBezTo>
                  <a:pt x="67259" y="46562"/>
                  <a:pt x="66709" y="46188"/>
                  <a:pt x="66247" y="45638"/>
                </a:cubicBezTo>
                <a:cubicBezTo>
                  <a:pt x="65345" y="44824"/>
                  <a:pt x="64422" y="43900"/>
                  <a:pt x="63608" y="42977"/>
                </a:cubicBezTo>
                <a:cubicBezTo>
                  <a:pt x="63498" y="42889"/>
                  <a:pt x="63410" y="42713"/>
                  <a:pt x="63410" y="42625"/>
                </a:cubicBezTo>
                <a:cubicBezTo>
                  <a:pt x="63498" y="42625"/>
                  <a:pt x="63498" y="42515"/>
                  <a:pt x="63498" y="42515"/>
                </a:cubicBezTo>
                <a:lnTo>
                  <a:pt x="63784" y="42515"/>
                </a:lnTo>
                <a:cubicBezTo>
                  <a:pt x="63883" y="42501"/>
                  <a:pt x="63982" y="42494"/>
                  <a:pt x="64081" y="42494"/>
                </a:cubicBezTo>
                <a:cubicBezTo>
                  <a:pt x="64616" y="42494"/>
                  <a:pt x="65131" y="42693"/>
                  <a:pt x="65521" y="43065"/>
                </a:cubicBezTo>
                <a:cubicBezTo>
                  <a:pt x="66995" y="44450"/>
                  <a:pt x="68645" y="45638"/>
                  <a:pt x="70294" y="46738"/>
                </a:cubicBezTo>
                <a:cubicBezTo>
                  <a:pt x="71746" y="47662"/>
                  <a:pt x="73219" y="48761"/>
                  <a:pt x="74605" y="49861"/>
                </a:cubicBezTo>
                <a:cubicBezTo>
                  <a:pt x="75507" y="50587"/>
                  <a:pt x="76343" y="51511"/>
                  <a:pt x="77354" y="52236"/>
                </a:cubicBezTo>
                <a:cubicBezTo>
                  <a:pt x="77992" y="52786"/>
                  <a:pt x="78718" y="53160"/>
                  <a:pt x="79554" y="53512"/>
                </a:cubicBezTo>
                <a:cubicBezTo>
                  <a:pt x="79807" y="53628"/>
                  <a:pt x="80063" y="53683"/>
                  <a:pt x="80314" y="53683"/>
                </a:cubicBezTo>
                <a:cubicBezTo>
                  <a:pt x="80869" y="53683"/>
                  <a:pt x="81402" y="53416"/>
                  <a:pt x="81841" y="52962"/>
                </a:cubicBezTo>
                <a:cubicBezTo>
                  <a:pt x="82391" y="52236"/>
                  <a:pt x="82655" y="51423"/>
                  <a:pt x="82105" y="50587"/>
                </a:cubicBezTo>
                <a:cubicBezTo>
                  <a:pt x="81643" y="49861"/>
                  <a:pt x="81005" y="49113"/>
                  <a:pt x="80280" y="48387"/>
                </a:cubicBezTo>
                <a:cubicBezTo>
                  <a:pt x="78894" y="47024"/>
                  <a:pt x="77354" y="45814"/>
                  <a:pt x="75969" y="44274"/>
                </a:cubicBezTo>
                <a:cubicBezTo>
                  <a:pt x="74143" y="42339"/>
                  <a:pt x="72032" y="40865"/>
                  <a:pt x="69832" y="39326"/>
                </a:cubicBezTo>
                <a:cubicBezTo>
                  <a:pt x="68821" y="38490"/>
                  <a:pt x="67633" y="37852"/>
                  <a:pt x="66709" y="37016"/>
                </a:cubicBezTo>
                <a:cubicBezTo>
                  <a:pt x="65521" y="35917"/>
                  <a:pt x="64510" y="34729"/>
                  <a:pt x="63498" y="33629"/>
                </a:cubicBezTo>
                <a:cubicBezTo>
                  <a:pt x="62596" y="32727"/>
                  <a:pt x="62134" y="31518"/>
                  <a:pt x="61760" y="30330"/>
                </a:cubicBezTo>
                <a:cubicBezTo>
                  <a:pt x="61496" y="29604"/>
                  <a:pt x="61672" y="29428"/>
                  <a:pt x="62398" y="29318"/>
                </a:cubicBezTo>
                <a:cubicBezTo>
                  <a:pt x="62541" y="29274"/>
                  <a:pt x="62679" y="29252"/>
                  <a:pt x="62816" y="29252"/>
                </a:cubicBezTo>
                <a:cubicBezTo>
                  <a:pt x="62954" y="29252"/>
                  <a:pt x="63091" y="29274"/>
                  <a:pt x="63234" y="29318"/>
                </a:cubicBezTo>
                <a:cubicBezTo>
                  <a:pt x="64158" y="29604"/>
                  <a:pt x="65059" y="29978"/>
                  <a:pt x="65983" y="30330"/>
                </a:cubicBezTo>
                <a:cubicBezTo>
                  <a:pt x="67259" y="30704"/>
                  <a:pt x="68557" y="31254"/>
                  <a:pt x="69832" y="31518"/>
                </a:cubicBezTo>
                <a:cubicBezTo>
                  <a:pt x="70338" y="31604"/>
                  <a:pt x="70839" y="31646"/>
                  <a:pt x="71334" y="31646"/>
                </a:cubicBezTo>
                <a:cubicBezTo>
                  <a:pt x="72992" y="31646"/>
                  <a:pt x="74583" y="31177"/>
                  <a:pt x="76057" y="30330"/>
                </a:cubicBezTo>
                <a:cubicBezTo>
                  <a:pt x="76980" y="29868"/>
                  <a:pt x="77530" y="29054"/>
                  <a:pt x="77706" y="28043"/>
                </a:cubicBezTo>
                <a:cubicBezTo>
                  <a:pt x="77794" y="27229"/>
                  <a:pt x="77530" y="26855"/>
                  <a:pt x="76804" y="26767"/>
                </a:cubicBezTo>
                <a:cubicBezTo>
                  <a:pt x="76387" y="26723"/>
                  <a:pt x="75974" y="26723"/>
                  <a:pt x="75562" y="26723"/>
                </a:cubicBezTo>
                <a:cubicBezTo>
                  <a:pt x="75149" y="26723"/>
                  <a:pt x="74737" y="26723"/>
                  <a:pt x="74319" y="26679"/>
                </a:cubicBezTo>
                <a:cubicBezTo>
                  <a:pt x="74019" y="26679"/>
                  <a:pt x="73699" y="26698"/>
                  <a:pt x="73388" y="26698"/>
                </a:cubicBezTo>
                <a:cubicBezTo>
                  <a:pt x="73037" y="26698"/>
                  <a:pt x="72697" y="26674"/>
                  <a:pt x="72406" y="26569"/>
                </a:cubicBezTo>
                <a:cubicBezTo>
                  <a:pt x="71306" y="26305"/>
                  <a:pt x="70294" y="25931"/>
                  <a:pt x="69194" y="25469"/>
                </a:cubicBezTo>
                <a:cubicBezTo>
                  <a:pt x="67259" y="24656"/>
                  <a:pt x="65345" y="23820"/>
                  <a:pt x="63410" y="22918"/>
                </a:cubicBezTo>
                <a:cubicBezTo>
                  <a:pt x="62684" y="22544"/>
                  <a:pt x="61958" y="22082"/>
                  <a:pt x="61210" y="21818"/>
                </a:cubicBezTo>
                <a:cubicBezTo>
                  <a:pt x="58835" y="20895"/>
                  <a:pt x="56460" y="19971"/>
                  <a:pt x="54062" y="19245"/>
                </a:cubicBezTo>
                <a:cubicBezTo>
                  <a:pt x="51511" y="18519"/>
                  <a:pt x="49026" y="17595"/>
                  <a:pt x="46738" y="16232"/>
                </a:cubicBezTo>
                <a:cubicBezTo>
                  <a:pt x="45177" y="15396"/>
                  <a:pt x="43813" y="14296"/>
                  <a:pt x="42427" y="13197"/>
                </a:cubicBezTo>
                <a:cubicBezTo>
                  <a:pt x="40602" y="11723"/>
                  <a:pt x="38666" y="10447"/>
                  <a:pt x="36841" y="8974"/>
                </a:cubicBezTo>
                <a:cubicBezTo>
                  <a:pt x="34179" y="6972"/>
                  <a:pt x="31606" y="4949"/>
                  <a:pt x="29055" y="2837"/>
                </a:cubicBezTo>
                <a:cubicBezTo>
                  <a:pt x="27955" y="1935"/>
                  <a:pt x="26943" y="924"/>
                  <a:pt x="25932" y="0"/>
                </a:cubicBezTo>
                <a:close/>
              </a:path>
            </a:pathLst>
          </a:custGeom>
          <a:solidFill>
            <a:srgbClr val="7D302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>
          <a:extLst>
            <a:ext uri="{FF2B5EF4-FFF2-40B4-BE49-F238E27FC236}">
              <a16:creationId xmlns:a16="http://schemas.microsoft.com/office/drawing/2014/main" id="{32192634-E2C6-A33A-2F27-8F13CEBFFE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31">
            <a:extLst>
              <a:ext uri="{FF2B5EF4-FFF2-40B4-BE49-F238E27FC236}">
                <a16:creationId xmlns:a16="http://schemas.microsoft.com/office/drawing/2014/main" id="{05E0D6A6-D267-640A-AFD8-431A5246818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9999" y="445024"/>
            <a:ext cx="7977433" cy="64948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it-IT" dirty="0"/>
              <a:t>Risultato principale</a:t>
            </a:r>
            <a:endParaRPr lang="it-IT" sz="1600" dirty="0"/>
          </a:p>
        </p:txBody>
      </p:sp>
      <p:graphicFrame>
        <p:nvGraphicFramePr>
          <p:cNvPr id="194" name="Google Shape;194;p31">
            <a:extLst>
              <a:ext uri="{FF2B5EF4-FFF2-40B4-BE49-F238E27FC236}">
                <a16:creationId xmlns:a16="http://schemas.microsoft.com/office/drawing/2014/main" id="{E4E3BF84-8A12-0082-DBC7-E467ACD890C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62674375"/>
              </p:ext>
            </p:extLst>
          </p:nvPr>
        </p:nvGraphicFramePr>
        <p:xfrm>
          <a:off x="720000" y="1759900"/>
          <a:ext cx="7704000" cy="2077808"/>
        </p:xfrm>
        <a:graphic>
          <a:graphicData uri="http://schemas.openxmlformats.org/drawingml/2006/table">
            <a:tbl>
              <a:tblPr>
                <a:noFill/>
                <a:tableStyleId>{92A50879-95F6-4A5E-8673-50E7FDD98FFA}</a:tableStyleId>
              </a:tblPr>
              <a:tblGrid>
                <a:gridCol w="2581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22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29428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 u="sng" dirty="0">
                          <a:solidFill>
                            <a:schemeClr val="hlink"/>
                          </a:solidFill>
                          <a:latin typeface="Alegreya"/>
                          <a:ea typeface="Alegreya"/>
                          <a:cs typeface="Alegreya"/>
                          <a:sym typeface="Alegreya"/>
                        </a:rPr>
                        <a:t>Malattie croniche</a:t>
                      </a:r>
                      <a:endParaRPr b="1" u="sng" dirty="0">
                        <a:solidFill>
                          <a:schemeClr val="accent5"/>
                        </a:solidFill>
                        <a:latin typeface="Alegreya"/>
                        <a:ea typeface="Alegreya"/>
                        <a:cs typeface="Alegreya"/>
                        <a:sym typeface="Alegreya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it-IT" sz="1200" dirty="0">
                          <a:solidFill>
                            <a:schemeClr val="accent5"/>
                          </a:solidFill>
                          <a:latin typeface="Ubuntu"/>
                          <a:ea typeface="Ubuntu"/>
                          <a:cs typeface="Ubuntu"/>
                          <a:sym typeface="Ubuntu"/>
                        </a:rPr>
                        <a:t>i pazienti Neri hanno in media il 26,3% di malattie croniche in più</a:t>
                      </a:r>
                      <a:endParaRPr sz="1200" dirty="0">
                        <a:solidFill>
                          <a:schemeClr val="accent5"/>
                        </a:solidFill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9428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b="1" u="sng" dirty="0">
                          <a:solidFill>
                            <a:schemeClr val="hlink"/>
                          </a:solidFill>
                          <a:latin typeface="Alegreya"/>
                          <a:ea typeface="Alegreya"/>
                          <a:cs typeface="Alegreya"/>
                          <a:sym typeface="Alegreya"/>
                        </a:rPr>
                        <a:t>Gravità biologica</a:t>
                      </a:r>
                      <a:endParaRPr b="1" u="sng" dirty="0">
                        <a:solidFill>
                          <a:schemeClr val="accent5"/>
                        </a:solidFill>
                        <a:latin typeface="Alegreya"/>
                        <a:ea typeface="Alegreya"/>
                        <a:cs typeface="Alegreya"/>
                        <a:sym typeface="Alegreya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it-IT" sz="1200" dirty="0">
                          <a:solidFill>
                            <a:schemeClr val="accent5"/>
                          </a:solidFill>
                          <a:latin typeface="Ubuntu"/>
                          <a:ea typeface="Ubuntu"/>
                          <a:cs typeface="Ubuntu"/>
                          <a:sym typeface="Ubuntu"/>
                        </a:rPr>
                        <a:t>La disparità non riguarda solo il numero di diagnosi, ma la gravità oggettiva delle patologie misurata tramite biomarcatori</a:t>
                      </a:r>
                      <a:endParaRPr sz="1200" dirty="0">
                        <a:solidFill>
                          <a:schemeClr val="accent5"/>
                        </a:solidFill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9476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b="1" u="sng" dirty="0">
                          <a:solidFill>
                            <a:schemeClr val="hlink"/>
                          </a:solidFill>
                          <a:latin typeface="Alegreya"/>
                          <a:ea typeface="Alegreya"/>
                          <a:cs typeface="Alegreya"/>
                          <a:sym typeface="Alegreya"/>
                        </a:rPr>
                        <a:t>Diabete e Ipertensione</a:t>
                      </a:r>
                      <a:endParaRPr b="1" u="sng" dirty="0">
                        <a:solidFill>
                          <a:schemeClr val="accent5"/>
                        </a:solidFill>
                        <a:latin typeface="Alegreya"/>
                        <a:ea typeface="Alegreya"/>
                        <a:cs typeface="Alegreya"/>
                        <a:sym typeface="Alegreya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it-IT" sz="1200" dirty="0">
                          <a:solidFill>
                            <a:schemeClr val="accent5"/>
                          </a:solidFill>
                          <a:latin typeface="Ubuntu"/>
                          <a:ea typeface="Ubuntu"/>
                          <a:cs typeface="Ubuntu"/>
                          <a:sym typeface="Ubuntu"/>
                        </a:rPr>
                        <a:t>I pazienti Neri mostrano livelli significativamente più elevati di emoglobina glicata</a:t>
                      </a:r>
                      <a:endParaRPr sz="1200" dirty="0">
                        <a:solidFill>
                          <a:schemeClr val="accent5"/>
                        </a:solidFill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9476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b="1" u="sng" dirty="0">
                          <a:solidFill>
                            <a:schemeClr val="hlink"/>
                          </a:solidFill>
                          <a:latin typeface="Alegreya"/>
                          <a:ea typeface="Alegreya"/>
                          <a:cs typeface="Alegreya"/>
                          <a:sym typeface="Alegreya"/>
                        </a:rPr>
                        <a:t>Funzione renale e Anemia</a:t>
                      </a:r>
                      <a:endParaRPr b="1" u="sng" dirty="0">
                        <a:solidFill>
                          <a:schemeClr val="accent5"/>
                        </a:solidFill>
                        <a:latin typeface="Alegreya"/>
                        <a:ea typeface="Alegreya"/>
                        <a:cs typeface="Alegreya"/>
                        <a:sym typeface="Alegreya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it-IT" sz="1200" dirty="0">
                          <a:solidFill>
                            <a:schemeClr val="accent5"/>
                          </a:solidFill>
                          <a:latin typeface="Ubuntu"/>
                          <a:ea typeface="Ubuntu"/>
                          <a:cs typeface="Ubuntu"/>
                          <a:sym typeface="Ubuntu"/>
                        </a:rPr>
                        <a:t>Si riscontrano indicatori peggiori relativi alla creatinina e livelli più bassi di ematocrito</a:t>
                      </a:r>
                      <a:endParaRPr sz="1200" dirty="0">
                        <a:solidFill>
                          <a:schemeClr val="accent5"/>
                        </a:solidFill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" name="CasellaDiTesto 1">
            <a:extLst>
              <a:ext uri="{FF2B5EF4-FFF2-40B4-BE49-F238E27FC236}">
                <a16:creationId xmlns:a16="http://schemas.microsoft.com/office/drawing/2014/main" id="{05CB743A-6534-833D-6D18-54E41E7B8A7E}"/>
              </a:ext>
            </a:extLst>
          </p:cNvPr>
          <p:cNvSpPr txBox="1"/>
          <p:nvPr/>
        </p:nvSpPr>
        <p:spPr>
          <a:xfrm>
            <a:off x="2215885" y="1288705"/>
            <a:ext cx="498566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200" dirty="0">
                <a:latin typeface="Ubuntu" panose="020B0504030602030204" pitchFamily="34" charset="0"/>
              </a:rPr>
              <a:t>Il cuore dell’analisi evidenzia un risultato tanto lineare quanto critico.</a:t>
            </a:r>
          </a:p>
        </p:txBody>
      </p:sp>
      <p:sp>
        <p:nvSpPr>
          <p:cNvPr id="3" name="Google Shape;185;p30">
            <a:extLst>
              <a:ext uri="{FF2B5EF4-FFF2-40B4-BE49-F238E27FC236}">
                <a16:creationId xmlns:a16="http://schemas.microsoft.com/office/drawing/2014/main" id="{B18856CA-4CA8-5243-EA35-EC82434B3DF4}"/>
              </a:ext>
            </a:extLst>
          </p:cNvPr>
          <p:cNvSpPr/>
          <p:nvPr/>
        </p:nvSpPr>
        <p:spPr>
          <a:xfrm>
            <a:off x="-585725" y="-472225"/>
            <a:ext cx="1984163" cy="2248009"/>
          </a:xfrm>
          <a:custGeom>
            <a:avLst/>
            <a:gdLst/>
            <a:ahLst/>
            <a:cxnLst/>
            <a:rect l="l" t="t" r="r" b="b"/>
            <a:pathLst>
              <a:path w="55273" h="62623" extrusionOk="0">
                <a:moveTo>
                  <a:pt x="41878" y="44275"/>
                </a:moveTo>
                <a:cubicBezTo>
                  <a:pt x="42515" y="45199"/>
                  <a:pt x="43175" y="46101"/>
                  <a:pt x="43813" y="47112"/>
                </a:cubicBezTo>
                <a:cubicBezTo>
                  <a:pt x="42515" y="46013"/>
                  <a:pt x="41702" y="44737"/>
                  <a:pt x="41878" y="44275"/>
                </a:cubicBezTo>
                <a:close/>
                <a:moveTo>
                  <a:pt x="46101" y="50038"/>
                </a:moveTo>
                <a:cubicBezTo>
                  <a:pt x="47200" y="51137"/>
                  <a:pt x="47926" y="52523"/>
                  <a:pt x="48564" y="53799"/>
                </a:cubicBezTo>
                <a:lnTo>
                  <a:pt x="48476" y="53887"/>
                </a:lnTo>
                <a:cubicBezTo>
                  <a:pt x="47662" y="52611"/>
                  <a:pt x="46826" y="51335"/>
                  <a:pt x="46101" y="50038"/>
                </a:cubicBezTo>
                <a:close/>
                <a:moveTo>
                  <a:pt x="0" y="1"/>
                </a:moveTo>
                <a:lnTo>
                  <a:pt x="0" y="661"/>
                </a:lnTo>
                <a:lnTo>
                  <a:pt x="0" y="7809"/>
                </a:lnTo>
                <a:lnTo>
                  <a:pt x="0" y="20631"/>
                </a:lnTo>
                <a:cubicBezTo>
                  <a:pt x="0" y="20895"/>
                  <a:pt x="0" y="21181"/>
                  <a:pt x="286" y="21357"/>
                </a:cubicBezTo>
                <a:cubicBezTo>
                  <a:pt x="4311" y="24304"/>
                  <a:pt x="8622" y="26856"/>
                  <a:pt x="12823" y="29341"/>
                </a:cubicBezTo>
                <a:cubicBezTo>
                  <a:pt x="14583" y="30353"/>
                  <a:pt x="16122" y="31540"/>
                  <a:pt x="17420" y="32904"/>
                </a:cubicBezTo>
                <a:cubicBezTo>
                  <a:pt x="18432" y="34092"/>
                  <a:pt x="19421" y="35301"/>
                  <a:pt x="19883" y="36841"/>
                </a:cubicBezTo>
                <a:cubicBezTo>
                  <a:pt x="20081" y="37303"/>
                  <a:pt x="20257" y="37853"/>
                  <a:pt x="20521" y="38315"/>
                </a:cubicBezTo>
                <a:cubicBezTo>
                  <a:pt x="21731" y="40338"/>
                  <a:pt x="22721" y="42340"/>
                  <a:pt x="24018" y="44275"/>
                </a:cubicBezTo>
                <a:cubicBezTo>
                  <a:pt x="24920" y="45639"/>
                  <a:pt x="25932" y="47024"/>
                  <a:pt x="27229" y="48124"/>
                </a:cubicBezTo>
                <a:cubicBezTo>
                  <a:pt x="27779" y="48586"/>
                  <a:pt x="28329" y="49048"/>
                  <a:pt x="28769" y="49686"/>
                </a:cubicBezTo>
                <a:cubicBezTo>
                  <a:pt x="30331" y="51797"/>
                  <a:pt x="31892" y="53997"/>
                  <a:pt x="34004" y="55646"/>
                </a:cubicBezTo>
                <a:cubicBezTo>
                  <a:pt x="35191" y="56636"/>
                  <a:pt x="36291" y="57736"/>
                  <a:pt x="37479" y="58659"/>
                </a:cubicBezTo>
                <a:cubicBezTo>
                  <a:pt x="38315" y="59297"/>
                  <a:pt x="39128" y="59759"/>
                  <a:pt x="39964" y="60221"/>
                </a:cubicBezTo>
                <a:cubicBezTo>
                  <a:pt x="40132" y="60335"/>
                  <a:pt x="40343" y="60388"/>
                  <a:pt x="40564" y="60388"/>
                </a:cubicBezTo>
                <a:cubicBezTo>
                  <a:pt x="41070" y="60388"/>
                  <a:pt x="41633" y="60114"/>
                  <a:pt x="41878" y="59671"/>
                </a:cubicBezTo>
                <a:cubicBezTo>
                  <a:pt x="41966" y="59583"/>
                  <a:pt x="42076" y="59385"/>
                  <a:pt x="42076" y="59297"/>
                </a:cubicBezTo>
                <a:cubicBezTo>
                  <a:pt x="42164" y="59385"/>
                  <a:pt x="42252" y="59385"/>
                  <a:pt x="42252" y="59385"/>
                </a:cubicBezTo>
                <a:cubicBezTo>
                  <a:pt x="43065" y="60133"/>
                  <a:pt x="43901" y="60859"/>
                  <a:pt x="44627" y="61695"/>
                </a:cubicBezTo>
                <a:cubicBezTo>
                  <a:pt x="45133" y="62189"/>
                  <a:pt x="45732" y="62437"/>
                  <a:pt x="46318" y="62437"/>
                </a:cubicBezTo>
                <a:cubicBezTo>
                  <a:pt x="46903" y="62437"/>
                  <a:pt x="47475" y="62189"/>
                  <a:pt x="47926" y="61695"/>
                </a:cubicBezTo>
                <a:cubicBezTo>
                  <a:pt x="48014" y="61497"/>
                  <a:pt x="48124" y="61321"/>
                  <a:pt x="48300" y="61035"/>
                </a:cubicBezTo>
                <a:cubicBezTo>
                  <a:pt x="48674" y="61497"/>
                  <a:pt x="49026" y="61870"/>
                  <a:pt x="49400" y="62244"/>
                </a:cubicBezTo>
                <a:cubicBezTo>
                  <a:pt x="49692" y="62501"/>
                  <a:pt x="50017" y="62623"/>
                  <a:pt x="50336" y="62623"/>
                </a:cubicBezTo>
                <a:cubicBezTo>
                  <a:pt x="50809" y="62623"/>
                  <a:pt x="51271" y="62356"/>
                  <a:pt x="51599" y="61870"/>
                </a:cubicBezTo>
                <a:cubicBezTo>
                  <a:pt x="51687" y="61783"/>
                  <a:pt x="51775" y="61409"/>
                  <a:pt x="51863" y="61409"/>
                </a:cubicBezTo>
                <a:cubicBezTo>
                  <a:pt x="52325" y="61409"/>
                  <a:pt x="52325" y="61035"/>
                  <a:pt x="52237" y="60859"/>
                </a:cubicBezTo>
                <a:cubicBezTo>
                  <a:pt x="52149" y="60309"/>
                  <a:pt x="51973" y="59759"/>
                  <a:pt x="51687" y="59209"/>
                </a:cubicBezTo>
                <a:cubicBezTo>
                  <a:pt x="51599" y="58747"/>
                  <a:pt x="51313" y="58395"/>
                  <a:pt x="51049" y="58021"/>
                </a:cubicBezTo>
                <a:lnTo>
                  <a:pt x="51049" y="58021"/>
                </a:lnTo>
                <a:cubicBezTo>
                  <a:pt x="51441" y="58164"/>
                  <a:pt x="51792" y="58243"/>
                  <a:pt x="52095" y="58243"/>
                </a:cubicBezTo>
                <a:cubicBezTo>
                  <a:pt x="52776" y="58243"/>
                  <a:pt x="53215" y="57839"/>
                  <a:pt x="53337" y="56834"/>
                </a:cubicBezTo>
                <a:cubicBezTo>
                  <a:pt x="53425" y="56922"/>
                  <a:pt x="53425" y="57010"/>
                  <a:pt x="53623" y="57186"/>
                </a:cubicBezTo>
                <a:cubicBezTo>
                  <a:pt x="53623" y="56922"/>
                  <a:pt x="53799" y="56834"/>
                  <a:pt x="53711" y="56746"/>
                </a:cubicBezTo>
                <a:cubicBezTo>
                  <a:pt x="53711" y="56196"/>
                  <a:pt x="53711" y="55734"/>
                  <a:pt x="53513" y="55272"/>
                </a:cubicBezTo>
                <a:cubicBezTo>
                  <a:pt x="53425" y="54898"/>
                  <a:pt x="53249" y="54436"/>
                  <a:pt x="53161" y="54085"/>
                </a:cubicBezTo>
                <a:cubicBezTo>
                  <a:pt x="52787" y="53161"/>
                  <a:pt x="52523" y="52149"/>
                  <a:pt x="51973" y="51247"/>
                </a:cubicBezTo>
                <a:cubicBezTo>
                  <a:pt x="51423" y="50324"/>
                  <a:pt x="50961" y="49224"/>
                  <a:pt x="50411" y="48300"/>
                </a:cubicBezTo>
                <a:cubicBezTo>
                  <a:pt x="50038" y="47486"/>
                  <a:pt x="49664" y="46650"/>
                  <a:pt x="49224" y="46013"/>
                </a:cubicBezTo>
                <a:cubicBezTo>
                  <a:pt x="48014" y="44275"/>
                  <a:pt x="46738" y="42538"/>
                  <a:pt x="45551" y="40888"/>
                </a:cubicBezTo>
                <a:cubicBezTo>
                  <a:pt x="45177" y="40426"/>
                  <a:pt x="44913" y="39876"/>
                  <a:pt x="44627" y="39326"/>
                </a:cubicBezTo>
                <a:cubicBezTo>
                  <a:pt x="43989" y="38139"/>
                  <a:pt x="43439" y="36753"/>
                  <a:pt x="42801" y="35565"/>
                </a:cubicBezTo>
                <a:cubicBezTo>
                  <a:pt x="42340" y="34840"/>
                  <a:pt x="41878" y="34004"/>
                  <a:pt x="41702" y="33102"/>
                </a:cubicBezTo>
                <a:cubicBezTo>
                  <a:pt x="41614" y="32992"/>
                  <a:pt x="41702" y="32816"/>
                  <a:pt x="41614" y="32640"/>
                </a:cubicBezTo>
                <a:lnTo>
                  <a:pt x="41614" y="32640"/>
                </a:lnTo>
                <a:cubicBezTo>
                  <a:pt x="41702" y="32684"/>
                  <a:pt x="41790" y="32684"/>
                  <a:pt x="41869" y="32684"/>
                </a:cubicBezTo>
                <a:cubicBezTo>
                  <a:pt x="41949" y="32684"/>
                  <a:pt x="42021" y="32684"/>
                  <a:pt x="42076" y="32728"/>
                </a:cubicBezTo>
                <a:cubicBezTo>
                  <a:pt x="42713" y="32992"/>
                  <a:pt x="43263" y="33278"/>
                  <a:pt x="43813" y="33740"/>
                </a:cubicBezTo>
                <a:cubicBezTo>
                  <a:pt x="44913" y="34554"/>
                  <a:pt x="46013" y="35477"/>
                  <a:pt x="47024" y="36291"/>
                </a:cubicBezTo>
                <a:cubicBezTo>
                  <a:pt x="48604" y="37551"/>
                  <a:pt x="50330" y="38338"/>
                  <a:pt x="52284" y="38338"/>
                </a:cubicBezTo>
                <a:cubicBezTo>
                  <a:pt x="52478" y="38338"/>
                  <a:pt x="52675" y="38331"/>
                  <a:pt x="52875" y="38315"/>
                </a:cubicBezTo>
                <a:cubicBezTo>
                  <a:pt x="53513" y="38227"/>
                  <a:pt x="54172" y="37941"/>
                  <a:pt x="54722" y="37391"/>
                </a:cubicBezTo>
                <a:cubicBezTo>
                  <a:pt x="55272" y="36841"/>
                  <a:pt x="55162" y="36203"/>
                  <a:pt x="54524" y="35851"/>
                </a:cubicBezTo>
                <a:cubicBezTo>
                  <a:pt x="53974" y="35477"/>
                  <a:pt x="53425" y="35191"/>
                  <a:pt x="52963" y="34928"/>
                </a:cubicBezTo>
                <a:cubicBezTo>
                  <a:pt x="52611" y="34752"/>
                  <a:pt x="52237" y="34554"/>
                  <a:pt x="51973" y="34378"/>
                </a:cubicBezTo>
                <a:cubicBezTo>
                  <a:pt x="51225" y="33652"/>
                  <a:pt x="50587" y="32816"/>
                  <a:pt x="49774" y="32178"/>
                </a:cubicBezTo>
                <a:cubicBezTo>
                  <a:pt x="48762" y="31255"/>
                  <a:pt x="47662" y="30353"/>
                  <a:pt x="46562" y="29429"/>
                </a:cubicBezTo>
                <a:cubicBezTo>
                  <a:pt x="45727" y="28703"/>
                  <a:pt x="44913" y="27867"/>
                  <a:pt x="44077" y="27054"/>
                </a:cubicBezTo>
                <a:cubicBezTo>
                  <a:pt x="43263" y="26130"/>
                  <a:pt x="42252" y="25404"/>
                  <a:pt x="40976" y="25118"/>
                </a:cubicBezTo>
                <a:cubicBezTo>
                  <a:pt x="39216" y="24744"/>
                  <a:pt x="37479" y="24304"/>
                  <a:pt x="35741" y="23842"/>
                </a:cubicBezTo>
                <a:cubicBezTo>
                  <a:pt x="34554" y="23469"/>
                  <a:pt x="33366" y="23205"/>
                  <a:pt x="32068" y="23205"/>
                </a:cubicBezTo>
                <a:cubicBezTo>
                  <a:pt x="30243" y="23095"/>
                  <a:pt x="28505" y="22369"/>
                  <a:pt x="27031" y="21357"/>
                </a:cubicBezTo>
                <a:cubicBezTo>
                  <a:pt x="26130" y="20719"/>
                  <a:pt x="25294" y="19993"/>
                  <a:pt x="24480" y="19356"/>
                </a:cubicBezTo>
                <a:cubicBezTo>
                  <a:pt x="23182" y="18432"/>
                  <a:pt x="21907" y="17508"/>
                  <a:pt x="20631" y="16606"/>
                </a:cubicBezTo>
                <a:cubicBezTo>
                  <a:pt x="18982" y="15397"/>
                  <a:pt x="17332" y="14121"/>
                  <a:pt x="15572" y="12933"/>
                </a:cubicBezTo>
                <a:cubicBezTo>
                  <a:pt x="13835" y="11658"/>
                  <a:pt x="12097" y="10360"/>
                  <a:pt x="10272" y="9172"/>
                </a:cubicBezTo>
                <a:cubicBezTo>
                  <a:pt x="6885" y="6797"/>
                  <a:pt x="3937" y="4136"/>
                  <a:pt x="1276" y="1012"/>
                </a:cubicBezTo>
                <a:cubicBezTo>
                  <a:pt x="924" y="661"/>
                  <a:pt x="462" y="375"/>
                  <a:pt x="0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Google Shape;186;p30">
            <a:extLst>
              <a:ext uri="{FF2B5EF4-FFF2-40B4-BE49-F238E27FC236}">
                <a16:creationId xmlns:a16="http://schemas.microsoft.com/office/drawing/2014/main" id="{033BF775-9134-C20A-86B5-CCBCDDA6CDB9}"/>
              </a:ext>
            </a:extLst>
          </p:cNvPr>
          <p:cNvSpPr/>
          <p:nvPr/>
        </p:nvSpPr>
        <p:spPr>
          <a:xfrm rot="-4566389" flipH="1">
            <a:off x="7665259" y="3722251"/>
            <a:ext cx="2067820" cy="2078883"/>
          </a:xfrm>
          <a:custGeom>
            <a:avLst/>
            <a:gdLst/>
            <a:ahLst/>
            <a:cxnLst/>
            <a:rect l="l" t="t" r="r" b="b"/>
            <a:pathLst>
              <a:path w="56263" h="56564" extrusionOk="0">
                <a:moveTo>
                  <a:pt x="6885" y="11300"/>
                </a:moveTo>
                <a:cubicBezTo>
                  <a:pt x="8799" y="12289"/>
                  <a:pt x="10624" y="13301"/>
                  <a:pt x="12472" y="14313"/>
                </a:cubicBezTo>
                <a:cubicBezTo>
                  <a:pt x="10998" y="14049"/>
                  <a:pt x="7787" y="12201"/>
                  <a:pt x="6885" y="11476"/>
                </a:cubicBezTo>
                <a:lnTo>
                  <a:pt x="6885" y="11300"/>
                </a:lnTo>
                <a:close/>
                <a:moveTo>
                  <a:pt x="14847" y="15589"/>
                </a:moveTo>
                <a:lnTo>
                  <a:pt x="14847" y="15589"/>
                </a:lnTo>
                <a:cubicBezTo>
                  <a:pt x="15947" y="15962"/>
                  <a:pt x="17046" y="16424"/>
                  <a:pt x="17970" y="17062"/>
                </a:cubicBezTo>
                <a:cubicBezTo>
                  <a:pt x="17970" y="17150"/>
                  <a:pt x="17882" y="17150"/>
                  <a:pt x="17882" y="17238"/>
                </a:cubicBezTo>
                <a:cubicBezTo>
                  <a:pt x="16871" y="16688"/>
                  <a:pt x="15859" y="16138"/>
                  <a:pt x="14847" y="15589"/>
                </a:cubicBezTo>
                <a:close/>
                <a:moveTo>
                  <a:pt x="15221" y="20911"/>
                </a:moveTo>
                <a:cubicBezTo>
                  <a:pt x="15947" y="21285"/>
                  <a:pt x="16783" y="21637"/>
                  <a:pt x="17596" y="22011"/>
                </a:cubicBezTo>
                <a:cubicBezTo>
                  <a:pt x="17508" y="22099"/>
                  <a:pt x="17508" y="22099"/>
                  <a:pt x="17508" y="22187"/>
                </a:cubicBezTo>
                <a:cubicBezTo>
                  <a:pt x="16673" y="21747"/>
                  <a:pt x="15947" y="21373"/>
                  <a:pt x="15133" y="20999"/>
                </a:cubicBezTo>
                <a:lnTo>
                  <a:pt x="15221" y="20911"/>
                </a:lnTo>
                <a:close/>
                <a:moveTo>
                  <a:pt x="23964" y="0"/>
                </a:moveTo>
                <a:cubicBezTo>
                  <a:pt x="23623" y="0"/>
                  <a:pt x="23282" y="160"/>
                  <a:pt x="23007" y="478"/>
                </a:cubicBezTo>
                <a:cubicBezTo>
                  <a:pt x="22457" y="1204"/>
                  <a:pt x="22171" y="2040"/>
                  <a:pt x="22281" y="3052"/>
                </a:cubicBezTo>
                <a:cubicBezTo>
                  <a:pt x="22633" y="5053"/>
                  <a:pt x="23469" y="6901"/>
                  <a:pt x="25030" y="8264"/>
                </a:cubicBezTo>
                <a:cubicBezTo>
                  <a:pt x="25580" y="8726"/>
                  <a:pt x="26020" y="9188"/>
                  <a:pt x="26570" y="9650"/>
                </a:cubicBezTo>
                <a:lnTo>
                  <a:pt x="26482" y="9738"/>
                </a:lnTo>
                <a:cubicBezTo>
                  <a:pt x="25030" y="9276"/>
                  <a:pt x="23557" y="8902"/>
                  <a:pt x="22171" y="8176"/>
                </a:cubicBezTo>
                <a:cubicBezTo>
                  <a:pt x="20170" y="6989"/>
                  <a:pt x="18058" y="5889"/>
                  <a:pt x="15771" y="5141"/>
                </a:cubicBezTo>
                <a:cubicBezTo>
                  <a:pt x="14759" y="4789"/>
                  <a:pt x="13659" y="4503"/>
                  <a:pt x="12560" y="4152"/>
                </a:cubicBezTo>
                <a:cubicBezTo>
                  <a:pt x="11372" y="3778"/>
                  <a:pt x="10074" y="3404"/>
                  <a:pt x="8799" y="3052"/>
                </a:cubicBezTo>
                <a:cubicBezTo>
                  <a:pt x="8268" y="2866"/>
                  <a:pt x="7729" y="2763"/>
                  <a:pt x="7162" y="2763"/>
                </a:cubicBezTo>
                <a:cubicBezTo>
                  <a:pt x="6859" y="2763"/>
                  <a:pt x="6547" y="2793"/>
                  <a:pt x="6225" y="2854"/>
                </a:cubicBezTo>
                <a:cubicBezTo>
                  <a:pt x="5038" y="3140"/>
                  <a:pt x="4400" y="4591"/>
                  <a:pt x="5236" y="5691"/>
                </a:cubicBezTo>
                <a:cubicBezTo>
                  <a:pt x="5236" y="5801"/>
                  <a:pt x="5324" y="5889"/>
                  <a:pt x="5412" y="6065"/>
                </a:cubicBezTo>
                <a:cubicBezTo>
                  <a:pt x="4950" y="5977"/>
                  <a:pt x="4686" y="5889"/>
                  <a:pt x="4312" y="5801"/>
                </a:cubicBezTo>
                <a:cubicBezTo>
                  <a:pt x="3586" y="5603"/>
                  <a:pt x="2926" y="5339"/>
                  <a:pt x="2200" y="5339"/>
                </a:cubicBezTo>
                <a:cubicBezTo>
                  <a:pt x="1013" y="5339"/>
                  <a:pt x="89" y="6351"/>
                  <a:pt x="89" y="7539"/>
                </a:cubicBezTo>
                <a:cubicBezTo>
                  <a:pt x="1" y="8264"/>
                  <a:pt x="551" y="8638"/>
                  <a:pt x="1101" y="8990"/>
                </a:cubicBezTo>
                <a:cubicBezTo>
                  <a:pt x="1387" y="9188"/>
                  <a:pt x="1563" y="9276"/>
                  <a:pt x="1826" y="9364"/>
                </a:cubicBezTo>
                <a:cubicBezTo>
                  <a:pt x="1475" y="9738"/>
                  <a:pt x="1101" y="10002"/>
                  <a:pt x="925" y="10464"/>
                </a:cubicBezTo>
                <a:cubicBezTo>
                  <a:pt x="375" y="11388"/>
                  <a:pt x="639" y="12399"/>
                  <a:pt x="1563" y="13037"/>
                </a:cubicBezTo>
                <a:cubicBezTo>
                  <a:pt x="2288" y="13587"/>
                  <a:pt x="3124" y="14049"/>
                  <a:pt x="3850" y="14599"/>
                </a:cubicBezTo>
                <a:cubicBezTo>
                  <a:pt x="4026" y="14687"/>
                  <a:pt x="4224" y="14863"/>
                  <a:pt x="4400" y="14951"/>
                </a:cubicBezTo>
                <a:cubicBezTo>
                  <a:pt x="4224" y="15149"/>
                  <a:pt x="4136" y="15149"/>
                  <a:pt x="4026" y="15237"/>
                </a:cubicBezTo>
                <a:cubicBezTo>
                  <a:pt x="3212" y="15874"/>
                  <a:pt x="3124" y="16974"/>
                  <a:pt x="3850" y="17788"/>
                </a:cubicBezTo>
                <a:cubicBezTo>
                  <a:pt x="5324" y="19438"/>
                  <a:pt x="7061" y="20911"/>
                  <a:pt x="8799" y="22297"/>
                </a:cubicBezTo>
                <a:cubicBezTo>
                  <a:pt x="10624" y="23660"/>
                  <a:pt x="12736" y="24760"/>
                  <a:pt x="14759" y="25860"/>
                </a:cubicBezTo>
                <a:cubicBezTo>
                  <a:pt x="16123" y="26586"/>
                  <a:pt x="17332" y="27509"/>
                  <a:pt x="18520" y="28521"/>
                </a:cubicBezTo>
                <a:cubicBezTo>
                  <a:pt x="19422" y="29335"/>
                  <a:pt x="20434" y="29995"/>
                  <a:pt x="21533" y="30545"/>
                </a:cubicBezTo>
                <a:cubicBezTo>
                  <a:pt x="23381" y="31534"/>
                  <a:pt x="25294" y="32546"/>
                  <a:pt x="27230" y="33470"/>
                </a:cubicBezTo>
                <a:cubicBezTo>
                  <a:pt x="28594" y="34020"/>
                  <a:pt x="30067" y="34482"/>
                  <a:pt x="31629" y="34833"/>
                </a:cubicBezTo>
                <a:cubicBezTo>
                  <a:pt x="33168" y="35295"/>
                  <a:pt x="34554" y="36043"/>
                  <a:pt x="35830" y="36945"/>
                </a:cubicBezTo>
                <a:cubicBezTo>
                  <a:pt x="38491" y="38880"/>
                  <a:pt x="40866" y="41256"/>
                  <a:pt x="43066" y="43741"/>
                </a:cubicBezTo>
                <a:cubicBezTo>
                  <a:pt x="45001" y="45831"/>
                  <a:pt x="47025" y="47854"/>
                  <a:pt x="49026" y="49790"/>
                </a:cubicBezTo>
                <a:cubicBezTo>
                  <a:pt x="51226" y="51989"/>
                  <a:pt x="53513" y="54078"/>
                  <a:pt x="55712" y="56190"/>
                </a:cubicBezTo>
                <a:cubicBezTo>
                  <a:pt x="55910" y="56278"/>
                  <a:pt x="55998" y="56388"/>
                  <a:pt x="56262" y="56564"/>
                </a:cubicBezTo>
                <a:lnTo>
                  <a:pt x="56262" y="56014"/>
                </a:lnTo>
                <a:lnTo>
                  <a:pt x="56262" y="35383"/>
                </a:lnTo>
                <a:cubicBezTo>
                  <a:pt x="56262" y="34943"/>
                  <a:pt x="56086" y="34658"/>
                  <a:pt x="55822" y="34284"/>
                </a:cubicBezTo>
                <a:cubicBezTo>
                  <a:pt x="54063" y="32744"/>
                  <a:pt x="52237" y="31182"/>
                  <a:pt x="50500" y="29533"/>
                </a:cubicBezTo>
                <a:cubicBezTo>
                  <a:pt x="48850" y="28059"/>
                  <a:pt x="47113" y="26696"/>
                  <a:pt x="45463" y="25134"/>
                </a:cubicBezTo>
                <a:cubicBezTo>
                  <a:pt x="44275" y="24034"/>
                  <a:pt x="43176" y="22847"/>
                  <a:pt x="42890" y="21197"/>
                </a:cubicBezTo>
                <a:cubicBezTo>
                  <a:pt x="42626" y="19899"/>
                  <a:pt x="41878" y="18712"/>
                  <a:pt x="41240" y="17612"/>
                </a:cubicBezTo>
                <a:cubicBezTo>
                  <a:pt x="40316" y="16138"/>
                  <a:pt x="39591" y="14687"/>
                  <a:pt x="38667" y="13301"/>
                </a:cubicBezTo>
                <a:cubicBezTo>
                  <a:pt x="38029" y="12289"/>
                  <a:pt x="37303" y="11388"/>
                  <a:pt x="36467" y="10552"/>
                </a:cubicBezTo>
                <a:cubicBezTo>
                  <a:pt x="35918" y="10002"/>
                  <a:pt x="35192" y="9650"/>
                  <a:pt x="34554" y="9188"/>
                </a:cubicBezTo>
                <a:cubicBezTo>
                  <a:pt x="34092" y="8902"/>
                  <a:pt x="33718" y="8638"/>
                  <a:pt x="33366" y="8264"/>
                </a:cubicBezTo>
                <a:cubicBezTo>
                  <a:pt x="32816" y="7803"/>
                  <a:pt x="32179" y="7451"/>
                  <a:pt x="31717" y="6989"/>
                </a:cubicBezTo>
                <a:cubicBezTo>
                  <a:pt x="30881" y="6241"/>
                  <a:pt x="30155" y="5603"/>
                  <a:pt x="29319" y="4877"/>
                </a:cubicBezTo>
                <a:cubicBezTo>
                  <a:pt x="28879" y="4503"/>
                  <a:pt x="28418" y="4240"/>
                  <a:pt x="28044" y="3866"/>
                </a:cubicBezTo>
                <a:cubicBezTo>
                  <a:pt x="27406" y="3316"/>
                  <a:pt x="26768" y="2678"/>
                  <a:pt x="26218" y="2040"/>
                </a:cubicBezTo>
                <a:cubicBezTo>
                  <a:pt x="25756" y="1578"/>
                  <a:pt x="25294" y="1028"/>
                  <a:pt x="24920" y="478"/>
                </a:cubicBezTo>
                <a:cubicBezTo>
                  <a:pt x="24646" y="160"/>
                  <a:pt x="24305" y="0"/>
                  <a:pt x="23964" y="0"/>
                </a:cubicBezTo>
                <a:close/>
              </a:path>
            </a:pathLst>
          </a:custGeom>
          <a:solidFill>
            <a:srgbClr val="AC674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151417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6">
          <a:extLst>
            <a:ext uri="{FF2B5EF4-FFF2-40B4-BE49-F238E27FC236}">
              <a16:creationId xmlns:a16="http://schemas.microsoft.com/office/drawing/2014/main" id="{31EC549E-C5CE-66A4-F6BC-B85BE95D65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48">
            <a:extLst>
              <a:ext uri="{FF2B5EF4-FFF2-40B4-BE49-F238E27FC236}">
                <a16:creationId xmlns:a16="http://schemas.microsoft.com/office/drawing/2014/main" id="{12DB061A-EF10-C86F-C814-5A008E0311C1}"/>
              </a:ext>
            </a:extLst>
          </p:cNvPr>
          <p:cNvSpPr/>
          <p:nvPr/>
        </p:nvSpPr>
        <p:spPr>
          <a:xfrm>
            <a:off x="1625900" y="1111843"/>
            <a:ext cx="956400" cy="956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9" name="Google Shape;449;p48">
            <a:extLst>
              <a:ext uri="{FF2B5EF4-FFF2-40B4-BE49-F238E27FC236}">
                <a16:creationId xmlns:a16="http://schemas.microsoft.com/office/drawing/2014/main" id="{65C0DEA7-EF7D-63FC-5B32-F5EDA34EED94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2617870" y="1261758"/>
            <a:ext cx="4616629" cy="64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buNone/>
            </a:pPr>
            <a:r>
              <a:rPr lang="it-IT" dirty="0"/>
              <a:t>L'effetto delle distorsioni algoritmiche si traduce in dati di partecipazione molto chiari</a:t>
            </a:r>
            <a:endParaRPr dirty="0"/>
          </a:p>
        </p:txBody>
      </p:sp>
      <p:sp>
        <p:nvSpPr>
          <p:cNvPr id="453" name="Google Shape;453;p48">
            <a:extLst>
              <a:ext uri="{FF2B5EF4-FFF2-40B4-BE49-F238E27FC236}">
                <a16:creationId xmlns:a16="http://schemas.microsoft.com/office/drawing/2014/main" id="{E1B3A34E-D8E7-E6C5-B4C1-D0BDAEFE3C2D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1625900" y="3113082"/>
            <a:ext cx="1263000" cy="67091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>
              <a:buNone/>
            </a:pPr>
            <a:r>
              <a:rPr lang="it-IT" b="1" dirty="0"/>
              <a:t>Composizione attuale</a:t>
            </a:r>
            <a:endParaRPr dirty="0"/>
          </a:p>
        </p:txBody>
      </p:sp>
      <p:sp>
        <p:nvSpPr>
          <p:cNvPr id="454" name="Google Shape;454;p48">
            <a:extLst>
              <a:ext uri="{FF2B5EF4-FFF2-40B4-BE49-F238E27FC236}">
                <a16:creationId xmlns:a16="http://schemas.microsoft.com/office/drawing/2014/main" id="{22DB8994-E265-3BD9-795B-9411642A3CE6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3871931" y="3114745"/>
            <a:ext cx="1326439" cy="66087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>
              <a:buNone/>
            </a:pPr>
            <a:r>
              <a:rPr lang="it-IT" b="1" dirty="0"/>
              <a:t>Scenario controfattuale</a:t>
            </a:r>
            <a:endParaRPr dirty="0"/>
          </a:p>
        </p:txBody>
      </p:sp>
      <p:sp>
        <p:nvSpPr>
          <p:cNvPr id="455" name="Google Shape;455;p48">
            <a:extLst>
              <a:ext uri="{FF2B5EF4-FFF2-40B4-BE49-F238E27FC236}">
                <a16:creationId xmlns:a16="http://schemas.microsoft.com/office/drawing/2014/main" id="{3EA67E6E-F681-16F0-2C73-CBDA0A2BA151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5853404" y="3201312"/>
            <a:ext cx="1918996" cy="35462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buNone/>
            </a:pPr>
            <a:r>
              <a:rPr lang="it-IT" b="1" dirty="0"/>
              <a:t>Sottorappresentazione</a:t>
            </a:r>
            <a:endParaRPr dirty="0"/>
          </a:p>
        </p:txBody>
      </p:sp>
      <p:sp>
        <p:nvSpPr>
          <p:cNvPr id="456" name="Google Shape;456;p48">
            <a:extLst>
              <a:ext uri="{FF2B5EF4-FFF2-40B4-BE49-F238E27FC236}">
                <a16:creationId xmlns:a16="http://schemas.microsoft.com/office/drawing/2014/main" id="{96D91DCA-0B0D-08FF-055C-EEAFE0591B3C}"/>
              </a:ext>
            </a:extLst>
          </p:cNvPr>
          <p:cNvSpPr/>
          <p:nvPr/>
        </p:nvSpPr>
        <p:spPr>
          <a:xfrm>
            <a:off x="1625900" y="2426516"/>
            <a:ext cx="1263000" cy="684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 dirty="0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rPr>
              <a:t>17,7%</a:t>
            </a:r>
            <a:endParaRPr sz="2200" b="1" dirty="0">
              <a:solidFill>
                <a:schemeClr val="lt1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457" name="Google Shape;457;p48">
            <a:extLst>
              <a:ext uri="{FF2B5EF4-FFF2-40B4-BE49-F238E27FC236}">
                <a16:creationId xmlns:a16="http://schemas.microsoft.com/office/drawing/2014/main" id="{3C85DF5A-301F-FBED-993B-C36D3E7D2F80}"/>
              </a:ext>
            </a:extLst>
          </p:cNvPr>
          <p:cNvSpPr/>
          <p:nvPr/>
        </p:nvSpPr>
        <p:spPr>
          <a:xfrm>
            <a:off x="3903651" y="2433202"/>
            <a:ext cx="1263000" cy="684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 dirty="0">
                <a:solidFill>
                  <a:schemeClr val="accent5"/>
                </a:solidFill>
                <a:latin typeface="Ubuntu"/>
                <a:ea typeface="Ubuntu"/>
                <a:cs typeface="Ubuntu"/>
                <a:sym typeface="Ubuntu"/>
              </a:rPr>
              <a:t>46,5%</a:t>
            </a:r>
            <a:endParaRPr sz="2200" b="1" dirty="0">
              <a:solidFill>
                <a:schemeClr val="accent5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458" name="Google Shape;458;p48">
            <a:extLst>
              <a:ext uri="{FF2B5EF4-FFF2-40B4-BE49-F238E27FC236}">
                <a16:creationId xmlns:a16="http://schemas.microsoft.com/office/drawing/2014/main" id="{B7EB232C-86B4-A53A-2FD7-7FB8AB98584A}"/>
              </a:ext>
            </a:extLst>
          </p:cNvPr>
          <p:cNvSpPr/>
          <p:nvPr/>
        </p:nvSpPr>
        <p:spPr>
          <a:xfrm>
            <a:off x="6181402" y="2426516"/>
            <a:ext cx="1263000" cy="6849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it-IT" sz="2400" b="1" dirty="0"/>
              <a:t>&gt;</a:t>
            </a:r>
            <a:r>
              <a:rPr lang="en" sz="2200" b="1" dirty="0">
                <a:solidFill>
                  <a:schemeClr val="accent5"/>
                </a:solidFill>
                <a:latin typeface="Ubuntu"/>
                <a:sym typeface="Ubuntu"/>
              </a:rPr>
              <a:t>5</a:t>
            </a:r>
            <a:r>
              <a:rPr lang="en" sz="2200" b="1" dirty="0">
                <a:solidFill>
                  <a:schemeClr val="accent5"/>
                </a:solidFill>
                <a:latin typeface="Ubuntu"/>
                <a:ea typeface="Ubuntu"/>
                <a:cs typeface="Ubuntu"/>
                <a:sym typeface="Ubuntu"/>
              </a:rPr>
              <a:t>0%</a:t>
            </a:r>
            <a:endParaRPr sz="2200" b="1" dirty="0">
              <a:solidFill>
                <a:schemeClr val="accent5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  <p:grpSp>
        <p:nvGrpSpPr>
          <p:cNvPr id="463" name="Google Shape;463;p48">
            <a:extLst>
              <a:ext uri="{FF2B5EF4-FFF2-40B4-BE49-F238E27FC236}">
                <a16:creationId xmlns:a16="http://schemas.microsoft.com/office/drawing/2014/main" id="{CF50B070-F6E9-CD89-51CF-4E3639749A78}"/>
              </a:ext>
            </a:extLst>
          </p:cNvPr>
          <p:cNvGrpSpPr/>
          <p:nvPr/>
        </p:nvGrpSpPr>
        <p:grpSpPr>
          <a:xfrm>
            <a:off x="1827191" y="1331247"/>
            <a:ext cx="553813" cy="517571"/>
            <a:chOff x="1748582" y="3372635"/>
            <a:chExt cx="359269" cy="335780"/>
          </a:xfrm>
        </p:grpSpPr>
        <p:sp>
          <p:nvSpPr>
            <p:cNvPr id="464" name="Google Shape;464;p48">
              <a:extLst>
                <a:ext uri="{FF2B5EF4-FFF2-40B4-BE49-F238E27FC236}">
                  <a16:creationId xmlns:a16="http://schemas.microsoft.com/office/drawing/2014/main" id="{6A3BC432-FC21-3B64-CE08-89E0690DB264}"/>
                </a:ext>
              </a:extLst>
            </p:cNvPr>
            <p:cNvSpPr/>
            <p:nvPr/>
          </p:nvSpPr>
          <p:spPr>
            <a:xfrm>
              <a:off x="2080161" y="3535210"/>
              <a:ext cx="27690" cy="10630"/>
            </a:xfrm>
            <a:custGeom>
              <a:avLst/>
              <a:gdLst/>
              <a:ahLst/>
              <a:cxnLst/>
              <a:rect l="l" t="t" r="r" b="b"/>
              <a:pathLst>
                <a:path w="870" h="334" extrusionOk="0">
                  <a:moveTo>
                    <a:pt x="167" y="0"/>
                  </a:moveTo>
                  <a:cubicBezTo>
                    <a:pt x="72" y="0"/>
                    <a:pt x="1" y="83"/>
                    <a:pt x="1" y="167"/>
                  </a:cubicBezTo>
                  <a:cubicBezTo>
                    <a:pt x="1" y="262"/>
                    <a:pt x="72" y="333"/>
                    <a:pt x="167" y="333"/>
                  </a:cubicBezTo>
                  <a:lnTo>
                    <a:pt x="703" y="333"/>
                  </a:lnTo>
                  <a:cubicBezTo>
                    <a:pt x="786" y="333"/>
                    <a:pt x="870" y="262"/>
                    <a:pt x="870" y="167"/>
                  </a:cubicBezTo>
                  <a:cubicBezTo>
                    <a:pt x="870" y="83"/>
                    <a:pt x="786" y="0"/>
                    <a:pt x="703" y="0"/>
                  </a:cubicBez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65" name="Google Shape;465;p48">
              <a:extLst>
                <a:ext uri="{FF2B5EF4-FFF2-40B4-BE49-F238E27FC236}">
                  <a16:creationId xmlns:a16="http://schemas.microsoft.com/office/drawing/2014/main" id="{DE2BEB74-B313-DFD2-4739-C8185185787E}"/>
                </a:ext>
              </a:extLst>
            </p:cNvPr>
            <p:cNvGrpSpPr/>
            <p:nvPr/>
          </p:nvGrpSpPr>
          <p:grpSpPr>
            <a:xfrm>
              <a:off x="1748582" y="3372635"/>
              <a:ext cx="333520" cy="335780"/>
              <a:chOff x="1748582" y="3372635"/>
              <a:chExt cx="333520" cy="335780"/>
            </a:xfrm>
          </p:grpSpPr>
          <p:sp>
            <p:nvSpPr>
              <p:cNvPr id="466" name="Google Shape;466;p48">
                <a:extLst>
                  <a:ext uri="{FF2B5EF4-FFF2-40B4-BE49-F238E27FC236}">
                    <a16:creationId xmlns:a16="http://schemas.microsoft.com/office/drawing/2014/main" id="{8562DD37-2B33-29E4-4C66-C9E699308D3C}"/>
                  </a:ext>
                </a:extLst>
              </p:cNvPr>
              <p:cNvSpPr/>
              <p:nvPr/>
            </p:nvSpPr>
            <p:spPr>
              <a:xfrm>
                <a:off x="1748582" y="3372635"/>
                <a:ext cx="308504" cy="335780"/>
              </a:xfrm>
              <a:custGeom>
                <a:avLst/>
                <a:gdLst/>
                <a:ahLst/>
                <a:cxnLst/>
                <a:rect l="l" t="t" r="r" b="b"/>
                <a:pathLst>
                  <a:path w="9693" h="10550" extrusionOk="0">
                    <a:moveTo>
                      <a:pt x="8454" y="4215"/>
                    </a:moveTo>
                    <a:cubicBezTo>
                      <a:pt x="8978" y="4298"/>
                      <a:pt x="9359" y="4739"/>
                      <a:pt x="9359" y="5275"/>
                    </a:cubicBezTo>
                    <a:cubicBezTo>
                      <a:pt x="9359" y="5811"/>
                      <a:pt x="8978" y="6263"/>
                      <a:pt x="8454" y="6334"/>
                    </a:cubicBezTo>
                    <a:lnTo>
                      <a:pt x="8454" y="4215"/>
                    </a:lnTo>
                    <a:close/>
                    <a:moveTo>
                      <a:pt x="1251" y="4036"/>
                    </a:moveTo>
                    <a:lnTo>
                      <a:pt x="1251" y="6525"/>
                    </a:lnTo>
                    <a:lnTo>
                      <a:pt x="894" y="6525"/>
                    </a:lnTo>
                    <a:cubicBezTo>
                      <a:pt x="596" y="6525"/>
                      <a:pt x="358" y="6287"/>
                      <a:pt x="358" y="5989"/>
                    </a:cubicBezTo>
                    <a:lnTo>
                      <a:pt x="358" y="4572"/>
                    </a:lnTo>
                    <a:cubicBezTo>
                      <a:pt x="358" y="4275"/>
                      <a:pt x="596" y="4036"/>
                      <a:pt x="894" y="4036"/>
                    </a:cubicBezTo>
                    <a:close/>
                    <a:moveTo>
                      <a:pt x="2668" y="4025"/>
                    </a:moveTo>
                    <a:lnTo>
                      <a:pt x="2668" y="6525"/>
                    </a:lnTo>
                    <a:lnTo>
                      <a:pt x="1584" y="6525"/>
                    </a:lnTo>
                    <a:lnTo>
                      <a:pt x="1584" y="4025"/>
                    </a:lnTo>
                    <a:close/>
                    <a:moveTo>
                      <a:pt x="2846" y="7727"/>
                    </a:moveTo>
                    <a:lnTo>
                      <a:pt x="2846" y="8466"/>
                    </a:lnTo>
                    <a:lnTo>
                      <a:pt x="2537" y="8466"/>
                    </a:lnTo>
                    <a:lnTo>
                      <a:pt x="2727" y="7727"/>
                    </a:lnTo>
                    <a:close/>
                    <a:moveTo>
                      <a:pt x="2608" y="6834"/>
                    </a:moveTo>
                    <a:lnTo>
                      <a:pt x="2001" y="9156"/>
                    </a:lnTo>
                    <a:lnTo>
                      <a:pt x="1584" y="9156"/>
                    </a:lnTo>
                    <a:lnTo>
                      <a:pt x="1584" y="6834"/>
                    </a:lnTo>
                    <a:close/>
                    <a:moveTo>
                      <a:pt x="8133" y="357"/>
                    </a:moveTo>
                    <a:lnTo>
                      <a:pt x="8133" y="10228"/>
                    </a:lnTo>
                    <a:lnTo>
                      <a:pt x="7394" y="10228"/>
                    </a:lnTo>
                    <a:lnTo>
                      <a:pt x="7394" y="3251"/>
                    </a:lnTo>
                    <a:cubicBezTo>
                      <a:pt x="7394" y="3167"/>
                      <a:pt x="7323" y="3084"/>
                      <a:pt x="7240" y="3084"/>
                    </a:cubicBezTo>
                    <a:cubicBezTo>
                      <a:pt x="7144" y="3084"/>
                      <a:pt x="7073" y="3167"/>
                      <a:pt x="7073" y="3251"/>
                    </a:cubicBezTo>
                    <a:lnTo>
                      <a:pt x="7073" y="9144"/>
                    </a:lnTo>
                    <a:cubicBezTo>
                      <a:pt x="6859" y="8859"/>
                      <a:pt x="6549" y="8466"/>
                      <a:pt x="6132" y="8073"/>
                    </a:cubicBezTo>
                    <a:cubicBezTo>
                      <a:pt x="5668" y="7632"/>
                      <a:pt x="5192" y="7275"/>
                      <a:pt x="4704" y="7013"/>
                    </a:cubicBezTo>
                    <a:cubicBezTo>
                      <a:pt x="4132" y="6715"/>
                      <a:pt x="3561" y="6561"/>
                      <a:pt x="2989" y="6537"/>
                    </a:cubicBezTo>
                    <a:lnTo>
                      <a:pt x="2989" y="4036"/>
                    </a:lnTo>
                    <a:cubicBezTo>
                      <a:pt x="3572" y="4013"/>
                      <a:pt x="4132" y="3846"/>
                      <a:pt x="4704" y="3560"/>
                    </a:cubicBezTo>
                    <a:cubicBezTo>
                      <a:pt x="5192" y="3310"/>
                      <a:pt x="5668" y="2953"/>
                      <a:pt x="6132" y="2501"/>
                    </a:cubicBezTo>
                    <a:cubicBezTo>
                      <a:pt x="6537" y="2108"/>
                      <a:pt x="6847" y="1715"/>
                      <a:pt x="7073" y="1429"/>
                    </a:cubicBezTo>
                    <a:lnTo>
                      <a:pt x="7073" y="2489"/>
                    </a:lnTo>
                    <a:cubicBezTo>
                      <a:pt x="7073" y="2584"/>
                      <a:pt x="7144" y="2655"/>
                      <a:pt x="7240" y="2655"/>
                    </a:cubicBezTo>
                    <a:cubicBezTo>
                      <a:pt x="7323" y="2655"/>
                      <a:pt x="7394" y="2584"/>
                      <a:pt x="7394" y="2489"/>
                    </a:cubicBezTo>
                    <a:lnTo>
                      <a:pt x="7394" y="357"/>
                    </a:lnTo>
                    <a:close/>
                    <a:moveTo>
                      <a:pt x="7228" y="0"/>
                    </a:moveTo>
                    <a:cubicBezTo>
                      <a:pt x="7144" y="0"/>
                      <a:pt x="7073" y="84"/>
                      <a:pt x="7073" y="167"/>
                    </a:cubicBezTo>
                    <a:lnTo>
                      <a:pt x="7073" y="822"/>
                    </a:lnTo>
                    <a:cubicBezTo>
                      <a:pt x="6966" y="988"/>
                      <a:pt x="6549" y="1631"/>
                      <a:pt x="5906" y="2251"/>
                    </a:cubicBezTo>
                    <a:cubicBezTo>
                      <a:pt x="5227" y="2905"/>
                      <a:pt x="4132" y="3703"/>
                      <a:pt x="2822" y="3703"/>
                    </a:cubicBezTo>
                    <a:lnTo>
                      <a:pt x="882" y="3703"/>
                    </a:lnTo>
                    <a:cubicBezTo>
                      <a:pt x="405" y="3703"/>
                      <a:pt x="1" y="4084"/>
                      <a:pt x="1" y="4572"/>
                    </a:cubicBezTo>
                    <a:lnTo>
                      <a:pt x="1" y="5989"/>
                    </a:lnTo>
                    <a:cubicBezTo>
                      <a:pt x="1" y="6465"/>
                      <a:pt x="382" y="6870"/>
                      <a:pt x="882" y="6870"/>
                    </a:cubicBezTo>
                    <a:lnTo>
                      <a:pt x="1239" y="6870"/>
                    </a:lnTo>
                    <a:lnTo>
                      <a:pt x="1239" y="9359"/>
                    </a:lnTo>
                    <a:cubicBezTo>
                      <a:pt x="1239" y="9442"/>
                      <a:pt x="1310" y="9513"/>
                      <a:pt x="1394" y="9513"/>
                    </a:cubicBezTo>
                    <a:lnTo>
                      <a:pt x="2096" y="9513"/>
                    </a:lnTo>
                    <a:cubicBezTo>
                      <a:pt x="2168" y="9513"/>
                      <a:pt x="2227" y="9478"/>
                      <a:pt x="2263" y="9394"/>
                    </a:cubicBezTo>
                    <a:lnTo>
                      <a:pt x="2406" y="8823"/>
                    </a:lnTo>
                    <a:lnTo>
                      <a:pt x="2977" y="8823"/>
                    </a:lnTo>
                    <a:cubicBezTo>
                      <a:pt x="3061" y="8823"/>
                      <a:pt x="3144" y="8739"/>
                      <a:pt x="3144" y="8656"/>
                    </a:cubicBezTo>
                    <a:lnTo>
                      <a:pt x="3144" y="7573"/>
                    </a:lnTo>
                    <a:cubicBezTo>
                      <a:pt x="3144" y="7477"/>
                      <a:pt x="3061" y="7406"/>
                      <a:pt x="2977" y="7406"/>
                    </a:cubicBezTo>
                    <a:lnTo>
                      <a:pt x="2787" y="7406"/>
                    </a:lnTo>
                    <a:lnTo>
                      <a:pt x="2930" y="6858"/>
                    </a:lnTo>
                    <a:cubicBezTo>
                      <a:pt x="4180" y="6894"/>
                      <a:pt x="5227" y="7656"/>
                      <a:pt x="5882" y="8299"/>
                    </a:cubicBezTo>
                    <a:cubicBezTo>
                      <a:pt x="6537" y="8942"/>
                      <a:pt x="6954" y="9573"/>
                      <a:pt x="7037" y="9728"/>
                    </a:cubicBezTo>
                    <a:lnTo>
                      <a:pt x="7037" y="10383"/>
                    </a:lnTo>
                    <a:cubicBezTo>
                      <a:pt x="7037" y="10466"/>
                      <a:pt x="7109" y="10549"/>
                      <a:pt x="7204" y="10549"/>
                    </a:cubicBezTo>
                    <a:lnTo>
                      <a:pt x="8264" y="10549"/>
                    </a:lnTo>
                    <a:cubicBezTo>
                      <a:pt x="8347" y="10549"/>
                      <a:pt x="8430" y="10466"/>
                      <a:pt x="8430" y="10383"/>
                    </a:cubicBezTo>
                    <a:lnTo>
                      <a:pt x="8430" y="6656"/>
                    </a:lnTo>
                    <a:cubicBezTo>
                      <a:pt x="9121" y="6573"/>
                      <a:pt x="9657" y="5989"/>
                      <a:pt x="9657" y="5275"/>
                    </a:cubicBezTo>
                    <a:cubicBezTo>
                      <a:pt x="9692" y="4560"/>
                      <a:pt x="9168" y="3965"/>
                      <a:pt x="8454" y="3894"/>
                    </a:cubicBezTo>
                    <a:lnTo>
                      <a:pt x="8454" y="167"/>
                    </a:lnTo>
                    <a:cubicBezTo>
                      <a:pt x="8454" y="84"/>
                      <a:pt x="8383" y="0"/>
                      <a:pt x="8287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7" name="Google Shape;467;p48">
                <a:extLst>
                  <a:ext uri="{FF2B5EF4-FFF2-40B4-BE49-F238E27FC236}">
                    <a16:creationId xmlns:a16="http://schemas.microsoft.com/office/drawing/2014/main" id="{3449F162-954C-04B9-7BF9-C05B42221AED}"/>
                  </a:ext>
                </a:extLst>
              </p:cNvPr>
              <p:cNvSpPr/>
              <p:nvPr/>
            </p:nvSpPr>
            <p:spPr>
              <a:xfrm>
                <a:off x="2057054" y="3472000"/>
                <a:ext cx="25048" cy="22311"/>
              </a:xfrm>
              <a:custGeom>
                <a:avLst/>
                <a:gdLst/>
                <a:ahLst/>
                <a:cxnLst/>
                <a:rect l="l" t="t" r="r" b="b"/>
                <a:pathLst>
                  <a:path w="787" h="701" extrusionOk="0">
                    <a:moveTo>
                      <a:pt x="600" y="1"/>
                    </a:moveTo>
                    <a:cubicBezTo>
                      <a:pt x="557" y="1"/>
                      <a:pt x="512" y="16"/>
                      <a:pt x="477" y="45"/>
                    </a:cubicBezTo>
                    <a:lnTo>
                      <a:pt x="107" y="414"/>
                    </a:lnTo>
                    <a:cubicBezTo>
                      <a:pt x="0" y="522"/>
                      <a:pt x="72" y="700"/>
                      <a:pt x="227" y="700"/>
                    </a:cubicBezTo>
                    <a:cubicBezTo>
                      <a:pt x="262" y="700"/>
                      <a:pt x="310" y="676"/>
                      <a:pt x="346" y="653"/>
                    </a:cubicBezTo>
                    <a:lnTo>
                      <a:pt x="715" y="283"/>
                    </a:lnTo>
                    <a:cubicBezTo>
                      <a:pt x="786" y="200"/>
                      <a:pt x="786" y="105"/>
                      <a:pt x="715" y="45"/>
                    </a:cubicBezTo>
                    <a:cubicBezTo>
                      <a:pt x="685" y="16"/>
                      <a:pt x="643" y="1"/>
                      <a:pt x="600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8" name="Google Shape;468;p48">
                <a:extLst>
                  <a:ext uri="{FF2B5EF4-FFF2-40B4-BE49-F238E27FC236}">
                    <a16:creationId xmlns:a16="http://schemas.microsoft.com/office/drawing/2014/main" id="{0E987893-E5C5-A6E6-408D-6629238064D7}"/>
                  </a:ext>
                </a:extLst>
              </p:cNvPr>
              <p:cNvSpPr/>
              <p:nvPr/>
            </p:nvSpPr>
            <p:spPr>
              <a:xfrm>
                <a:off x="2058550" y="3586834"/>
                <a:ext cx="23552" cy="22629"/>
              </a:xfrm>
              <a:custGeom>
                <a:avLst/>
                <a:gdLst/>
                <a:ahLst/>
                <a:cxnLst/>
                <a:rect l="l" t="t" r="r" b="b"/>
                <a:pathLst>
                  <a:path w="740" h="711" extrusionOk="0">
                    <a:moveTo>
                      <a:pt x="184" y="0"/>
                    </a:moveTo>
                    <a:cubicBezTo>
                      <a:pt x="141" y="0"/>
                      <a:pt x="96" y="15"/>
                      <a:pt x="60" y="45"/>
                    </a:cubicBezTo>
                    <a:cubicBezTo>
                      <a:pt x="1" y="104"/>
                      <a:pt x="1" y="212"/>
                      <a:pt x="60" y="283"/>
                    </a:cubicBezTo>
                    <a:lnTo>
                      <a:pt x="430" y="664"/>
                    </a:lnTo>
                    <a:cubicBezTo>
                      <a:pt x="461" y="696"/>
                      <a:pt x="500" y="711"/>
                      <a:pt x="538" y="711"/>
                    </a:cubicBezTo>
                    <a:cubicBezTo>
                      <a:pt x="586" y="711"/>
                      <a:pt x="634" y="687"/>
                      <a:pt x="668" y="640"/>
                    </a:cubicBezTo>
                    <a:cubicBezTo>
                      <a:pt x="739" y="581"/>
                      <a:pt x="727" y="485"/>
                      <a:pt x="668" y="426"/>
                    </a:cubicBezTo>
                    <a:lnTo>
                      <a:pt x="299" y="45"/>
                    </a:lnTo>
                    <a:cubicBezTo>
                      <a:pt x="269" y="15"/>
                      <a:pt x="227" y="0"/>
                      <a:pt x="184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469" name="Google Shape;469;p48">
            <a:extLst>
              <a:ext uri="{FF2B5EF4-FFF2-40B4-BE49-F238E27FC236}">
                <a16:creationId xmlns:a16="http://schemas.microsoft.com/office/drawing/2014/main" id="{95546A54-254E-40AB-93C1-2E0C7721C03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it-IT" dirty="0"/>
              <a:t>Conseguenze pratiche</a:t>
            </a:r>
          </a:p>
        </p:txBody>
      </p:sp>
      <p:sp>
        <p:nvSpPr>
          <p:cNvPr id="2" name="Google Shape;449;p48">
            <a:extLst>
              <a:ext uri="{FF2B5EF4-FFF2-40B4-BE49-F238E27FC236}">
                <a16:creationId xmlns:a16="http://schemas.microsoft.com/office/drawing/2014/main" id="{083A795E-CE71-0C21-FC78-77AEBA9D00F1}"/>
              </a:ext>
            </a:extLst>
          </p:cNvPr>
          <p:cNvSpPr txBox="1">
            <a:spLocks/>
          </p:cNvSpPr>
          <p:nvPr/>
        </p:nvSpPr>
        <p:spPr>
          <a:xfrm>
            <a:off x="1625900" y="4000053"/>
            <a:ext cx="5818502" cy="6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Ubuntu"/>
              <a:buChar char="●"/>
              <a:defRPr sz="1200" b="0" i="0" u="none" strike="noStrike" cap="none">
                <a:solidFill>
                  <a:schemeClr val="accent5"/>
                </a:solidFill>
                <a:latin typeface="Ubuntu"/>
                <a:ea typeface="Ubuntu"/>
                <a:cs typeface="Ubuntu"/>
                <a:sym typeface="Ubuntu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Ubuntu"/>
              <a:buChar char="○"/>
              <a:defRPr sz="1200" b="0" i="0" u="none" strike="noStrike" cap="none">
                <a:solidFill>
                  <a:schemeClr val="accent5"/>
                </a:solidFill>
                <a:latin typeface="Ubuntu"/>
                <a:ea typeface="Ubuntu"/>
                <a:cs typeface="Ubuntu"/>
                <a:sym typeface="Ubuntu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Ubuntu"/>
              <a:buChar char="■"/>
              <a:defRPr sz="1200" b="0" i="0" u="none" strike="noStrike" cap="none">
                <a:solidFill>
                  <a:schemeClr val="accent5"/>
                </a:solidFill>
                <a:latin typeface="Ubuntu"/>
                <a:ea typeface="Ubuntu"/>
                <a:cs typeface="Ubuntu"/>
                <a:sym typeface="Ubuntu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Ubuntu"/>
              <a:buChar char="●"/>
              <a:defRPr sz="1200" b="0" i="0" u="none" strike="noStrike" cap="none">
                <a:solidFill>
                  <a:schemeClr val="accent5"/>
                </a:solidFill>
                <a:latin typeface="Ubuntu"/>
                <a:ea typeface="Ubuntu"/>
                <a:cs typeface="Ubuntu"/>
                <a:sym typeface="Ubuntu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Ubuntu"/>
              <a:buChar char="○"/>
              <a:defRPr sz="1200" b="0" i="0" u="none" strike="noStrike" cap="none">
                <a:solidFill>
                  <a:schemeClr val="accent5"/>
                </a:solidFill>
                <a:latin typeface="Ubuntu"/>
                <a:ea typeface="Ubuntu"/>
                <a:cs typeface="Ubuntu"/>
                <a:sym typeface="Ubuntu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Ubuntu"/>
              <a:buChar char="■"/>
              <a:defRPr sz="1200" b="0" i="0" u="none" strike="noStrike" cap="none">
                <a:solidFill>
                  <a:schemeClr val="accent5"/>
                </a:solidFill>
                <a:latin typeface="Ubuntu"/>
                <a:ea typeface="Ubuntu"/>
                <a:cs typeface="Ubuntu"/>
                <a:sym typeface="Ubuntu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Ubuntu"/>
              <a:buChar char="●"/>
              <a:defRPr sz="1200" b="0" i="0" u="none" strike="noStrike" cap="none">
                <a:solidFill>
                  <a:schemeClr val="accent5"/>
                </a:solidFill>
                <a:latin typeface="Ubuntu"/>
                <a:ea typeface="Ubuntu"/>
                <a:cs typeface="Ubuntu"/>
                <a:sym typeface="Ubuntu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Ubuntu"/>
              <a:buChar char="○"/>
              <a:defRPr sz="1200" b="0" i="0" u="none" strike="noStrike" cap="none">
                <a:solidFill>
                  <a:schemeClr val="accent5"/>
                </a:solidFill>
                <a:latin typeface="Ubuntu"/>
                <a:ea typeface="Ubuntu"/>
                <a:cs typeface="Ubuntu"/>
                <a:sym typeface="Ubuntu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Ubuntu"/>
              <a:buChar char="■"/>
              <a:defRPr sz="1200" b="0" i="0" u="none" strike="noStrike" cap="none">
                <a:solidFill>
                  <a:schemeClr val="accent5"/>
                </a:solidFill>
                <a:latin typeface="Ubuntu"/>
                <a:ea typeface="Ubuntu"/>
                <a:cs typeface="Ubuntu"/>
                <a:sym typeface="Ubuntu"/>
              </a:defRPr>
            </a:lvl9pPr>
          </a:lstStyle>
          <a:p>
            <a:pPr marL="0" indent="0">
              <a:buNone/>
            </a:pPr>
            <a:r>
              <a:rPr lang="it-IT" dirty="0"/>
              <a:t>Risulta dunque evidente che il </a:t>
            </a:r>
            <a:r>
              <a:rPr lang="it-IT" dirty="0" err="1"/>
              <a:t>bias</a:t>
            </a:r>
            <a:r>
              <a:rPr lang="it-IT" dirty="0"/>
              <a:t> algoritmico agisce come una barriera invisibile all'accesso alle cure</a:t>
            </a:r>
          </a:p>
        </p:txBody>
      </p:sp>
    </p:spTree>
    <p:extLst>
      <p:ext uri="{BB962C8B-B14F-4D97-AF65-F5344CB8AC3E}">
        <p14:creationId xmlns:p14="http://schemas.microsoft.com/office/powerpoint/2010/main" val="37382314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6">
          <a:extLst>
            <a:ext uri="{FF2B5EF4-FFF2-40B4-BE49-F238E27FC236}">
              <a16:creationId xmlns:a16="http://schemas.microsoft.com/office/drawing/2014/main" id="{0CE65E38-435C-014E-5626-656E4C6200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48">
            <a:extLst>
              <a:ext uri="{FF2B5EF4-FFF2-40B4-BE49-F238E27FC236}">
                <a16:creationId xmlns:a16="http://schemas.microsoft.com/office/drawing/2014/main" id="{EC169A00-C392-EAF0-F45E-251552E72320}"/>
              </a:ext>
            </a:extLst>
          </p:cNvPr>
          <p:cNvSpPr/>
          <p:nvPr/>
        </p:nvSpPr>
        <p:spPr>
          <a:xfrm>
            <a:off x="1625900" y="1111843"/>
            <a:ext cx="956400" cy="956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9" name="Google Shape;449;p48">
            <a:extLst>
              <a:ext uri="{FF2B5EF4-FFF2-40B4-BE49-F238E27FC236}">
                <a16:creationId xmlns:a16="http://schemas.microsoft.com/office/drawing/2014/main" id="{D91BB545-5FDF-3AB6-534D-8EB102DC6E51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2617870" y="1261758"/>
            <a:ext cx="4616629" cy="64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2400" indent="0">
              <a:buNone/>
            </a:pPr>
            <a:r>
              <a:rPr lang="it-IT" dirty="0"/>
              <a:t>Lo studio evidenzia come l'intervento umano non sia sufficiente a correggere le distorsioni del sistema.</a:t>
            </a:r>
          </a:p>
        </p:txBody>
      </p:sp>
      <p:sp>
        <p:nvSpPr>
          <p:cNvPr id="453" name="Google Shape;453;p48">
            <a:extLst>
              <a:ext uri="{FF2B5EF4-FFF2-40B4-BE49-F238E27FC236}">
                <a16:creationId xmlns:a16="http://schemas.microsoft.com/office/drawing/2014/main" id="{5C866EEA-336E-A40E-EAA5-43F07FBC2281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1625900" y="3113082"/>
            <a:ext cx="1263000" cy="67091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>
              <a:buNone/>
            </a:pPr>
            <a:r>
              <a:rPr lang="it-IT" b="1" dirty="0"/>
              <a:t>Composizione attuale</a:t>
            </a:r>
            <a:endParaRPr dirty="0"/>
          </a:p>
        </p:txBody>
      </p:sp>
      <p:sp>
        <p:nvSpPr>
          <p:cNvPr id="454" name="Google Shape;454;p48">
            <a:extLst>
              <a:ext uri="{FF2B5EF4-FFF2-40B4-BE49-F238E27FC236}">
                <a16:creationId xmlns:a16="http://schemas.microsoft.com/office/drawing/2014/main" id="{AAB08E43-57A9-2655-6E32-C1F5FC951B00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3871931" y="3114745"/>
            <a:ext cx="1326439" cy="66087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>
              <a:buNone/>
            </a:pPr>
            <a:r>
              <a:rPr lang="it-IT" b="1" dirty="0"/>
              <a:t>Scenario controfattuale</a:t>
            </a:r>
            <a:endParaRPr dirty="0"/>
          </a:p>
        </p:txBody>
      </p:sp>
      <p:sp>
        <p:nvSpPr>
          <p:cNvPr id="455" name="Google Shape;455;p48">
            <a:extLst>
              <a:ext uri="{FF2B5EF4-FFF2-40B4-BE49-F238E27FC236}">
                <a16:creationId xmlns:a16="http://schemas.microsoft.com/office/drawing/2014/main" id="{53E6CC68-763F-60BC-9017-6EAEBC76B5AE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6181401" y="3111416"/>
            <a:ext cx="1263000" cy="66420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>
              <a:buNone/>
            </a:pPr>
            <a:r>
              <a:rPr lang="it-IT" b="1" dirty="0"/>
              <a:t>Inseriti dai medici</a:t>
            </a:r>
            <a:endParaRPr dirty="0"/>
          </a:p>
        </p:txBody>
      </p:sp>
      <p:sp>
        <p:nvSpPr>
          <p:cNvPr id="456" name="Google Shape;456;p48">
            <a:extLst>
              <a:ext uri="{FF2B5EF4-FFF2-40B4-BE49-F238E27FC236}">
                <a16:creationId xmlns:a16="http://schemas.microsoft.com/office/drawing/2014/main" id="{19EB8489-673B-A86B-CB54-12178E3ED385}"/>
              </a:ext>
            </a:extLst>
          </p:cNvPr>
          <p:cNvSpPr/>
          <p:nvPr/>
        </p:nvSpPr>
        <p:spPr>
          <a:xfrm>
            <a:off x="1625900" y="2426516"/>
            <a:ext cx="1263000" cy="684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 dirty="0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rPr>
              <a:t>17,7%</a:t>
            </a:r>
            <a:endParaRPr sz="2200" b="1" dirty="0">
              <a:solidFill>
                <a:schemeClr val="lt1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457" name="Google Shape;457;p48">
            <a:extLst>
              <a:ext uri="{FF2B5EF4-FFF2-40B4-BE49-F238E27FC236}">
                <a16:creationId xmlns:a16="http://schemas.microsoft.com/office/drawing/2014/main" id="{D69CE15F-2B99-E771-A387-F3A011F875E1}"/>
              </a:ext>
            </a:extLst>
          </p:cNvPr>
          <p:cNvSpPr/>
          <p:nvPr/>
        </p:nvSpPr>
        <p:spPr>
          <a:xfrm>
            <a:off x="3903651" y="2433202"/>
            <a:ext cx="1263000" cy="684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 dirty="0">
                <a:solidFill>
                  <a:schemeClr val="accent5"/>
                </a:solidFill>
                <a:latin typeface="Ubuntu"/>
                <a:ea typeface="Ubuntu"/>
                <a:cs typeface="Ubuntu"/>
                <a:sym typeface="Ubuntu"/>
              </a:rPr>
              <a:t>46,5%</a:t>
            </a:r>
            <a:endParaRPr sz="2200" b="1" dirty="0">
              <a:solidFill>
                <a:schemeClr val="accent5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458" name="Google Shape;458;p48">
            <a:extLst>
              <a:ext uri="{FF2B5EF4-FFF2-40B4-BE49-F238E27FC236}">
                <a16:creationId xmlns:a16="http://schemas.microsoft.com/office/drawing/2014/main" id="{82CABCDE-5710-51D8-E144-7CD924ECAB37}"/>
              </a:ext>
            </a:extLst>
          </p:cNvPr>
          <p:cNvSpPr/>
          <p:nvPr/>
        </p:nvSpPr>
        <p:spPr>
          <a:xfrm>
            <a:off x="6181402" y="2426516"/>
            <a:ext cx="1263000" cy="6849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it-IT" sz="2400" b="1" dirty="0">
                <a:solidFill>
                  <a:schemeClr val="accent5"/>
                </a:solidFill>
                <a:latin typeface="Ubuntu"/>
                <a:ea typeface="Ubuntu"/>
                <a:cs typeface="Ubuntu"/>
                <a:sym typeface="Ubuntu"/>
              </a:rPr>
              <a:t>19,2</a:t>
            </a:r>
            <a:r>
              <a:rPr lang="en" sz="2200" b="1" dirty="0">
                <a:solidFill>
                  <a:schemeClr val="accent5"/>
                </a:solidFill>
                <a:latin typeface="Ubuntu"/>
                <a:ea typeface="Ubuntu"/>
                <a:cs typeface="Ubuntu"/>
                <a:sym typeface="Ubuntu"/>
              </a:rPr>
              <a:t>%</a:t>
            </a:r>
            <a:endParaRPr sz="2200" b="1" dirty="0">
              <a:solidFill>
                <a:schemeClr val="accent5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  <p:grpSp>
        <p:nvGrpSpPr>
          <p:cNvPr id="463" name="Google Shape;463;p48">
            <a:extLst>
              <a:ext uri="{FF2B5EF4-FFF2-40B4-BE49-F238E27FC236}">
                <a16:creationId xmlns:a16="http://schemas.microsoft.com/office/drawing/2014/main" id="{4B9A3462-DAC5-A512-9108-487725D12940}"/>
              </a:ext>
            </a:extLst>
          </p:cNvPr>
          <p:cNvGrpSpPr/>
          <p:nvPr/>
        </p:nvGrpSpPr>
        <p:grpSpPr>
          <a:xfrm>
            <a:off x="1827191" y="1331247"/>
            <a:ext cx="553813" cy="517571"/>
            <a:chOff x="1748582" y="3372635"/>
            <a:chExt cx="359269" cy="335780"/>
          </a:xfrm>
        </p:grpSpPr>
        <p:sp>
          <p:nvSpPr>
            <p:cNvPr id="464" name="Google Shape;464;p48">
              <a:extLst>
                <a:ext uri="{FF2B5EF4-FFF2-40B4-BE49-F238E27FC236}">
                  <a16:creationId xmlns:a16="http://schemas.microsoft.com/office/drawing/2014/main" id="{0BC6E5FF-9811-156B-4723-837E9870FDEA}"/>
                </a:ext>
              </a:extLst>
            </p:cNvPr>
            <p:cNvSpPr/>
            <p:nvPr/>
          </p:nvSpPr>
          <p:spPr>
            <a:xfrm>
              <a:off x="2080161" y="3535210"/>
              <a:ext cx="27690" cy="10630"/>
            </a:xfrm>
            <a:custGeom>
              <a:avLst/>
              <a:gdLst/>
              <a:ahLst/>
              <a:cxnLst/>
              <a:rect l="l" t="t" r="r" b="b"/>
              <a:pathLst>
                <a:path w="870" h="334" extrusionOk="0">
                  <a:moveTo>
                    <a:pt x="167" y="0"/>
                  </a:moveTo>
                  <a:cubicBezTo>
                    <a:pt x="72" y="0"/>
                    <a:pt x="1" y="83"/>
                    <a:pt x="1" y="167"/>
                  </a:cubicBezTo>
                  <a:cubicBezTo>
                    <a:pt x="1" y="262"/>
                    <a:pt x="72" y="333"/>
                    <a:pt x="167" y="333"/>
                  </a:cubicBezTo>
                  <a:lnTo>
                    <a:pt x="703" y="333"/>
                  </a:lnTo>
                  <a:cubicBezTo>
                    <a:pt x="786" y="333"/>
                    <a:pt x="870" y="262"/>
                    <a:pt x="870" y="167"/>
                  </a:cubicBezTo>
                  <a:cubicBezTo>
                    <a:pt x="870" y="83"/>
                    <a:pt x="786" y="0"/>
                    <a:pt x="703" y="0"/>
                  </a:cubicBez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65" name="Google Shape;465;p48">
              <a:extLst>
                <a:ext uri="{FF2B5EF4-FFF2-40B4-BE49-F238E27FC236}">
                  <a16:creationId xmlns:a16="http://schemas.microsoft.com/office/drawing/2014/main" id="{6E0F3E11-9C84-FC1F-9695-8D0F3543709D}"/>
                </a:ext>
              </a:extLst>
            </p:cNvPr>
            <p:cNvGrpSpPr/>
            <p:nvPr/>
          </p:nvGrpSpPr>
          <p:grpSpPr>
            <a:xfrm>
              <a:off x="1748582" y="3372635"/>
              <a:ext cx="333520" cy="335780"/>
              <a:chOff x="1748582" y="3372635"/>
              <a:chExt cx="333520" cy="335780"/>
            </a:xfrm>
          </p:grpSpPr>
          <p:sp>
            <p:nvSpPr>
              <p:cNvPr id="466" name="Google Shape;466;p48">
                <a:extLst>
                  <a:ext uri="{FF2B5EF4-FFF2-40B4-BE49-F238E27FC236}">
                    <a16:creationId xmlns:a16="http://schemas.microsoft.com/office/drawing/2014/main" id="{45C43B5C-1533-2CAF-329B-5AEB85CA6281}"/>
                  </a:ext>
                </a:extLst>
              </p:cNvPr>
              <p:cNvSpPr/>
              <p:nvPr/>
            </p:nvSpPr>
            <p:spPr>
              <a:xfrm>
                <a:off x="1748582" y="3372635"/>
                <a:ext cx="308504" cy="335780"/>
              </a:xfrm>
              <a:custGeom>
                <a:avLst/>
                <a:gdLst/>
                <a:ahLst/>
                <a:cxnLst/>
                <a:rect l="l" t="t" r="r" b="b"/>
                <a:pathLst>
                  <a:path w="9693" h="10550" extrusionOk="0">
                    <a:moveTo>
                      <a:pt x="8454" y="4215"/>
                    </a:moveTo>
                    <a:cubicBezTo>
                      <a:pt x="8978" y="4298"/>
                      <a:pt x="9359" y="4739"/>
                      <a:pt x="9359" y="5275"/>
                    </a:cubicBezTo>
                    <a:cubicBezTo>
                      <a:pt x="9359" y="5811"/>
                      <a:pt x="8978" y="6263"/>
                      <a:pt x="8454" y="6334"/>
                    </a:cubicBezTo>
                    <a:lnTo>
                      <a:pt x="8454" y="4215"/>
                    </a:lnTo>
                    <a:close/>
                    <a:moveTo>
                      <a:pt x="1251" y="4036"/>
                    </a:moveTo>
                    <a:lnTo>
                      <a:pt x="1251" y="6525"/>
                    </a:lnTo>
                    <a:lnTo>
                      <a:pt x="894" y="6525"/>
                    </a:lnTo>
                    <a:cubicBezTo>
                      <a:pt x="596" y="6525"/>
                      <a:pt x="358" y="6287"/>
                      <a:pt x="358" y="5989"/>
                    </a:cubicBezTo>
                    <a:lnTo>
                      <a:pt x="358" y="4572"/>
                    </a:lnTo>
                    <a:cubicBezTo>
                      <a:pt x="358" y="4275"/>
                      <a:pt x="596" y="4036"/>
                      <a:pt x="894" y="4036"/>
                    </a:cubicBezTo>
                    <a:close/>
                    <a:moveTo>
                      <a:pt x="2668" y="4025"/>
                    </a:moveTo>
                    <a:lnTo>
                      <a:pt x="2668" y="6525"/>
                    </a:lnTo>
                    <a:lnTo>
                      <a:pt x="1584" y="6525"/>
                    </a:lnTo>
                    <a:lnTo>
                      <a:pt x="1584" y="4025"/>
                    </a:lnTo>
                    <a:close/>
                    <a:moveTo>
                      <a:pt x="2846" y="7727"/>
                    </a:moveTo>
                    <a:lnTo>
                      <a:pt x="2846" y="8466"/>
                    </a:lnTo>
                    <a:lnTo>
                      <a:pt x="2537" y="8466"/>
                    </a:lnTo>
                    <a:lnTo>
                      <a:pt x="2727" y="7727"/>
                    </a:lnTo>
                    <a:close/>
                    <a:moveTo>
                      <a:pt x="2608" y="6834"/>
                    </a:moveTo>
                    <a:lnTo>
                      <a:pt x="2001" y="9156"/>
                    </a:lnTo>
                    <a:lnTo>
                      <a:pt x="1584" y="9156"/>
                    </a:lnTo>
                    <a:lnTo>
                      <a:pt x="1584" y="6834"/>
                    </a:lnTo>
                    <a:close/>
                    <a:moveTo>
                      <a:pt x="8133" y="357"/>
                    </a:moveTo>
                    <a:lnTo>
                      <a:pt x="8133" y="10228"/>
                    </a:lnTo>
                    <a:lnTo>
                      <a:pt x="7394" y="10228"/>
                    </a:lnTo>
                    <a:lnTo>
                      <a:pt x="7394" y="3251"/>
                    </a:lnTo>
                    <a:cubicBezTo>
                      <a:pt x="7394" y="3167"/>
                      <a:pt x="7323" y="3084"/>
                      <a:pt x="7240" y="3084"/>
                    </a:cubicBezTo>
                    <a:cubicBezTo>
                      <a:pt x="7144" y="3084"/>
                      <a:pt x="7073" y="3167"/>
                      <a:pt x="7073" y="3251"/>
                    </a:cubicBezTo>
                    <a:lnTo>
                      <a:pt x="7073" y="9144"/>
                    </a:lnTo>
                    <a:cubicBezTo>
                      <a:pt x="6859" y="8859"/>
                      <a:pt x="6549" y="8466"/>
                      <a:pt x="6132" y="8073"/>
                    </a:cubicBezTo>
                    <a:cubicBezTo>
                      <a:pt x="5668" y="7632"/>
                      <a:pt x="5192" y="7275"/>
                      <a:pt x="4704" y="7013"/>
                    </a:cubicBezTo>
                    <a:cubicBezTo>
                      <a:pt x="4132" y="6715"/>
                      <a:pt x="3561" y="6561"/>
                      <a:pt x="2989" y="6537"/>
                    </a:cubicBezTo>
                    <a:lnTo>
                      <a:pt x="2989" y="4036"/>
                    </a:lnTo>
                    <a:cubicBezTo>
                      <a:pt x="3572" y="4013"/>
                      <a:pt x="4132" y="3846"/>
                      <a:pt x="4704" y="3560"/>
                    </a:cubicBezTo>
                    <a:cubicBezTo>
                      <a:pt x="5192" y="3310"/>
                      <a:pt x="5668" y="2953"/>
                      <a:pt x="6132" y="2501"/>
                    </a:cubicBezTo>
                    <a:cubicBezTo>
                      <a:pt x="6537" y="2108"/>
                      <a:pt x="6847" y="1715"/>
                      <a:pt x="7073" y="1429"/>
                    </a:cubicBezTo>
                    <a:lnTo>
                      <a:pt x="7073" y="2489"/>
                    </a:lnTo>
                    <a:cubicBezTo>
                      <a:pt x="7073" y="2584"/>
                      <a:pt x="7144" y="2655"/>
                      <a:pt x="7240" y="2655"/>
                    </a:cubicBezTo>
                    <a:cubicBezTo>
                      <a:pt x="7323" y="2655"/>
                      <a:pt x="7394" y="2584"/>
                      <a:pt x="7394" y="2489"/>
                    </a:cubicBezTo>
                    <a:lnTo>
                      <a:pt x="7394" y="357"/>
                    </a:lnTo>
                    <a:close/>
                    <a:moveTo>
                      <a:pt x="7228" y="0"/>
                    </a:moveTo>
                    <a:cubicBezTo>
                      <a:pt x="7144" y="0"/>
                      <a:pt x="7073" y="84"/>
                      <a:pt x="7073" y="167"/>
                    </a:cubicBezTo>
                    <a:lnTo>
                      <a:pt x="7073" y="822"/>
                    </a:lnTo>
                    <a:cubicBezTo>
                      <a:pt x="6966" y="988"/>
                      <a:pt x="6549" y="1631"/>
                      <a:pt x="5906" y="2251"/>
                    </a:cubicBezTo>
                    <a:cubicBezTo>
                      <a:pt x="5227" y="2905"/>
                      <a:pt x="4132" y="3703"/>
                      <a:pt x="2822" y="3703"/>
                    </a:cubicBezTo>
                    <a:lnTo>
                      <a:pt x="882" y="3703"/>
                    </a:lnTo>
                    <a:cubicBezTo>
                      <a:pt x="405" y="3703"/>
                      <a:pt x="1" y="4084"/>
                      <a:pt x="1" y="4572"/>
                    </a:cubicBezTo>
                    <a:lnTo>
                      <a:pt x="1" y="5989"/>
                    </a:lnTo>
                    <a:cubicBezTo>
                      <a:pt x="1" y="6465"/>
                      <a:pt x="382" y="6870"/>
                      <a:pt x="882" y="6870"/>
                    </a:cubicBezTo>
                    <a:lnTo>
                      <a:pt x="1239" y="6870"/>
                    </a:lnTo>
                    <a:lnTo>
                      <a:pt x="1239" y="9359"/>
                    </a:lnTo>
                    <a:cubicBezTo>
                      <a:pt x="1239" y="9442"/>
                      <a:pt x="1310" y="9513"/>
                      <a:pt x="1394" y="9513"/>
                    </a:cubicBezTo>
                    <a:lnTo>
                      <a:pt x="2096" y="9513"/>
                    </a:lnTo>
                    <a:cubicBezTo>
                      <a:pt x="2168" y="9513"/>
                      <a:pt x="2227" y="9478"/>
                      <a:pt x="2263" y="9394"/>
                    </a:cubicBezTo>
                    <a:lnTo>
                      <a:pt x="2406" y="8823"/>
                    </a:lnTo>
                    <a:lnTo>
                      <a:pt x="2977" y="8823"/>
                    </a:lnTo>
                    <a:cubicBezTo>
                      <a:pt x="3061" y="8823"/>
                      <a:pt x="3144" y="8739"/>
                      <a:pt x="3144" y="8656"/>
                    </a:cubicBezTo>
                    <a:lnTo>
                      <a:pt x="3144" y="7573"/>
                    </a:lnTo>
                    <a:cubicBezTo>
                      <a:pt x="3144" y="7477"/>
                      <a:pt x="3061" y="7406"/>
                      <a:pt x="2977" y="7406"/>
                    </a:cubicBezTo>
                    <a:lnTo>
                      <a:pt x="2787" y="7406"/>
                    </a:lnTo>
                    <a:lnTo>
                      <a:pt x="2930" y="6858"/>
                    </a:lnTo>
                    <a:cubicBezTo>
                      <a:pt x="4180" y="6894"/>
                      <a:pt x="5227" y="7656"/>
                      <a:pt x="5882" y="8299"/>
                    </a:cubicBezTo>
                    <a:cubicBezTo>
                      <a:pt x="6537" y="8942"/>
                      <a:pt x="6954" y="9573"/>
                      <a:pt x="7037" y="9728"/>
                    </a:cubicBezTo>
                    <a:lnTo>
                      <a:pt x="7037" y="10383"/>
                    </a:lnTo>
                    <a:cubicBezTo>
                      <a:pt x="7037" y="10466"/>
                      <a:pt x="7109" y="10549"/>
                      <a:pt x="7204" y="10549"/>
                    </a:cubicBezTo>
                    <a:lnTo>
                      <a:pt x="8264" y="10549"/>
                    </a:lnTo>
                    <a:cubicBezTo>
                      <a:pt x="8347" y="10549"/>
                      <a:pt x="8430" y="10466"/>
                      <a:pt x="8430" y="10383"/>
                    </a:cubicBezTo>
                    <a:lnTo>
                      <a:pt x="8430" y="6656"/>
                    </a:lnTo>
                    <a:cubicBezTo>
                      <a:pt x="9121" y="6573"/>
                      <a:pt x="9657" y="5989"/>
                      <a:pt x="9657" y="5275"/>
                    </a:cubicBezTo>
                    <a:cubicBezTo>
                      <a:pt x="9692" y="4560"/>
                      <a:pt x="9168" y="3965"/>
                      <a:pt x="8454" y="3894"/>
                    </a:cubicBezTo>
                    <a:lnTo>
                      <a:pt x="8454" y="167"/>
                    </a:lnTo>
                    <a:cubicBezTo>
                      <a:pt x="8454" y="84"/>
                      <a:pt x="8383" y="0"/>
                      <a:pt x="8287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7" name="Google Shape;467;p48">
                <a:extLst>
                  <a:ext uri="{FF2B5EF4-FFF2-40B4-BE49-F238E27FC236}">
                    <a16:creationId xmlns:a16="http://schemas.microsoft.com/office/drawing/2014/main" id="{9CFAFD0D-C88F-D7D9-9D1A-7D3881ACC24C}"/>
                  </a:ext>
                </a:extLst>
              </p:cNvPr>
              <p:cNvSpPr/>
              <p:nvPr/>
            </p:nvSpPr>
            <p:spPr>
              <a:xfrm>
                <a:off x="2057054" y="3472000"/>
                <a:ext cx="25048" cy="22311"/>
              </a:xfrm>
              <a:custGeom>
                <a:avLst/>
                <a:gdLst/>
                <a:ahLst/>
                <a:cxnLst/>
                <a:rect l="l" t="t" r="r" b="b"/>
                <a:pathLst>
                  <a:path w="787" h="701" extrusionOk="0">
                    <a:moveTo>
                      <a:pt x="600" y="1"/>
                    </a:moveTo>
                    <a:cubicBezTo>
                      <a:pt x="557" y="1"/>
                      <a:pt x="512" y="16"/>
                      <a:pt x="477" y="45"/>
                    </a:cubicBezTo>
                    <a:lnTo>
                      <a:pt x="107" y="414"/>
                    </a:lnTo>
                    <a:cubicBezTo>
                      <a:pt x="0" y="522"/>
                      <a:pt x="72" y="700"/>
                      <a:pt x="227" y="700"/>
                    </a:cubicBezTo>
                    <a:cubicBezTo>
                      <a:pt x="262" y="700"/>
                      <a:pt x="310" y="676"/>
                      <a:pt x="346" y="653"/>
                    </a:cubicBezTo>
                    <a:lnTo>
                      <a:pt x="715" y="283"/>
                    </a:lnTo>
                    <a:cubicBezTo>
                      <a:pt x="786" y="200"/>
                      <a:pt x="786" y="105"/>
                      <a:pt x="715" y="45"/>
                    </a:cubicBezTo>
                    <a:cubicBezTo>
                      <a:pt x="685" y="16"/>
                      <a:pt x="643" y="1"/>
                      <a:pt x="600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8" name="Google Shape;468;p48">
                <a:extLst>
                  <a:ext uri="{FF2B5EF4-FFF2-40B4-BE49-F238E27FC236}">
                    <a16:creationId xmlns:a16="http://schemas.microsoft.com/office/drawing/2014/main" id="{9B4D08B2-9AF1-226C-541E-5D24441B9E2B}"/>
                  </a:ext>
                </a:extLst>
              </p:cNvPr>
              <p:cNvSpPr/>
              <p:nvPr/>
            </p:nvSpPr>
            <p:spPr>
              <a:xfrm>
                <a:off x="2058550" y="3586834"/>
                <a:ext cx="23552" cy="22629"/>
              </a:xfrm>
              <a:custGeom>
                <a:avLst/>
                <a:gdLst/>
                <a:ahLst/>
                <a:cxnLst/>
                <a:rect l="l" t="t" r="r" b="b"/>
                <a:pathLst>
                  <a:path w="740" h="711" extrusionOk="0">
                    <a:moveTo>
                      <a:pt x="184" y="0"/>
                    </a:moveTo>
                    <a:cubicBezTo>
                      <a:pt x="141" y="0"/>
                      <a:pt x="96" y="15"/>
                      <a:pt x="60" y="45"/>
                    </a:cubicBezTo>
                    <a:cubicBezTo>
                      <a:pt x="1" y="104"/>
                      <a:pt x="1" y="212"/>
                      <a:pt x="60" y="283"/>
                    </a:cubicBezTo>
                    <a:lnTo>
                      <a:pt x="430" y="664"/>
                    </a:lnTo>
                    <a:cubicBezTo>
                      <a:pt x="461" y="696"/>
                      <a:pt x="500" y="711"/>
                      <a:pt x="538" y="711"/>
                    </a:cubicBezTo>
                    <a:cubicBezTo>
                      <a:pt x="586" y="711"/>
                      <a:pt x="634" y="687"/>
                      <a:pt x="668" y="640"/>
                    </a:cubicBezTo>
                    <a:cubicBezTo>
                      <a:pt x="739" y="581"/>
                      <a:pt x="727" y="485"/>
                      <a:pt x="668" y="426"/>
                    </a:cubicBezTo>
                    <a:lnTo>
                      <a:pt x="299" y="45"/>
                    </a:lnTo>
                    <a:cubicBezTo>
                      <a:pt x="269" y="15"/>
                      <a:pt x="227" y="0"/>
                      <a:pt x="184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469" name="Google Shape;469;p48">
            <a:extLst>
              <a:ext uri="{FF2B5EF4-FFF2-40B4-BE49-F238E27FC236}">
                <a16:creationId xmlns:a16="http://schemas.microsoft.com/office/drawing/2014/main" id="{F89DC060-0C69-2396-9631-5D37B7F5302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it-IT" dirty="0"/>
              <a:t>Il ruolo dei medici</a:t>
            </a:r>
          </a:p>
        </p:txBody>
      </p:sp>
      <p:sp>
        <p:nvSpPr>
          <p:cNvPr id="2" name="Google Shape;449;p48">
            <a:extLst>
              <a:ext uri="{FF2B5EF4-FFF2-40B4-BE49-F238E27FC236}">
                <a16:creationId xmlns:a16="http://schemas.microsoft.com/office/drawing/2014/main" id="{7C022389-CF5A-31C5-128B-8D56A33AF822}"/>
              </a:ext>
            </a:extLst>
          </p:cNvPr>
          <p:cNvSpPr txBox="1">
            <a:spLocks/>
          </p:cNvSpPr>
          <p:nvPr/>
        </p:nvSpPr>
        <p:spPr>
          <a:xfrm>
            <a:off x="1625900" y="4000053"/>
            <a:ext cx="5818501" cy="6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Ubuntu"/>
              <a:buChar char="●"/>
              <a:defRPr sz="1200" b="0" i="0" u="none" strike="noStrike" cap="none">
                <a:solidFill>
                  <a:schemeClr val="accent5"/>
                </a:solidFill>
                <a:latin typeface="Ubuntu"/>
                <a:ea typeface="Ubuntu"/>
                <a:cs typeface="Ubuntu"/>
                <a:sym typeface="Ubuntu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Ubuntu"/>
              <a:buChar char="○"/>
              <a:defRPr sz="1200" b="0" i="0" u="none" strike="noStrike" cap="none">
                <a:solidFill>
                  <a:schemeClr val="accent5"/>
                </a:solidFill>
                <a:latin typeface="Ubuntu"/>
                <a:ea typeface="Ubuntu"/>
                <a:cs typeface="Ubuntu"/>
                <a:sym typeface="Ubuntu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Ubuntu"/>
              <a:buChar char="■"/>
              <a:defRPr sz="1200" b="0" i="0" u="none" strike="noStrike" cap="none">
                <a:solidFill>
                  <a:schemeClr val="accent5"/>
                </a:solidFill>
                <a:latin typeface="Ubuntu"/>
                <a:ea typeface="Ubuntu"/>
                <a:cs typeface="Ubuntu"/>
                <a:sym typeface="Ubuntu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Ubuntu"/>
              <a:buChar char="●"/>
              <a:defRPr sz="1200" b="0" i="0" u="none" strike="noStrike" cap="none">
                <a:solidFill>
                  <a:schemeClr val="accent5"/>
                </a:solidFill>
                <a:latin typeface="Ubuntu"/>
                <a:ea typeface="Ubuntu"/>
                <a:cs typeface="Ubuntu"/>
                <a:sym typeface="Ubuntu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Ubuntu"/>
              <a:buChar char="○"/>
              <a:defRPr sz="1200" b="0" i="0" u="none" strike="noStrike" cap="none">
                <a:solidFill>
                  <a:schemeClr val="accent5"/>
                </a:solidFill>
                <a:latin typeface="Ubuntu"/>
                <a:ea typeface="Ubuntu"/>
                <a:cs typeface="Ubuntu"/>
                <a:sym typeface="Ubuntu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Ubuntu"/>
              <a:buChar char="■"/>
              <a:defRPr sz="1200" b="0" i="0" u="none" strike="noStrike" cap="none">
                <a:solidFill>
                  <a:schemeClr val="accent5"/>
                </a:solidFill>
                <a:latin typeface="Ubuntu"/>
                <a:ea typeface="Ubuntu"/>
                <a:cs typeface="Ubuntu"/>
                <a:sym typeface="Ubuntu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Ubuntu"/>
              <a:buChar char="●"/>
              <a:defRPr sz="1200" b="0" i="0" u="none" strike="noStrike" cap="none">
                <a:solidFill>
                  <a:schemeClr val="accent5"/>
                </a:solidFill>
                <a:latin typeface="Ubuntu"/>
                <a:ea typeface="Ubuntu"/>
                <a:cs typeface="Ubuntu"/>
                <a:sym typeface="Ubuntu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Ubuntu"/>
              <a:buChar char="○"/>
              <a:defRPr sz="1200" b="0" i="0" u="none" strike="noStrike" cap="none">
                <a:solidFill>
                  <a:schemeClr val="accent5"/>
                </a:solidFill>
                <a:latin typeface="Ubuntu"/>
                <a:ea typeface="Ubuntu"/>
                <a:cs typeface="Ubuntu"/>
                <a:sym typeface="Ubuntu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Ubuntu"/>
              <a:buChar char="■"/>
              <a:defRPr sz="1200" b="0" i="0" u="none" strike="noStrike" cap="none">
                <a:solidFill>
                  <a:schemeClr val="accent5"/>
                </a:solidFill>
                <a:latin typeface="Ubuntu"/>
                <a:ea typeface="Ubuntu"/>
                <a:cs typeface="Ubuntu"/>
                <a:sym typeface="Ubuntu"/>
              </a:defRPr>
            </a:lvl9pPr>
          </a:lstStyle>
          <a:p>
            <a:pPr marL="152400" indent="0">
              <a:buNone/>
            </a:pPr>
            <a:r>
              <a:rPr lang="it-IT" dirty="0"/>
              <a:t>Una volta che l'output algoritmico definisce il perimetro della decisione, il giudizio del medico tende a rimanere ancorato a quel suggerimento distorto.</a:t>
            </a:r>
          </a:p>
        </p:txBody>
      </p:sp>
    </p:spTree>
    <p:extLst>
      <p:ext uri="{BB962C8B-B14F-4D97-AF65-F5344CB8AC3E}">
        <p14:creationId xmlns:p14="http://schemas.microsoft.com/office/powerpoint/2010/main" val="39824455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40"/>
          <p:cNvSpPr txBox="1">
            <a:spLocks noGrp="1"/>
          </p:cNvSpPr>
          <p:nvPr>
            <p:ph type="title"/>
          </p:nvPr>
        </p:nvSpPr>
        <p:spPr>
          <a:xfrm>
            <a:off x="0" y="1534599"/>
            <a:ext cx="2944091" cy="459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it-IT" sz="2000" dirty="0"/>
              <a:t>I dati dimostrano che</a:t>
            </a:r>
            <a:endParaRPr sz="2000" dirty="0"/>
          </a:p>
        </p:txBody>
      </p:sp>
      <p:sp>
        <p:nvSpPr>
          <p:cNvPr id="321" name="Google Shape;321;p40"/>
          <p:cNvSpPr txBox="1">
            <a:spLocks noGrp="1"/>
          </p:cNvSpPr>
          <p:nvPr>
            <p:ph type="subTitle" idx="1"/>
          </p:nvPr>
        </p:nvSpPr>
        <p:spPr>
          <a:xfrm>
            <a:off x="3511058" y="1297027"/>
            <a:ext cx="4534282" cy="93484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2400" lvl="0" indent="0"/>
            <a:r>
              <a:rPr lang="it-IT" sz="1200" dirty="0"/>
              <a:t>I pazienti Bianchi e Neri generano costi sanitari quasi identici nell’anno successivo.</a:t>
            </a:r>
          </a:p>
          <a:p>
            <a:pPr marL="152400" lvl="0" indent="0"/>
            <a:r>
              <a:rPr lang="it-IT" sz="1200" dirty="0"/>
              <a:t>Nel primo decile di rischio, i costi realizzati sono di circa $5.147 per i pazienti Neri e $4.995 per i Bianchi.</a:t>
            </a:r>
          </a:p>
        </p:txBody>
      </p:sp>
      <p:sp>
        <p:nvSpPr>
          <p:cNvPr id="322" name="Google Shape;322;p40"/>
          <p:cNvSpPr txBox="1">
            <a:spLocks noGrp="1"/>
          </p:cNvSpPr>
          <p:nvPr>
            <p:ph type="subTitle" idx="3"/>
          </p:nvPr>
        </p:nvSpPr>
        <p:spPr>
          <a:xfrm>
            <a:off x="3511058" y="2632274"/>
            <a:ext cx="4534282" cy="169596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2400" lvl="0" indent="0"/>
            <a:r>
              <a:rPr lang="it-IT" sz="1200" dirty="0"/>
              <a:t>A parità di numero di malattie croniche, i pazienti Neri generano costi significativamente inferiori rispetto ai Bianchi.</a:t>
            </a:r>
          </a:p>
          <a:p>
            <a:pPr marL="152400" lvl="0" indent="0"/>
            <a:r>
              <a:rPr lang="it-IT" sz="1200" dirty="0"/>
              <a:t>Per un paziente Nero si spendono in media </a:t>
            </a:r>
            <a:r>
              <a:rPr lang="it-IT" sz="1200" b="1" dirty="0"/>
              <a:t>1.801 dollari in meno</a:t>
            </a:r>
            <a:r>
              <a:rPr lang="it-IT" sz="1200" dirty="0"/>
              <a:t> all'anno.</a:t>
            </a:r>
          </a:p>
          <a:p>
            <a:pPr marL="152400" lvl="0" indent="0"/>
            <a:r>
              <a:rPr lang="it-IT" sz="1200" b="1" dirty="0"/>
              <a:t>Stesso livello di gravità clinica → Minore spesa sanitaria erogata</a:t>
            </a:r>
            <a:r>
              <a:rPr lang="it-IT" sz="1200" dirty="0"/>
              <a:t>.</a:t>
            </a:r>
          </a:p>
        </p:txBody>
      </p:sp>
      <p:sp>
        <p:nvSpPr>
          <p:cNvPr id="324" name="Google Shape;324;p40"/>
          <p:cNvSpPr txBox="1">
            <a:spLocks noGrp="1"/>
          </p:cNvSpPr>
          <p:nvPr>
            <p:ph type="title" idx="2"/>
          </p:nvPr>
        </p:nvSpPr>
        <p:spPr>
          <a:xfrm>
            <a:off x="-1" y="3078710"/>
            <a:ext cx="2944091" cy="803091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it-IT" sz="2000" dirty="0"/>
              <a:t>Vi è discrepanza sistematica</a:t>
            </a:r>
            <a:endParaRPr sz="2000" dirty="0"/>
          </a:p>
        </p:txBody>
      </p:sp>
      <p:sp>
        <p:nvSpPr>
          <p:cNvPr id="326" name="Google Shape;326;p40"/>
          <p:cNvSpPr/>
          <p:nvPr/>
        </p:nvSpPr>
        <p:spPr>
          <a:xfrm rot="8997016">
            <a:off x="7622370" y="1553651"/>
            <a:ext cx="1888308" cy="1441333"/>
          </a:xfrm>
          <a:custGeom>
            <a:avLst/>
            <a:gdLst/>
            <a:ahLst/>
            <a:cxnLst/>
            <a:rect l="l" t="t" r="r" b="b"/>
            <a:pathLst>
              <a:path w="82655" h="63090" extrusionOk="0">
                <a:moveTo>
                  <a:pt x="0" y="0"/>
                </a:moveTo>
                <a:cubicBezTo>
                  <a:pt x="176" y="176"/>
                  <a:pt x="374" y="374"/>
                  <a:pt x="550" y="550"/>
                </a:cubicBezTo>
                <a:cubicBezTo>
                  <a:pt x="3299" y="2661"/>
                  <a:pt x="6137" y="4861"/>
                  <a:pt x="8974" y="6972"/>
                </a:cubicBezTo>
                <a:cubicBezTo>
                  <a:pt x="11635" y="8974"/>
                  <a:pt x="14385" y="10997"/>
                  <a:pt x="17046" y="13021"/>
                </a:cubicBezTo>
                <a:cubicBezTo>
                  <a:pt x="19069" y="14582"/>
                  <a:pt x="20895" y="16232"/>
                  <a:pt x="22918" y="17881"/>
                </a:cubicBezTo>
                <a:cubicBezTo>
                  <a:pt x="24194" y="18871"/>
                  <a:pt x="25558" y="19795"/>
                  <a:pt x="26855" y="20807"/>
                </a:cubicBezTo>
                <a:cubicBezTo>
                  <a:pt x="28967" y="22632"/>
                  <a:pt x="31056" y="24480"/>
                  <a:pt x="32816" y="26679"/>
                </a:cubicBezTo>
                <a:cubicBezTo>
                  <a:pt x="34092" y="28131"/>
                  <a:pt x="35191" y="29692"/>
                  <a:pt x="35829" y="31518"/>
                </a:cubicBezTo>
                <a:cubicBezTo>
                  <a:pt x="36115" y="32442"/>
                  <a:pt x="36467" y="33453"/>
                  <a:pt x="36929" y="34267"/>
                </a:cubicBezTo>
                <a:cubicBezTo>
                  <a:pt x="38314" y="36840"/>
                  <a:pt x="39766" y="39326"/>
                  <a:pt x="41064" y="41877"/>
                </a:cubicBezTo>
                <a:cubicBezTo>
                  <a:pt x="42053" y="43615"/>
                  <a:pt x="43065" y="45264"/>
                  <a:pt x="44539" y="46650"/>
                </a:cubicBezTo>
                <a:cubicBezTo>
                  <a:pt x="44715" y="46826"/>
                  <a:pt x="44803" y="47112"/>
                  <a:pt x="44913" y="47288"/>
                </a:cubicBezTo>
                <a:cubicBezTo>
                  <a:pt x="45353" y="48761"/>
                  <a:pt x="45814" y="50125"/>
                  <a:pt x="46364" y="51511"/>
                </a:cubicBezTo>
                <a:cubicBezTo>
                  <a:pt x="46738" y="52698"/>
                  <a:pt x="47200" y="53886"/>
                  <a:pt x="47750" y="54986"/>
                </a:cubicBezTo>
                <a:cubicBezTo>
                  <a:pt x="48212" y="55997"/>
                  <a:pt x="48762" y="57009"/>
                  <a:pt x="49400" y="58021"/>
                </a:cubicBezTo>
                <a:cubicBezTo>
                  <a:pt x="50301" y="59208"/>
                  <a:pt x="51225" y="60484"/>
                  <a:pt x="52149" y="61672"/>
                </a:cubicBezTo>
                <a:cubicBezTo>
                  <a:pt x="52595" y="62185"/>
                  <a:pt x="53215" y="62450"/>
                  <a:pt x="53821" y="62450"/>
                </a:cubicBezTo>
                <a:cubicBezTo>
                  <a:pt x="54201" y="62450"/>
                  <a:pt x="54576" y="62346"/>
                  <a:pt x="54898" y="62134"/>
                </a:cubicBezTo>
                <a:cubicBezTo>
                  <a:pt x="55712" y="61584"/>
                  <a:pt x="55910" y="60770"/>
                  <a:pt x="55360" y="59670"/>
                </a:cubicBezTo>
                <a:cubicBezTo>
                  <a:pt x="54898" y="58747"/>
                  <a:pt x="54348" y="57823"/>
                  <a:pt x="53886" y="56921"/>
                </a:cubicBezTo>
                <a:cubicBezTo>
                  <a:pt x="53249" y="55535"/>
                  <a:pt x="52501" y="54172"/>
                  <a:pt x="51863" y="52786"/>
                </a:cubicBezTo>
                <a:cubicBezTo>
                  <a:pt x="51511" y="51972"/>
                  <a:pt x="51313" y="51137"/>
                  <a:pt x="51049" y="50323"/>
                </a:cubicBezTo>
                <a:cubicBezTo>
                  <a:pt x="50675" y="49399"/>
                  <a:pt x="50301" y="48475"/>
                  <a:pt x="50037" y="47574"/>
                </a:cubicBezTo>
                <a:cubicBezTo>
                  <a:pt x="49861" y="47112"/>
                  <a:pt x="50125" y="46738"/>
                  <a:pt x="50587" y="46562"/>
                </a:cubicBezTo>
                <a:cubicBezTo>
                  <a:pt x="50902" y="46455"/>
                  <a:pt x="51179" y="46402"/>
                  <a:pt x="51428" y="46402"/>
                </a:cubicBezTo>
                <a:cubicBezTo>
                  <a:pt x="52052" y="46402"/>
                  <a:pt x="52507" y="46732"/>
                  <a:pt x="52963" y="47376"/>
                </a:cubicBezTo>
                <a:cubicBezTo>
                  <a:pt x="53161" y="47662"/>
                  <a:pt x="53249" y="47837"/>
                  <a:pt x="53425" y="48123"/>
                </a:cubicBezTo>
                <a:cubicBezTo>
                  <a:pt x="54700" y="50499"/>
                  <a:pt x="56086" y="52874"/>
                  <a:pt x="58109" y="54810"/>
                </a:cubicBezTo>
                <a:cubicBezTo>
                  <a:pt x="60661" y="57273"/>
                  <a:pt x="63058" y="59846"/>
                  <a:pt x="65521" y="62420"/>
                </a:cubicBezTo>
                <a:cubicBezTo>
                  <a:pt x="66023" y="62861"/>
                  <a:pt x="66654" y="63089"/>
                  <a:pt x="67260" y="63089"/>
                </a:cubicBezTo>
                <a:cubicBezTo>
                  <a:pt x="67770" y="63089"/>
                  <a:pt x="68262" y="62927"/>
                  <a:pt x="68645" y="62596"/>
                </a:cubicBezTo>
                <a:cubicBezTo>
                  <a:pt x="69546" y="61870"/>
                  <a:pt x="69832" y="60946"/>
                  <a:pt x="69106" y="60110"/>
                </a:cubicBezTo>
                <a:cubicBezTo>
                  <a:pt x="67633" y="58461"/>
                  <a:pt x="66159" y="56723"/>
                  <a:pt x="64708" y="55074"/>
                </a:cubicBezTo>
                <a:cubicBezTo>
                  <a:pt x="64048" y="54348"/>
                  <a:pt x="63498" y="53622"/>
                  <a:pt x="62948" y="52874"/>
                </a:cubicBezTo>
                <a:cubicBezTo>
                  <a:pt x="62046" y="51686"/>
                  <a:pt x="61210" y="50411"/>
                  <a:pt x="60309" y="49223"/>
                </a:cubicBezTo>
                <a:cubicBezTo>
                  <a:pt x="59561" y="48013"/>
                  <a:pt x="58747" y="46914"/>
                  <a:pt x="57911" y="45726"/>
                </a:cubicBezTo>
                <a:cubicBezTo>
                  <a:pt x="58129" y="45606"/>
                  <a:pt x="58348" y="45548"/>
                  <a:pt x="58561" y="45548"/>
                </a:cubicBezTo>
                <a:cubicBezTo>
                  <a:pt x="58973" y="45548"/>
                  <a:pt x="59359" y="45767"/>
                  <a:pt x="59649" y="46188"/>
                </a:cubicBezTo>
                <a:cubicBezTo>
                  <a:pt x="60111" y="46650"/>
                  <a:pt x="60485" y="47288"/>
                  <a:pt x="60859" y="47749"/>
                </a:cubicBezTo>
                <a:cubicBezTo>
                  <a:pt x="62046" y="49223"/>
                  <a:pt x="63146" y="50587"/>
                  <a:pt x="64334" y="51862"/>
                </a:cubicBezTo>
                <a:cubicBezTo>
                  <a:pt x="65807" y="53424"/>
                  <a:pt x="67347" y="54810"/>
                  <a:pt x="68821" y="56371"/>
                </a:cubicBezTo>
                <a:cubicBezTo>
                  <a:pt x="70382" y="57911"/>
                  <a:pt x="71856" y="59560"/>
                  <a:pt x="73395" y="61210"/>
                </a:cubicBezTo>
                <a:cubicBezTo>
                  <a:pt x="73776" y="61667"/>
                  <a:pt x="74252" y="61892"/>
                  <a:pt x="74779" y="61892"/>
                </a:cubicBezTo>
                <a:cubicBezTo>
                  <a:pt x="75013" y="61892"/>
                  <a:pt x="75257" y="61848"/>
                  <a:pt x="75507" y="61760"/>
                </a:cubicBezTo>
                <a:cubicBezTo>
                  <a:pt x="76694" y="61320"/>
                  <a:pt x="77794" y="59560"/>
                  <a:pt x="76694" y="58197"/>
                </a:cubicBezTo>
                <a:cubicBezTo>
                  <a:pt x="76145" y="57471"/>
                  <a:pt x="75595" y="56723"/>
                  <a:pt x="75045" y="55997"/>
                </a:cubicBezTo>
                <a:lnTo>
                  <a:pt x="72582" y="52698"/>
                </a:lnTo>
                <a:cubicBezTo>
                  <a:pt x="71746" y="51774"/>
                  <a:pt x="71020" y="50763"/>
                  <a:pt x="70206" y="49861"/>
                </a:cubicBezTo>
                <a:cubicBezTo>
                  <a:pt x="69370" y="48937"/>
                  <a:pt x="68557" y="48013"/>
                  <a:pt x="67721" y="47112"/>
                </a:cubicBezTo>
                <a:cubicBezTo>
                  <a:pt x="67259" y="46562"/>
                  <a:pt x="66709" y="46188"/>
                  <a:pt x="66247" y="45638"/>
                </a:cubicBezTo>
                <a:cubicBezTo>
                  <a:pt x="65345" y="44824"/>
                  <a:pt x="64422" y="43900"/>
                  <a:pt x="63608" y="42977"/>
                </a:cubicBezTo>
                <a:cubicBezTo>
                  <a:pt x="63498" y="42889"/>
                  <a:pt x="63410" y="42713"/>
                  <a:pt x="63410" y="42625"/>
                </a:cubicBezTo>
                <a:cubicBezTo>
                  <a:pt x="63498" y="42625"/>
                  <a:pt x="63498" y="42515"/>
                  <a:pt x="63498" y="42515"/>
                </a:cubicBezTo>
                <a:lnTo>
                  <a:pt x="63784" y="42515"/>
                </a:lnTo>
                <a:cubicBezTo>
                  <a:pt x="63883" y="42501"/>
                  <a:pt x="63982" y="42494"/>
                  <a:pt x="64081" y="42494"/>
                </a:cubicBezTo>
                <a:cubicBezTo>
                  <a:pt x="64616" y="42494"/>
                  <a:pt x="65131" y="42693"/>
                  <a:pt x="65521" y="43065"/>
                </a:cubicBezTo>
                <a:cubicBezTo>
                  <a:pt x="66995" y="44450"/>
                  <a:pt x="68645" y="45638"/>
                  <a:pt x="70294" y="46738"/>
                </a:cubicBezTo>
                <a:cubicBezTo>
                  <a:pt x="71746" y="47662"/>
                  <a:pt x="73219" y="48761"/>
                  <a:pt x="74605" y="49861"/>
                </a:cubicBezTo>
                <a:cubicBezTo>
                  <a:pt x="75507" y="50587"/>
                  <a:pt x="76343" y="51511"/>
                  <a:pt x="77354" y="52236"/>
                </a:cubicBezTo>
                <a:cubicBezTo>
                  <a:pt x="77992" y="52786"/>
                  <a:pt x="78718" y="53160"/>
                  <a:pt x="79554" y="53512"/>
                </a:cubicBezTo>
                <a:cubicBezTo>
                  <a:pt x="79807" y="53628"/>
                  <a:pt x="80063" y="53683"/>
                  <a:pt x="80314" y="53683"/>
                </a:cubicBezTo>
                <a:cubicBezTo>
                  <a:pt x="80869" y="53683"/>
                  <a:pt x="81402" y="53416"/>
                  <a:pt x="81841" y="52962"/>
                </a:cubicBezTo>
                <a:cubicBezTo>
                  <a:pt x="82391" y="52236"/>
                  <a:pt x="82655" y="51423"/>
                  <a:pt x="82105" y="50587"/>
                </a:cubicBezTo>
                <a:cubicBezTo>
                  <a:pt x="81643" y="49861"/>
                  <a:pt x="81005" y="49113"/>
                  <a:pt x="80280" y="48387"/>
                </a:cubicBezTo>
                <a:cubicBezTo>
                  <a:pt x="78894" y="47024"/>
                  <a:pt x="77354" y="45814"/>
                  <a:pt x="75969" y="44274"/>
                </a:cubicBezTo>
                <a:cubicBezTo>
                  <a:pt x="74143" y="42339"/>
                  <a:pt x="72032" y="40865"/>
                  <a:pt x="69832" y="39326"/>
                </a:cubicBezTo>
                <a:cubicBezTo>
                  <a:pt x="68821" y="38490"/>
                  <a:pt x="67633" y="37852"/>
                  <a:pt x="66709" y="37016"/>
                </a:cubicBezTo>
                <a:cubicBezTo>
                  <a:pt x="65521" y="35917"/>
                  <a:pt x="64510" y="34729"/>
                  <a:pt x="63498" y="33629"/>
                </a:cubicBezTo>
                <a:cubicBezTo>
                  <a:pt x="62596" y="32727"/>
                  <a:pt x="62134" y="31518"/>
                  <a:pt x="61760" y="30330"/>
                </a:cubicBezTo>
                <a:cubicBezTo>
                  <a:pt x="61496" y="29604"/>
                  <a:pt x="61672" y="29428"/>
                  <a:pt x="62398" y="29318"/>
                </a:cubicBezTo>
                <a:cubicBezTo>
                  <a:pt x="62541" y="29274"/>
                  <a:pt x="62679" y="29252"/>
                  <a:pt x="62816" y="29252"/>
                </a:cubicBezTo>
                <a:cubicBezTo>
                  <a:pt x="62954" y="29252"/>
                  <a:pt x="63091" y="29274"/>
                  <a:pt x="63234" y="29318"/>
                </a:cubicBezTo>
                <a:cubicBezTo>
                  <a:pt x="64158" y="29604"/>
                  <a:pt x="65059" y="29978"/>
                  <a:pt x="65983" y="30330"/>
                </a:cubicBezTo>
                <a:cubicBezTo>
                  <a:pt x="67259" y="30704"/>
                  <a:pt x="68557" y="31254"/>
                  <a:pt x="69832" y="31518"/>
                </a:cubicBezTo>
                <a:cubicBezTo>
                  <a:pt x="70338" y="31604"/>
                  <a:pt x="70839" y="31646"/>
                  <a:pt x="71334" y="31646"/>
                </a:cubicBezTo>
                <a:cubicBezTo>
                  <a:pt x="72992" y="31646"/>
                  <a:pt x="74583" y="31177"/>
                  <a:pt x="76057" y="30330"/>
                </a:cubicBezTo>
                <a:cubicBezTo>
                  <a:pt x="76980" y="29868"/>
                  <a:pt x="77530" y="29054"/>
                  <a:pt x="77706" y="28043"/>
                </a:cubicBezTo>
                <a:cubicBezTo>
                  <a:pt x="77794" y="27229"/>
                  <a:pt x="77530" y="26855"/>
                  <a:pt x="76804" y="26767"/>
                </a:cubicBezTo>
                <a:cubicBezTo>
                  <a:pt x="76387" y="26723"/>
                  <a:pt x="75974" y="26723"/>
                  <a:pt x="75562" y="26723"/>
                </a:cubicBezTo>
                <a:cubicBezTo>
                  <a:pt x="75149" y="26723"/>
                  <a:pt x="74737" y="26723"/>
                  <a:pt x="74319" y="26679"/>
                </a:cubicBezTo>
                <a:cubicBezTo>
                  <a:pt x="74019" y="26679"/>
                  <a:pt x="73699" y="26698"/>
                  <a:pt x="73388" y="26698"/>
                </a:cubicBezTo>
                <a:cubicBezTo>
                  <a:pt x="73037" y="26698"/>
                  <a:pt x="72697" y="26674"/>
                  <a:pt x="72406" y="26569"/>
                </a:cubicBezTo>
                <a:cubicBezTo>
                  <a:pt x="71306" y="26305"/>
                  <a:pt x="70294" y="25931"/>
                  <a:pt x="69194" y="25469"/>
                </a:cubicBezTo>
                <a:cubicBezTo>
                  <a:pt x="67259" y="24656"/>
                  <a:pt x="65345" y="23820"/>
                  <a:pt x="63410" y="22918"/>
                </a:cubicBezTo>
                <a:cubicBezTo>
                  <a:pt x="62684" y="22544"/>
                  <a:pt x="61958" y="22082"/>
                  <a:pt x="61210" y="21818"/>
                </a:cubicBezTo>
                <a:cubicBezTo>
                  <a:pt x="58835" y="20895"/>
                  <a:pt x="56460" y="19971"/>
                  <a:pt x="54062" y="19245"/>
                </a:cubicBezTo>
                <a:cubicBezTo>
                  <a:pt x="51511" y="18519"/>
                  <a:pt x="49026" y="17595"/>
                  <a:pt x="46738" y="16232"/>
                </a:cubicBezTo>
                <a:cubicBezTo>
                  <a:pt x="45177" y="15396"/>
                  <a:pt x="43813" y="14296"/>
                  <a:pt x="42427" y="13197"/>
                </a:cubicBezTo>
                <a:cubicBezTo>
                  <a:pt x="40602" y="11723"/>
                  <a:pt x="38666" y="10447"/>
                  <a:pt x="36841" y="8974"/>
                </a:cubicBezTo>
                <a:cubicBezTo>
                  <a:pt x="34179" y="6972"/>
                  <a:pt x="31606" y="4949"/>
                  <a:pt x="29055" y="2837"/>
                </a:cubicBezTo>
                <a:cubicBezTo>
                  <a:pt x="27955" y="1935"/>
                  <a:pt x="26943" y="924"/>
                  <a:pt x="25932" y="0"/>
                </a:cubicBezTo>
                <a:close/>
              </a:path>
            </a:pathLst>
          </a:custGeom>
          <a:solidFill>
            <a:srgbClr val="7D302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7" name="Google Shape;327;p40"/>
          <p:cNvSpPr/>
          <p:nvPr/>
        </p:nvSpPr>
        <p:spPr>
          <a:xfrm rot="611324" flipH="1">
            <a:off x="-28686" y="3781504"/>
            <a:ext cx="1645193" cy="1653995"/>
          </a:xfrm>
          <a:custGeom>
            <a:avLst/>
            <a:gdLst/>
            <a:ahLst/>
            <a:cxnLst/>
            <a:rect l="l" t="t" r="r" b="b"/>
            <a:pathLst>
              <a:path w="56263" h="56564" extrusionOk="0">
                <a:moveTo>
                  <a:pt x="6885" y="11300"/>
                </a:moveTo>
                <a:cubicBezTo>
                  <a:pt x="8799" y="12289"/>
                  <a:pt x="10624" y="13301"/>
                  <a:pt x="12472" y="14313"/>
                </a:cubicBezTo>
                <a:cubicBezTo>
                  <a:pt x="10998" y="14049"/>
                  <a:pt x="7787" y="12201"/>
                  <a:pt x="6885" y="11476"/>
                </a:cubicBezTo>
                <a:lnTo>
                  <a:pt x="6885" y="11300"/>
                </a:lnTo>
                <a:close/>
                <a:moveTo>
                  <a:pt x="14847" y="15589"/>
                </a:moveTo>
                <a:lnTo>
                  <a:pt x="14847" y="15589"/>
                </a:lnTo>
                <a:cubicBezTo>
                  <a:pt x="15947" y="15962"/>
                  <a:pt x="17046" y="16424"/>
                  <a:pt x="17970" y="17062"/>
                </a:cubicBezTo>
                <a:cubicBezTo>
                  <a:pt x="17970" y="17150"/>
                  <a:pt x="17882" y="17150"/>
                  <a:pt x="17882" y="17238"/>
                </a:cubicBezTo>
                <a:cubicBezTo>
                  <a:pt x="16871" y="16688"/>
                  <a:pt x="15859" y="16138"/>
                  <a:pt x="14847" y="15589"/>
                </a:cubicBezTo>
                <a:close/>
                <a:moveTo>
                  <a:pt x="15221" y="20911"/>
                </a:moveTo>
                <a:cubicBezTo>
                  <a:pt x="15947" y="21285"/>
                  <a:pt x="16783" y="21637"/>
                  <a:pt x="17596" y="22011"/>
                </a:cubicBezTo>
                <a:cubicBezTo>
                  <a:pt x="17508" y="22099"/>
                  <a:pt x="17508" y="22099"/>
                  <a:pt x="17508" y="22187"/>
                </a:cubicBezTo>
                <a:cubicBezTo>
                  <a:pt x="16673" y="21747"/>
                  <a:pt x="15947" y="21373"/>
                  <a:pt x="15133" y="20999"/>
                </a:cubicBezTo>
                <a:lnTo>
                  <a:pt x="15221" y="20911"/>
                </a:lnTo>
                <a:close/>
                <a:moveTo>
                  <a:pt x="23964" y="0"/>
                </a:moveTo>
                <a:cubicBezTo>
                  <a:pt x="23623" y="0"/>
                  <a:pt x="23282" y="160"/>
                  <a:pt x="23007" y="478"/>
                </a:cubicBezTo>
                <a:cubicBezTo>
                  <a:pt x="22457" y="1204"/>
                  <a:pt x="22171" y="2040"/>
                  <a:pt x="22281" y="3052"/>
                </a:cubicBezTo>
                <a:cubicBezTo>
                  <a:pt x="22633" y="5053"/>
                  <a:pt x="23469" y="6901"/>
                  <a:pt x="25030" y="8264"/>
                </a:cubicBezTo>
                <a:cubicBezTo>
                  <a:pt x="25580" y="8726"/>
                  <a:pt x="26020" y="9188"/>
                  <a:pt x="26570" y="9650"/>
                </a:cubicBezTo>
                <a:lnTo>
                  <a:pt x="26482" y="9738"/>
                </a:lnTo>
                <a:cubicBezTo>
                  <a:pt x="25030" y="9276"/>
                  <a:pt x="23557" y="8902"/>
                  <a:pt x="22171" y="8176"/>
                </a:cubicBezTo>
                <a:cubicBezTo>
                  <a:pt x="20170" y="6989"/>
                  <a:pt x="18058" y="5889"/>
                  <a:pt x="15771" y="5141"/>
                </a:cubicBezTo>
                <a:cubicBezTo>
                  <a:pt x="14759" y="4789"/>
                  <a:pt x="13659" y="4503"/>
                  <a:pt x="12560" y="4152"/>
                </a:cubicBezTo>
                <a:cubicBezTo>
                  <a:pt x="11372" y="3778"/>
                  <a:pt x="10074" y="3404"/>
                  <a:pt x="8799" y="3052"/>
                </a:cubicBezTo>
                <a:cubicBezTo>
                  <a:pt x="8268" y="2866"/>
                  <a:pt x="7729" y="2763"/>
                  <a:pt x="7162" y="2763"/>
                </a:cubicBezTo>
                <a:cubicBezTo>
                  <a:pt x="6859" y="2763"/>
                  <a:pt x="6547" y="2793"/>
                  <a:pt x="6225" y="2854"/>
                </a:cubicBezTo>
                <a:cubicBezTo>
                  <a:pt x="5038" y="3140"/>
                  <a:pt x="4400" y="4591"/>
                  <a:pt x="5236" y="5691"/>
                </a:cubicBezTo>
                <a:cubicBezTo>
                  <a:pt x="5236" y="5801"/>
                  <a:pt x="5324" y="5889"/>
                  <a:pt x="5412" y="6065"/>
                </a:cubicBezTo>
                <a:cubicBezTo>
                  <a:pt x="4950" y="5977"/>
                  <a:pt x="4686" y="5889"/>
                  <a:pt x="4312" y="5801"/>
                </a:cubicBezTo>
                <a:cubicBezTo>
                  <a:pt x="3586" y="5603"/>
                  <a:pt x="2926" y="5339"/>
                  <a:pt x="2200" y="5339"/>
                </a:cubicBezTo>
                <a:cubicBezTo>
                  <a:pt x="1013" y="5339"/>
                  <a:pt x="89" y="6351"/>
                  <a:pt x="89" y="7539"/>
                </a:cubicBezTo>
                <a:cubicBezTo>
                  <a:pt x="1" y="8264"/>
                  <a:pt x="551" y="8638"/>
                  <a:pt x="1101" y="8990"/>
                </a:cubicBezTo>
                <a:cubicBezTo>
                  <a:pt x="1387" y="9188"/>
                  <a:pt x="1563" y="9276"/>
                  <a:pt x="1826" y="9364"/>
                </a:cubicBezTo>
                <a:cubicBezTo>
                  <a:pt x="1475" y="9738"/>
                  <a:pt x="1101" y="10002"/>
                  <a:pt x="925" y="10464"/>
                </a:cubicBezTo>
                <a:cubicBezTo>
                  <a:pt x="375" y="11388"/>
                  <a:pt x="639" y="12399"/>
                  <a:pt x="1563" y="13037"/>
                </a:cubicBezTo>
                <a:cubicBezTo>
                  <a:pt x="2288" y="13587"/>
                  <a:pt x="3124" y="14049"/>
                  <a:pt x="3850" y="14599"/>
                </a:cubicBezTo>
                <a:cubicBezTo>
                  <a:pt x="4026" y="14687"/>
                  <a:pt x="4224" y="14863"/>
                  <a:pt x="4400" y="14951"/>
                </a:cubicBezTo>
                <a:cubicBezTo>
                  <a:pt x="4224" y="15149"/>
                  <a:pt x="4136" y="15149"/>
                  <a:pt x="4026" y="15237"/>
                </a:cubicBezTo>
                <a:cubicBezTo>
                  <a:pt x="3212" y="15874"/>
                  <a:pt x="3124" y="16974"/>
                  <a:pt x="3850" y="17788"/>
                </a:cubicBezTo>
                <a:cubicBezTo>
                  <a:pt x="5324" y="19438"/>
                  <a:pt x="7061" y="20911"/>
                  <a:pt x="8799" y="22297"/>
                </a:cubicBezTo>
                <a:cubicBezTo>
                  <a:pt x="10624" y="23660"/>
                  <a:pt x="12736" y="24760"/>
                  <a:pt x="14759" y="25860"/>
                </a:cubicBezTo>
                <a:cubicBezTo>
                  <a:pt x="16123" y="26586"/>
                  <a:pt x="17332" y="27509"/>
                  <a:pt x="18520" y="28521"/>
                </a:cubicBezTo>
                <a:cubicBezTo>
                  <a:pt x="19422" y="29335"/>
                  <a:pt x="20434" y="29995"/>
                  <a:pt x="21533" y="30545"/>
                </a:cubicBezTo>
                <a:cubicBezTo>
                  <a:pt x="23381" y="31534"/>
                  <a:pt x="25294" y="32546"/>
                  <a:pt x="27230" y="33470"/>
                </a:cubicBezTo>
                <a:cubicBezTo>
                  <a:pt x="28594" y="34020"/>
                  <a:pt x="30067" y="34482"/>
                  <a:pt x="31629" y="34833"/>
                </a:cubicBezTo>
                <a:cubicBezTo>
                  <a:pt x="33168" y="35295"/>
                  <a:pt x="34554" y="36043"/>
                  <a:pt x="35830" y="36945"/>
                </a:cubicBezTo>
                <a:cubicBezTo>
                  <a:pt x="38491" y="38880"/>
                  <a:pt x="40866" y="41256"/>
                  <a:pt x="43066" y="43741"/>
                </a:cubicBezTo>
                <a:cubicBezTo>
                  <a:pt x="45001" y="45831"/>
                  <a:pt x="47025" y="47854"/>
                  <a:pt x="49026" y="49790"/>
                </a:cubicBezTo>
                <a:cubicBezTo>
                  <a:pt x="51226" y="51989"/>
                  <a:pt x="53513" y="54078"/>
                  <a:pt x="55712" y="56190"/>
                </a:cubicBezTo>
                <a:cubicBezTo>
                  <a:pt x="55910" y="56278"/>
                  <a:pt x="55998" y="56388"/>
                  <a:pt x="56262" y="56564"/>
                </a:cubicBezTo>
                <a:lnTo>
                  <a:pt x="56262" y="56014"/>
                </a:lnTo>
                <a:lnTo>
                  <a:pt x="56262" y="35383"/>
                </a:lnTo>
                <a:cubicBezTo>
                  <a:pt x="56262" y="34943"/>
                  <a:pt x="56086" y="34658"/>
                  <a:pt x="55822" y="34284"/>
                </a:cubicBezTo>
                <a:cubicBezTo>
                  <a:pt x="54063" y="32744"/>
                  <a:pt x="52237" y="31182"/>
                  <a:pt x="50500" y="29533"/>
                </a:cubicBezTo>
                <a:cubicBezTo>
                  <a:pt x="48850" y="28059"/>
                  <a:pt x="47113" y="26696"/>
                  <a:pt x="45463" y="25134"/>
                </a:cubicBezTo>
                <a:cubicBezTo>
                  <a:pt x="44275" y="24034"/>
                  <a:pt x="43176" y="22847"/>
                  <a:pt x="42890" y="21197"/>
                </a:cubicBezTo>
                <a:cubicBezTo>
                  <a:pt x="42626" y="19899"/>
                  <a:pt x="41878" y="18712"/>
                  <a:pt x="41240" y="17612"/>
                </a:cubicBezTo>
                <a:cubicBezTo>
                  <a:pt x="40316" y="16138"/>
                  <a:pt x="39591" y="14687"/>
                  <a:pt x="38667" y="13301"/>
                </a:cubicBezTo>
                <a:cubicBezTo>
                  <a:pt x="38029" y="12289"/>
                  <a:pt x="37303" y="11388"/>
                  <a:pt x="36467" y="10552"/>
                </a:cubicBezTo>
                <a:cubicBezTo>
                  <a:pt x="35918" y="10002"/>
                  <a:pt x="35192" y="9650"/>
                  <a:pt x="34554" y="9188"/>
                </a:cubicBezTo>
                <a:cubicBezTo>
                  <a:pt x="34092" y="8902"/>
                  <a:pt x="33718" y="8638"/>
                  <a:pt x="33366" y="8264"/>
                </a:cubicBezTo>
                <a:cubicBezTo>
                  <a:pt x="32816" y="7803"/>
                  <a:pt x="32179" y="7451"/>
                  <a:pt x="31717" y="6989"/>
                </a:cubicBezTo>
                <a:cubicBezTo>
                  <a:pt x="30881" y="6241"/>
                  <a:pt x="30155" y="5603"/>
                  <a:pt x="29319" y="4877"/>
                </a:cubicBezTo>
                <a:cubicBezTo>
                  <a:pt x="28879" y="4503"/>
                  <a:pt x="28418" y="4240"/>
                  <a:pt x="28044" y="3866"/>
                </a:cubicBezTo>
                <a:cubicBezTo>
                  <a:pt x="27406" y="3316"/>
                  <a:pt x="26768" y="2678"/>
                  <a:pt x="26218" y="2040"/>
                </a:cubicBezTo>
                <a:cubicBezTo>
                  <a:pt x="25756" y="1578"/>
                  <a:pt x="25294" y="1028"/>
                  <a:pt x="24920" y="478"/>
                </a:cubicBezTo>
                <a:cubicBezTo>
                  <a:pt x="24646" y="160"/>
                  <a:pt x="24305" y="0"/>
                  <a:pt x="23964" y="0"/>
                </a:cubicBezTo>
                <a:close/>
              </a:path>
            </a:pathLst>
          </a:custGeom>
          <a:solidFill>
            <a:srgbClr val="AC674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8" name="Google Shape;328;p40"/>
          <p:cNvSpPr/>
          <p:nvPr/>
        </p:nvSpPr>
        <p:spPr>
          <a:xfrm rot="7662282">
            <a:off x="-315070" y="166152"/>
            <a:ext cx="1751238" cy="1496497"/>
          </a:xfrm>
          <a:custGeom>
            <a:avLst/>
            <a:gdLst/>
            <a:ahLst/>
            <a:cxnLst/>
            <a:rect l="l" t="t" r="r" b="b"/>
            <a:pathLst>
              <a:path w="80742" h="68997" extrusionOk="0">
                <a:moveTo>
                  <a:pt x="30704" y="1"/>
                </a:moveTo>
                <a:cubicBezTo>
                  <a:pt x="29055" y="89"/>
                  <a:pt x="29693" y="5587"/>
                  <a:pt x="29781" y="6687"/>
                </a:cubicBezTo>
                <a:cubicBezTo>
                  <a:pt x="29891" y="9348"/>
                  <a:pt x="29979" y="11988"/>
                  <a:pt x="29891" y="14649"/>
                </a:cubicBezTo>
                <a:cubicBezTo>
                  <a:pt x="29891" y="15573"/>
                  <a:pt x="29143" y="16936"/>
                  <a:pt x="28417" y="17134"/>
                </a:cubicBezTo>
                <a:cubicBezTo>
                  <a:pt x="28343" y="17152"/>
                  <a:pt x="28261" y="17161"/>
                  <a:pt x="28174" y="17161"/>
                </a:cubicBezTo>
                <a:cubicBezTo>
                  <a:pt x="27415" y="17161"/>
                  <a:pt x="26249" y="16508"/>
                  <a:pt x="25756" y="15837"/>
                </a:cubicBezTo>
                <a:cubicBezTo>
                  <a:pt x="24744" y="14649"/>
                  <a:pt x="24194" y="12999"/>
                  <a:pt x="23292" y="11724"/>
                </a:cubicBezTo>
                <a:cubicBezTo>
                  <a:pt x="21907" y="9524"/>
                  <a:pt x="20433" y="7413"/>
                  <a:pt x="18894" y="5213"/>
                </a:cubicBezTo>
                <a:cubicBezTo>
                  <a:pt x="18149" y="4156"/>
                  <a:pt x="16463" y="552"/>
                  <a:pt x="14752" y="552"/>
                </a:cubicBezTo>
                <a:cubicBezTo>
                  <a:pt x="14541" y="552"/>
                  <a:pt x="14330" y="606"/>
                  <a:pt x="14121" y="726"/>
                </a:cubicBezTo>
                <a:cubicBezTo>
                  <a:pt x="13483" y="990"/>
                  <a:pt x="13197" y="2090"/>
                  <a:pt x="13483" y="2750"/>
                </a:cubicBezTo>
                <a:cubicBezTo>
                  <a:pt x="15858" y="7325"/>
                  <a:pt x="18344" y="11812"/>
                  <a:pt x="20807" y="16298"/>
                </a:cubicBezTo>
                <a:cubicBezTo>
                  <a:pt x="21181" y="16936"/>
                  <a:pt x="22083" y="18146"/>
                  <a:pt x="22193" y="18872"/>
                </a:cubicBezTo>
                <a:cubicBezTo>
                  <a:pt x="22281" y="19246"/>
                  <a:pt x="22545" y="19334"/>
                  <a:pt x="22083" y="19685"/>
                </a:cubicBezTo>
                <a:cubicBezTo>
                  <a:pt x="22028" y="19719"/>
                  <a:pt x="21965" y="19735"/>
                  <a:pt x="21897" y="19735"/>
                </a:cubicBezTo>
                <a:cubicBezTo>
                  <a:pt x="20842" y="19735"/>
                  <a:pt x="18293" y="15989"/>
                  <a:pt x="17508" y="15287"/>
                </a:cubicBezTo>
                <a:cubicBezTo>
                  <a:pt x="15484" y="13461"/>
                  <a:pt x="13483" y="11724"/>
                  <a:pt x="11459" y="9986"/>
                </a:cubicBezTo>
                <a:cubicBezTo>
                  <a:pt x="9913" y="8674"/>
                  <a:pt x="7773" y="5707"/>
                  <a:pt x="5383" y="5707"/>
                </a:cubicBezTo>
                <a:cubicBezTo>
                  <a:pt x="5088" y="5707"/>
                  <a:pt x="4789" y="5752"/>
                  <a:pt x="4487" y="5851"/>
                </a:cubicBezTo>
                <a:cubicBezTo>
                  <a:pt x="2112" y="6775"/>
                  <a:pt x="6973" y="11174"/>
                  <a:pt x="7698" y="11900"/>
                </a:cubicBezTo>
                <a:cubicBezTo>
                  <a:pt x="9546" y="13747"/>
                  <a:pt x="11283" y="15573"/>
                  <a:pt x="13109" y="17486"/>
                </a:cubicBezTo>
                <a:cubicBezTo>
                  <a:pt x="14121" y="18696"/>
                  <a:pt x="15132" y="19883"/>
                  <a:pt x="16144" y="21071"/>
                </a:cubicBezTo>
                <a:cubicBezTo>
                  <a:pt x="16694" y="21797"/>
                  <a:pt x="17794" y="22545"/>
                  <a:pt x="17970" y="23359"/>
                </a:cubicBezTo>
                <a:cubicBezTo>
                  <a:pt x="18122" y="23961"/>
                  <a:pt x="17934" y="24176"/>
                  <a:pt x="17584" y="24176"/>
                </a:cubicBezTo>
                <a:cubicBezTo>
                  <a:pt x="16873" y="24176"/>
                  <a:pt x="15494" y="23294"/>
                  <a:pt x="14935" y="22985"/>
                </a:cubicBezTo>
                <a:cubicBezTo>
                  <a:pt x="11745" y="21159"/>
                  <a:pt x="8622" y="19334"/>
                  <a:pt x="5499" y="17486"/>
                </a:cubicBezTo>
                <a:cubicBezTo>
                  <a:pt x="4861" y="17134"/>
                  <a:pt x="4135" y="16672"/>
                  <a:pt x="3497" y="16584"/>
                </a:cubicBezTo>
                <a:cubicBezTo>
                  <a:pt x="3368" y="16564"/>
                  <a:pt x="3217" y="16553"/>
                  <a:pt x="3059" y="16553"/>
                </a:cubicBezTo>
                <a:cubicBezTo>
                  <a:pt x="2547" y="16553"/>
                  <a:pt x="1956" y="16667"/>
                  <a:pt x="1738" y="16936"/>
                </a:cubicBezTo>
                <a:cubicBezTo>
                  <a:pt x="0" y="19334"/>
                  <a:pt x="8996" y="24546"/>
                  <a:pt x="10448" y="25558"/>
                </a:cubicBezTo>
                <a:cubicBezTo>
                  <a:pt x="15682" y="29033"/>
                  <a:pt x="19707" y="33630"/>
                  <a:pt x="23732" y="39216"/>
                </a:cubicBezTo>
                <a:cubicBezTo>
                  <a:pt x="19619" y="39590"/>
                  <a:pt x="15220" y="38930"/>
                  <a:pt x="11921" y="41680"/>
                </a:cubicBezTo>
                <a:cubicBezTo>
                  <a:pt x="11547" y="41966"/>
                  <a:pt x="11283" y="42340"/>
                  <a:pt x="11196" y="42779"/>
                </a:cubicBezTo>
                <a:cubicBezTo>
                  <a:pt x="10910" y="44253"/>
                  <a:pt x="16782" y="44429"/>
                  <a:pt x="17596" y="44539"/>
                </a:cubicBezTo>
                <a:cubicBezTo>
                  <a:pt x="21095" y="44852"/>
                  <a:pt x="24612" y="46051"/>
                  <a:pt x="28116" y="46051"/>
                </a:cubicBezTo>
                <a:cubicBezTo>
                  <a:pt x="28554" y="46051"/>
                  <a:pt x="28991" y="46032"/>
                  <a:pt x="29429" y="45991"/>
                </a:cubicBezTo>
                <a:cubicBezTo>
                  <a:pt x="29829" y="45962"/>
                  <a:pt x="30219" y="45947"/>
                  <a:pt x="30599" y="45947"/>
                </a:cubicBezTo>
                <a:cubicBezTo>
                  <a:pt x="33680" y="45947"/>
                  <a:pt x="36102" y="46930"/>
                  <a:pt x="38314" y="49378"/>
                </a:cubicBezTo>
                <a:cubicBezTo>
                  <a:pt x="43989" y="55800"/>
                  <a:pt x="49488" y="62222"/>
                  <a:pt x="54810" y="68997"/>
                </a:cubicBezTo>
                <a:lnTo>
                  <a:pt x="80741" y="68997"/>
                </a:lnTo>
                <a:cubicBezTo>
                  <a:pt x="72780" y="60749"/>
                  <a:pt x="64334" y="52963"/>
                  <a:pt x="55272" y="45815"/>
                </a:cubicBezTo>
                <a:cubicBezTo>
                  <a:pt x="51511" y="42779"/>
                  <a:pt x="48036" y="39480"/>
                  <a:pt x="45727" y="34993"/>
                </a:cubicBezTo>
                <a:cubicBezTo>
                  <a:pt x="43439" y="30683"/>
                  <a:pt x="40888" y="26570"/>
                  <a:pt x="38139" y="22633"/>
                </a:cubicBezTo>
                <a:cubicBezTo>
                  <a:pt x="36577" y="20609"/>
                  <a:pt x="35279" y="18322"/>
                  <a:pt x="34553" y="15837"/>
                </a:cubicBezTo>
                <a:cubicBezTo>
                  <a:pt x="33542" y="12361"/>
                  <a:pt x="33740" y="8512"/>
                  <a:pt x="32992" y="4839"/>
                </a:cubicBezTo>
                <a:cubicBezTo>
                  <a:pt x="32816" y="3850"/>
                  <a:pt x="32442" y="1"/>
                  <a:pt x="30704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Google Shape;292;p38">
            <a:extLst>
              <a:ext uri="{FF2B5EF4-FFF2-40B4-BE49-F238E27FC236}">
                <a16:creationId xmlns:a16="http://schemas.microsoft.com/office/drawing/2014/main" id="{D8D35C6C-0B19-5AED-FCA8-8E57585AEC37}"/>
              </a:ext>
            </a:extLst>
          </p:cNvPr>
          <p:cNvSpPr txBox="1">
            <a:spLocks/>
          </p:cNvSpPr>
          <p:nvPr/>
        </p:nvSpPr>
        <p:spPr>
          <a:xfrm>
            <a:off x="3511059" y="253724"/>
            <a:ext cx="4534281" cy="6428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200"/>
              <a:buFont typeface="Alegreya"/>
              <a:buNone/>
              <a:defRPr sz="4300" b="1" i="0" u="none" strike="noStrike" cap="none">
                <a:solidFill>
                  <a:schemeClr val="accent5"/>
                </a:solidFill>
                <a:latin typeface="Alegreya"/>
                <a:ea typeface="Alegreya"/>
                <a:cs typeface="Alegreya"/>
                <a:sym typeface="Alegreya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200"/>
              <a:buFont typeface="Alegreya"/>
              <a:buNone/>
              <a:defRPr sz="6200" b="1" i="0" u="none" strike="noStrike" cap="none">
                <a:solidFill>
                  <a:schemeClr val="accent5"/>
                </a:solidFill>
                <a:latin typeface="Alegreya"/>
                <a:ea typeface="Alegreya"/>
                <a:cs typeface="Alegreya"/>
                <a:sym typeface="Alegreya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200"/>
              <a:buFont typeface="Alegreya"/>
              <a:buNone/>
              <a:defRPr sz="6200" b="1" i="0" u="none" strike="noStrike" cap="none">
                <a:solidFill>
                  <a:schemeClr val="accent5"/>
                </a:solidFill>
                <a:latin typeface="Alegreya"/>
                <a:ea typeface="Alegreya"/>
                <a:cs typeface="Alegreya"/>
                <a:sym typeface="Alegreya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200"/>
              <a:buFont typeface="Alegreya"/>
              <a:buNone/>
              <a:defRPr sz="6200" b="1" i="0" u="none" strike="noStrike" cap="none">
                <a:solidFill>
                  <a:schemeClr val="accent5"/>
                </a:solidFill>
                <a:latin typeface="Alegreya"/>
                <a:ea typeface="Alegreya"/>
                <a:cs typeface="Alegreya"/>
                <a:sym typeface="Alegreya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200"/>
              <a:buFont typeface="Alegreya"/>
              <a:buNone/>
              <a:defRPr sz="6200" b="1" i="0" u="none" strike="noStrike" cap="none">
                <a:solidFill>
                  <a:schemeClr val="accent5"/>
                </a:solidFill>
                <a:latin typeface="Alegreya"/>
                <a:ea typeface="Alegreya"/>
                <a:cs typeface="Alegreya"/>
                <a:sym typeface="Alegreya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200"/>
              <a:buFont typeface="Alegreya"/>
              <a:buNone/>
              <a:defRPr sz="6200" b="1" i="0" u="none" strike="noStrike" cap="none">
                <a:solidFill>
                  <a:schemeClr val="accent5"/>
                </a:solidFill>
                <a:latin typeface="Alegreya"/>
                <a:ea typeface="Alegreya"/>
                <a:cs typeface="Alegreya"/>
                <a:sym typeface="Alegreya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200"/>
              <a:buFont typeface="Alegreya"/>
              <a:buNone/>
              <a:defRPr sz="6200" b="1" i="0" u="none" strike="noStrike" cap="none">
                <a:solidFill>
                  <a:schemeClr val="accent5"/>
                </a:solidFill>
                <a:latin typeface="Alegreya"/>
                <a:ea typeface="Alegreya"/>
                <a:cs typeface="Alegreya"/>
                <a:sym typeface="Alegreya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200"/>
              <a:buFont typeface="Alegreya"/>
              <a:buNone/>
              <a:defRPr sz="6200" b="1" i="0" u="none" strike="noStrike" cap="none">
                <a:solidFill>
                  <a:schemeClr val="accent5"/>
                </a:solidFill>
                <a:latin typeface="Alegreya"/>
                <a:ea typeface="Alegreya"/>
                <a:cs typeface="Alegreya"/>
                <a:sym typeface="Alegreya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200"/>
              <a:buFont typeface="Alegreya"/>
              <a:buNone/>
              <a:defRPr sz="6200" b="1" i="0" u="none" strike="noStrike" cap="none">
                <a:solidFill>
                  <a:schemeClr val="accent5"/>
                </a:solidFill>
                <a:latin typeface="Alegreya"/>
                <a:ea typeface="Alegreya"/>
                <a:cs typeface="Alegreya"/>
                <a:sym typeface="Alegreya"/>
              </a:defRPr>
            </a:lvl9pPr>
          </a:lstStyle>
          <a:p>
            <a:r>
              <a:rPr lang="it-IT" sz="3000" dirty="0"/>
              <a:t>Il meccanismo del </a:t>
            </a:r>
            <a:r>
              <a:rPr lang="it-IT" sz="3000" dirty="0" err="1"/>
              <a:t>bias</a:t>
            </a:r>
            <a:endParaRPr lang="it-IT" sz="3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2"/>
          <p:cNvSpPr/>
          <p:nvPr/>
        </p:nvSpPr>
        <p:spPr>
          <a:xfrm>
            <a:off x="-402201" y="-64025"/>
            <a:ext cx="5113702" cy="1081794"/>
          </a:xfrm>
          <a:custGeom>
            <a:avLst/>
            <a:gdLst/>
            <a:ahLst/>
            <a:cxnLst/>
            <a:rect l="l" t="t" r="r" b="b"/>
            <a:pathLst>
              <a:path w="162121" h="51600" extrusionOk="0">
                <a:moveTo>
                  <a:pt x="0" y="1"/>
                </a:moveTo>
                <a:lnTo>
                  <a:pt x="0" y="45639"/>
                </a:lnTo>
                <a:cubicBezTo>
                  <a:pt x="0" y="45639"/>
                  <a:pt x="14099" y="51599"/>
                  <a:pt x="29780" y="51599"/>
                </a:cubicBezTo>
                <a:cubicBezTo>
                  <a:pt x="39392" y="51599"/>
                  <a:pt x="49663" y="49312"/>
                  <a:pt x="57647" y="41988"/>
                </a:cubicBezTo>
                <a:cubicBezTo>
                  <a:pt x="64685" y="35565"/>
                  <a:pt x="70096" y="33542"/>
                  <a:pt x="75331" y="33542"/>
                </a:cubicBezTo>
                <a:cubicBezTo>
                  <a:pt x="79642" y="33542"/>
                  <a:pt x="83754" y="34928"/>
                  <a:pt x="88615" y="36291"/>
                </a:cubicBezTo>
                <a:cubicBezTo>
                  <a:pt x="93388" y="37677"/>
                  <a:pt x="98975" y="39040"/>
                  <a:pt x="105925" y="39040"/>
                </a:cubicBezTo>
                <a:cubicBezTo>
                  <a:pt x="108498" y="39040"/>
                  <a:pt x="111247" y="38865"/>
                  <a:pt x="114283" y="38491"/>
                </a:cubicBezTo>
                <a:cubicBezTo>
                  <a:pt x="143601" y="34202"/>
                  <a:pt x="162120" y="1"/>
                  <a:pt x="162120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" name="Google Shape;202;p32"/>
          <p:cNvSpPr txBox="1">
            <a:spLocks noGrp="1"/>
          </p:cNvSpPr>
          <p:nvPr>
            <p:ph type="title"/>
          </p:nvPr>
        </p:nvSpPr>
        <p:spPr>
          <a:xfrm>
            <a:off x="1995047" y="229669"/>
            <a:ext cx="7069492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it-IT" dirty="0"/>
              <a:t>Perché i pazienti neri generano meno costi?</a:t>
            </a:r>
          </a:p>
        </p:txBody>
      </p:sp>
      <p:sp>
        <p:nvSpPr>
          <p:cNvPr id="203" name="Google Shape;203;p32"/>
          <p:cNvSpPr txBox="1">
            <a:spLocks noGrp="1"/>
          </p:cNvSpPr>
          <p:nvPr>
            <p:ph type="title" idx="2"/>
          </p:nvPr>
        </p:nvSpPr>
        <p:spPr>
          <a:xfrm>
            <a:off x="2317674" y="1403864"/>
            <a:ext cx="7347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01</a:t>
            </a:r>
            <a:endParaRPr dirty="0"/>
          </a:p>
        </p:txBody>
      </p:sp>
      <p:sp>
        <p:nvSpPr>
          <p:cNvPr id="205" name="Google Shape;205;p32"/>
          <p:cNvSpPr txBox="1">
            <a:spLocks noGrp="1"/>
          </p:cNvSpPr>
          <p:nvPr>
            <p:ph type="title" idx="4"/>
          </p:nvPr>
        </p:nvSpPr>
        <p:spPr>
          <a:xfrm>
            <a:off x="2317674" y="2027341"/>
            <a:ext cx="7347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207" name="Google Shape;207;p32"/>
          <p:cNvSpPr txBox="1">
            <a:spLocks noGrp="1"/>
          </p:cNvSpPr>
          <p:nvPr>
            <p:ph type="title" idx="6"/>
          </p:nvPr>
        </p:nvSpPr>
        <p:spPr>
          <a:xfrm>
            <a:off x="2317674" y="2650893"/>
            <a:ext cx="7347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03</a:t>
            </a:r>
            <a:endParaRPr dirty="0"/>
          </a:p>
        </p:txBody>
      </p:sp>
      <p:sp>
        <p:nvSpPr>
          <p:cNvPr id="209" name="Google Shape;209;p32"/>
          <p:cNvSpPr txBox="1">
            <a:spLocks noGrp="1"/>
          </p:cNvSpPr>
          <p:nvPr>
            <p:ph type="subTitle" idx="1"/>
          </p:nvPr>
        </p:nvSpPr>
        <p:spPr>
          <a:xfrm>
            <a:off x="2317674" y="951394"/>
            <a:ext cx="2990595" cy="44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it-IT" dirty="0"/>
              <a:t>Fattori socioeconomici:</a:t>
            </a:r>
            <a:endParaRPr dirty="0"/>
          </a:p>
        </p:txBody>
      </p:sp>
      <p:sp>
        <p:nvSpPr>
          <p:cNvPr id="210" name="Google Shape;210;p32"/>
          <p:cNvSpPr txBox="1">
            <a:spLocks noGrp="1"/>
          </p:cNvSpPr>
          <p:nvPr>
            <p:ph type="subTitle" idx="8"/>
          </p:nvPr>
        </p:nvSpPr>
        <p:spPr>
          <a:xfrm>
            <a:off x="3128720" y="1403863"/>
            <a:ext cx="2179549" cy="43362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/>
            <a:r>
              <a:rPr lang="it-IT" sz="1200" dirty="0"/>
              <a:t>Minore disponibilità di trasporti</a:t>
            </a:r>
            <a:endParaRPr sz="1200" dirty="0"/>
          </a:p>
        </p:txBody>
      </p:sp>
      <p:sp>
        <p:nvSpPr>
          <p:cNvPr id="211" name="Google Shape;211;p32"/>
          <p:cNvSpPr txBox="1">
            <a:spLocks noGrp="1"/>
          </p:cNvSpPr>
          <p:nvPr>
            <p:ph type="subTitle" idx="9"/>
          </p:nvPr>
        </p:nvSpPr>
        <p:spPr>
          <a:xfrm>
            <a:off x="3128720" y="2027341"/>
            <a:ext cx="2179549" cy="44388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/>
            <a:r>
              <a:rPr lang="it-IT" sz="1200" dirty="0"/>
              <a:t>Richieste contrastanti derivanti da impegni lavorativi o dalla cura dei figli</a:t>
            </a:r>
            <a:endParaRPr sz="1200" dirty="0"/>
          </a:p>
        </p:txBody>
      </p:sp>
      <p:sp>
        <p:nvSpPr>
          <p:cNvPr id="212" name="Google Shape;212;p32"/>
          <p:cNvSpPr txBox="1">
            <a:spLocks noGrp="1"/>
          </p:cNvSpPr>
          <p:nvPr>
            <p:ph type="subTitle" idx="13"/>
          </p:nvPr>
        </p:nvSpPr>
        <p:spPr>
          <a:xfrm>
            <a:off x="3128720" y="2650893"/>
            <a:ext cx="2179549" cy="44388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/>
            <a:r>
              <a:rPr lang="it-IT" sz="1200" dirty="0"/>
              <a:t>Una minore continuità nelle cure</a:t>
            </a:r>
            <a:endParaRPr sz="1200" dirty="0"/>
          </a:p>
        </p:txBody>
      </p:sp>
      <p:grpSp>
        <p:nvGrpSpPr>
          <p:cNvPr id="215" name="Google Shape;215;p32"/>
          <p:cNvGrpSpPr/>
          <p:nvPr/>
        </p:nvGrpSpPr>
        <p:grpSpPr>
          <a:xfrm>
            <a:off x="-1945256" y="-152021"/>
            <a:ext cx="5667149" cy="5295520"/>
            <a:chOff x="423321" y="1096803"/>
            <a:chExt cx="4330696" cy="4046707"/>
          </a:xfrm>
        </p:grpSpPr>
        <p:sp>
          <p:nvSpPr>
            <p:cNvPr id="216" name="Google Shape;216;p32"/>
            <p:cNvSpPr/>
            <p:nvPr/>
          </p:nvSpPr>
          <p:spPr>
            <a:xfrm>
              <a:off x="713768" y="3020173"/>
              <a:ext cx="3741915" cy="2096351"/>
            </a:xfrm>
            <a:custGeom>
              <a:avLst/>
              <a:gdLst/>
              <a:ahLst/>
              <a:cxnLst/>
              <a:rect l="l" t="t" r="r" b="b"/>
              <a:pathLst>
                <a:path w="50220" h="28135" extrusionOk="0">
                  <a:moveTo>
                    <a:pt x="29817" y="1"/>
                  </a:moveTo>
                  <a:lnTo>
                    <a:pt x="19168" y="4260"/>
                  </a:lnTo>
                  <a:cubicBezTo>
                    <a:pt x="19338" y="12076"/>
                    <a:pt x="8519" y="11373"/>
                    <a:pt x="4260" y="13312"/>
                  </a:cubicBezTo>
                  <a:cubicBezTo>
                    <a:pt x="0" y="15186"/>
                    <a:pt x="618" y="28135"/>
                    <a:pt x="618" y="28135"/>
                  </a:cubicBezTo>
                  <a:lnTo>
                    <a:pt x="49602" y="28135"/>
                  </a:lnTo>
                  <a:cubicBezTo>
                    <a:pt x="49602" y="28135"/>
                    <a:pt x="50220" y="17124"/>
                    <a:pt x="48282" y="14036"/>
                  </a:cubicBezTo>
                  <a:cubicBezTo>
                    <a:pt x="46408" y="11011"/>
                    <a:pt x="35226" y="10479"/>
                    <a:pt x="32309" y="10202"/>
                  </a:cubicBezTo>
                  <a:cubicBezTo>
                    <a:pt x="29902" y="9947"/>
                    <a:pt x="29817" y="1"/>
                    <a:pt x="29817" y="1"/>
                  </a:cubicBezTo>
                  <a:close/>
                </a:path>
              </a:pathLst>
            </a:custGeom>
            <a:solidFill>
              <a:srgbClr val="7B31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" name="Google Shape;217;p32"/>
            <p:cNvSpPr/>
            <p:nvPr/>
          </p:nvSpPr>
          <p:spPr>
            <a:xfrm>
              <a:off x="423321" y="3734293"/>
              <a:ext cx="4330696" cy="1409216"/>
            </a:xfrm>
            <a:custGeom>
              <a:avLst/>
              <a:gdLst/>
              <a:ahLst/>
              <a:cxnLst/>
              <a:rect l="l" t="t" r="r" b="b"/>
              <a:pathLst>
                <a:path w="58122" h="18913" extrusionOk="0">
                  <a:moveTo>
                    <a:pt x="22001" y="0"/>
                  </a:moveTo>
                  <a:cubicBezTo>
                    <a:pt x="18806" y="2045"/>
                    <a:pt x="10373" y="2215"/>
                    <a:pt x="6816" y="3813"/>
                  </a:cubicBezTo>
                  <a:cubicBezTo>
                    <a:pt x="1" y="6752"/>
                    <a:pt x="256" y="18913"/>
                    <a:pt x="256" y="18913"/>
                  </a:cubicBezTo>
                  <a:lnTo>
                    <a:pt x="58122" y="18913"/>
                  </a:lnTo>
                  <a:cubicBezTo>
                    <a:pt x="58122" y="18913"/>
                    <a:pt x="57398" y="4452"/>
                    <a:pt x="51541" y="2940"/>
                  </a:cubicBezTo>
                  <a:cubicBezTo>
                    <a:pt x="45514" y="1342"/>
                    <a:pt x="38954" y="810"/>
                    <a:pt x="36824" y="618"/>
                  </a:cubicBezTo>
                  <a:cubicBezTo>
                    <a:pt x="36207" y="618"/>
                    <a:pt x="34247" y="5325"/>
                    <a:pt x="30350" y="5325"/>
                  </a:cubicBezTo>
                  <a:cubicBezTo>
                    <a:pt x="26431" y="5325"/>
                    <a:pt x="22001" y="0"/>
                    <a:pt x="2200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" name="Google Shape;218;p32"/>
            <p:cNvSpPr/>
            <p:nvPr/>
          </p:nvSpPr>
          <p:spPr>
            <a:xfrm>
              <a:off x="1970560" y="1395446"/>
              <a:ext cx="1652046" cy="2088155"/>
            </a:xfrm>
            <a:custGeom>
              <a:avLst/>
              <a:gdLst/>
              <a:ahLst/>
              <a:cxnLst/>
              <a:rect l="l" t="t" r="r" b="b"/>
              <a:pathLst>
                <a:path w="22172" h="28025" extrusionOk="0">
                  <a:moveTo>
                    <a:pt x="12590" y="1"/>
                  </a:moveTo>
                  <a:cubicBezTo>
                    <a:pt x="7985" y="1"/>
                    <a:pt x="1683" y="4682"/>
                    <a:pt x="1683" y="4682"/>
                  </a:cubicBezTo>
                  <a:cubicBezTo>
                    <a:pt x="1" y="9304"/>
                    <a:pt x="959" y="28024"/>
                    <a:pt x="959" y="28024"/>
                  </a:cubicBezTo>
                  <a:lnTo>
                    <a:pt x="13312" y="28024"/>
                  </a:lnTo>
                  <a:lnTo>
                    <a:pt x="12779" y="22785"/>
                  </a:lnTo>
                  <a:lnTo>
                    <a:pt x="18721" y="23403"/>
                  </a:lnTo>
                  <a:lnTo>
                    <a:pt x="18104" y="16396"/>
                  </a:lnTo>
                  <a:lnTo>
                    <a:pt x="22172" y="16034"/>
                  </a:lnTo>
                  <a:cubicBezTo>
                    <a:pt x="22172" y="16034"/>
                    <a:pt x="19786" y="7962"/>
                    <a:pt x="16400" y="2020"/>
                  </a:cubicBezTo>
                  <a:cubicBezTo>
                    <a:pt x="15542" y="549"/>
                    <a:pt x="14165" y="1"/>
                    <a:pt x="12590" y="1"/>
                  </a:cubicBezTo>
                  <a:close/>
                </a:path>
              </a:pathLst>
            </a:custGeom>
            <a:solidFill>
              <a:srgbClr val="7B31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" name="Google Shape;219;p32"/>
            <p:cNvSpPr/>
            <p:nvPr/>
          </p:nvSpPr>
          <p:spPr>
            <a:xfrm>
              <a:off x="2883032" y="2643293"/>
              <a:ext cx="482530" cy="286418"/>
            </a:xfrm>
            <a:custGeom>
              <a:avLst/>
              <a:gdLst/>
              <a:ahLst/>
              <a:cxnLst/>
              <a:rect l="l" t="t" r="r" b="b"/>
              <a:pathLst>
                <a:path w="6476" h="3844" extrusionOk="0">
                  <a:moveTo>
                    <a:pt x="5169" y="1"/>
                  </a:moveTo>
                  <a:cubicBezTo>
                    <a:pt x="2971" y="1"/>
                    <a:pt x="1" y="2396"/>
                    <a:pt x="1" y="2396"/>
                  </a:cubicBezTo>
                  <a:cubicBezTo>
                    <a:pt x="1" y="2396"/>
                    <a:pt x="2291" y="3843"/>
                    <a:pt x="4155" y="3843"/>
                  </a:cubicBezTo>
                  <a:cubicBezTo>
                    <a:pt x="5178" y="3843"/>
                    <a:pt x="6073" y="3407"/>
                    <a:pt x="6390" y="2056"/>
                  </a:cubicBezTo>
                  <a:cubicBezTo>
                    <a:pt x="6475" y="1779"/>
                    <a:pt x="6028" y="96"/>
                    <a:pt x="5411" y="11"/>
                  </a:cubicBezTo>
                  <a:cubicBezTo>
                    <a:pt x="5331" y="4"/>
                    <a:pt x="5250" y="1"/>
                    <a:pt x="5169" y="1"/>
                  </a:cubicBezTo>
                  <a:close/>
                </a:path>
              </a:pathLst>
            </a:custGeom>
            <a:solidFill>
              <a:srgbClr val="5E24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" name="Google Shape;220;p32"/>
            <p:cNvSpPr/>
            <p:nvPr/>
          </p:nvSpPr>
          <p:spPr>
            <a:xfrm>
              <a:off x="1256438" y="1096803"/>
              <a:ext cx="1936079" cy="1831392"/>
            </a:xfrm>
            <a:custGeom>
              <a:avLst/>
              <a:gdLst/>
              <a:ahLst/>
              <a:cxnLst/>
              <a:rect l="l" t="t" r="r" b="b"/>
              <a:pathLst>
                <a:path w="25984" h="24579" extrusionOk="0">
                  <a:moveTo>
                    <a:pt x="16464" y="0"/>
                  </a:moveTo>
                  <a:cubicBezTo>
                    <a:pt x="14824" y="0"/>
                    <a:pt x="12949" y="355"/>
                    <a:pt x="10820" y="1236"/>
                  </a:cubicBezTo>
                  <a:cubicBezTo>
                    <a:pt x="1" y="5666"/>
                    <a:pt x="1407" y="21107"/>
                    <a:pt x="10202" y="24578"/>
                  </a:cubicBezTo>
                  <a:cubicBezTo>
                    <a:pt x="10202" y="24578"/>
                    <a:pt x="20319" y="21554"/>
                    <a:pt x="17742" y="17209"/>
                  </a:cubicBezTo>
                  <a:cubicBezTo>
                    <a:pt x="15359" y="13185"/>
                    <a:pt x="16896" y="4428"/>
                    <a:pt x="21913" y="4428"/>
                  </a:cubicBezTo>
                  <a:cubicBezTo>
                    <a:pt x="23082" y="4428"/>
                    <a:pt x="24441" y="4904"/>
                    <a:pt x="25984" y="6028"/>
                  </a:cubicBezTo>
                  <a:cubicBezTo>
                    <a:pt x="25984" y="6028"/>
                    <a:pt x="23225" y="0"/>
                    <a:pt x="1646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" name="Google Shape;221;p32"/>
            <p:cNvSpPr/>
            <p:nvPr/>
          </p:nvSpPr>
          <p:spPr>
            <a:xfrm>
              <a:off x="3008435" y="2735613"/>
              <a:ext cx="323822" cy="52977"/>
            </a:xfrm>
            <a:custGeom>
              <a:avLst/>
              <a:gdLst/>
              <a:ahLst/>
              <a:cxnLst/>
              <a:rect l="l" t="t" r="r" b="b"/>
              <a:pathLst>
                <a:path w="4346" h="711" extrusionOk="0">
                  <a:moveTo>
                    <a:pt x="2900" y="0"/>
                  </a:moveTo>
                  <a:cubicBezTo>
                    <a:pt x="2246" y="0"/>
                    <a:pt x="1315" y="172"/>
                    <a:pt x="0" y="710"/>
                  </a:cubicBezTo>
                  <a:lnTo>
                    <a:pt x="4345" y="540"/>
                  </a:lnTo>
                  <a:cubicBezTo>
                    <a:pt x="4345" y="540"/>
                    <a:pt x="4058" y="0"/>
                    <a:pt x="290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" name="Google Shape;222;p32"/>
            <p:cNvSpPr/>
            <p:nvPr/>
          </p:nvSpPr>
          <p:spPr>
            <a:xfrm>
              <a:off x="2141937" y="2617140"/>
              <a:ext cx="826842" cy="839509"/>
            </a:xfrm>
            <a:custGeom>
              <a:avLst/>
              <a:gdLst/>
              <a:ahLst/>
              <a:cxnLst/>
              <a:rect l="l" t="t" r="r" b="b"/>
              <a:pathLst>
                <a:path w="11097" h="11267" extrusionOk="0">
                  <a:moveTo>
                    <a:pt x="5496" y="0"/>
                  </a:moveTo>
                  <a:lnTo>
                    <a:pt x="1" y="9669"/>
                  </a:lnTo>
                  <a:lnTo>
                    <a:pt x="11097" y="11266"/>
                  </a:lnTo>
                  <a:cubicBezTo>
                    <a:pt x="11097" y="11266"/>
                    <a:pt x="10820" y="8519"/>
                    <a:pt x="10650" y="6389"/>
                  </a:cubicBezTo>
                  <a:cubicBezTo>
                    <a:pt x="10650" y="6389"/>
                    <a:pt x="6220" y="6134"/>
                    <a:pt x="5496" y="0"/>
                  </a:cubicBezTo>
                  <a:close/>
                </a:path>
              </a:pathLst>
            </a:custGeom>
            <a:solidFill>
              <a:srgbClr val="5E24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" name="Google Shape;223;p32"/>
            <p:cNvSpPr/>
            <p:nvPr/>
          </p:nvSpPr>
          <p:spPr>
            <a:xfrm>
              <a:off x="1189824" y="1552293"/>
              <a:ext cx="1487005" cy="2962759"/>
            </a:xfrm>
            <a:custGeom>
              <a:avLst/>
              <a:gdLst/>
              <a:ahLst/>
              <a:cxnLst/>
              <a:rect l="l" t="t" r="r" b="b"/>
              <a:pathLst>
                <a:path w="19957" h="39763" extrusionOk="0">
                  <a:moveTo>
                    <a:pt x="5857" y="0"/>
                  </a:moveTo>
                  <a:cubicBezTo>
                    <a:pt x="0" y="9861"/>
                    <a:pt x="2918" y="39678"/>
                    <a:pt x="2918" y="39678"/>
                  </a:cubicBezTo>
                  <a:lnTo>
                    <a:pt x="19956" y="39763"/>
                  </a:lnTo>
                  <a:lnTo>
                    <a:pt x="19956" y="39763"/>
                  </a:lnTo>
                  <a:lnTo>
                    <a:pt x="18274" y="14291"/>
                  </a:lnTo>
                  <a:cubicBezTo>
                    <a:pt x="18891" y="9584"/>
                    <a:pt x="5857" y="0"/>
                    <a:pt x="585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" name="Google Shape;224;p32"/>
            <p:cNvSpPr/>
            <p:nvPr/>
          </p:nvSpPr>
          <p:spPr>
            <a:xfrm>
              <a:off x="2149612" y="2247264"/>
              <a:ext cx="468522" cy="439388"/>
            </a:xfrm>
            <a:custGeom>
              <a:avLst/>
              <a:gdLst/>
              <a:ahLst/>
              <a:cxnLst/>
              <a:rect l="l" t="t" r="r" b="b"/>
              <a:pathLst>
                <a:path w="6288" h="5897" extrusionOk="0">
                  <a:moveTo>
                    <a:pt x="2497" y="1"/>
                  </a:moveTo>
                  <a:cubicBezTo>
                    <a:pt x="1877" y="1"/>
                    <a:pt x="1321" y="308"/>
                    <a:pt x="963" y="1152"/>
                  </a:cubicBezTo>
                  <a:cubicBezTo>
                    <a:pt x="0" y="3322"/>
                    <a:pt x="550" y="5897"/>
                    <a:pt x="2810" y="5897"/>
                  </a:cubicBezTo>
                  <a:cubicBezTo>
                    <a:pt x="3700" y="5897"/>
                    <a:pt x="4855" y="5498"/>
                    <a:pt x="6287" y="4517"/>
                  </a:cubicBezTo>
                  <a:lnTo>
                    <a:pt x="6287" y="2217"/>
                  </a:lnTo>
                  <a:cubicBezTo>
                    <a:pt x="6287" y="2217"/>
                    <a:pt x="4162" y="1"/>
                    <a:pt x="2497" y="1"/>
                  </a:cubicBezTo>
                  <a:close/>
                </a:path>
              </a:pathLst>
            </a:custGeom>
            <a:solidFill>
              <a:srgbClr val="7631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" name="Google Shape;225;p32"/>
            <p:cNvSpPr/>
            <p:nvPr/>
          </p:nvSpPr>
          <p:spPr>
            <a:xfrm>
              <a:off x="2313389" y="2412829"/>
              <a:ext cx="231727" cy="125029"/>
            </a:xfrm>
            <a:custGeom>
              <a:avLst/>
              <a:gdLst/>
              <a:ahLst/>
              <a:cxnLst/>
              <a:rect l="l" t="t" r="r" b="b"/>
              <a:pathLst>
                <a:path w="3110" h="1678" extrusionOk="0">
                  <a:moveTo>
                    <a:pt x="977" y="1"/>
                  </a:moveTo>
                  <a:cubicBezTo>
                    <a:pt x="689" y="1"/>
                    <a:pt x="365" y="50"/>
                    <a:pt x="0" y="165"/>
                  </a:cubicBezTo>
                  <a:lnTo>
                    <a:pt x="3110" y="1677"/>
                  </a:lnTo>
                  <a:cubicBezTo>
                    <a:pt x="3110" y="1677"/>
                    <a:pt x="2659" y="1"/>
                    <a:pt x="97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6" name="Google Shape;203;p32">
            <a:extLst>
              <a:ext uri="{FF2B5EF4-FFF2-40B4-BE49-F238E27FC236}">
                <a16:creationId xmlns:a16="http://schemas.microsoft.com/office/drawing/2014/main" id="{5AB5820D-A142-9317-29BE-A2CF77AB7DA3}"/>
              </a:ext>
            </a:extLst>
          </p:cNvPr>
          <p:cNvSpPr txBox="1">
            <a:spLocks/>
          </p:cNvSpPr>
          <p:nvPr/>
        </p:nvSpPr>
        <p:spPr>
          <a:xfrm>
            <a:off x="5522547" y="1403864"/>
            <a:ext cx="734700" cy="447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Font typeface="Alegreya"/>
              <a:buNone/>
              <a:defRPr sz="2200" b="1" i="0" u="none" strike="noStrike" cap="none">
                <a:solidFill>
                  <a:schemeClr val="accent5"/>
                </a:solidFill>
                <a:latin typeface="Ubuntu"/>
                <a:ea typeface="Ubuntu"/>
                <a:cs typeface="Ubuntu"/>
                <a:sym typeface="Ubuntu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Font typeface="Alegreya"/>
              <a:buNone/>
              <a:defRPr sz="3000" b="1" i="0" u="none" strike="noStrike" cap="none">
                <a:solidFill>
                  <a:schemeClr val="accent5"/>
                </a:solidFill>
                <a:latin typeface="Alegreya"/>
                <a:ea typeface="Alegreya"/>
                <a:cs typeface="Alegreya"/>
                <a:sym typeface="Alegrey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Font typeface="Alegreya"/>
              <a:buNone/>
              <a:defRPr sz="3000" b="1" i="0" u="none" strike="noStrike" cap="none">
                <a:solidFill>
                  <a:schemeClr val="accent5"/>
                </a:solidFill>
                <a:latin typeface="Alegreya"/>
                <a:ea typeface="Alegreya"/>
                <a:cs typeface="Alegreya"/>
                <a:sym typeface="Alegrey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Font typeface="Alegreya"/>
              <a:buNone/>
              <a:defRPr sz="3000" b="1" i="0" u="none" strike="noStrike" cap="none">
                <a:solidFill>
                  <a:schemeClr val="accent5"/>
                </a:solidFill>
                <a:latin typeface="Alegreya"/>
                <a:ea typeface="Alegreya"/>
                <a:cs typeface="Alegreya"/>
                <a:sym typeface="Alegrey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Font typeface="Alegreya"/>
              <a:buNone/>
              <a:defRPr sz="3000" b="1" i="0" u="none" strike="noStrike" cap="none">
                <a:solidFill>
                  <a:schemeClr val="accent5"/>
                </a:solidFill>
                <a:latin typeface="Alegreya"/>
                <a:ea typeface="Alegreya"/>
                <a:cs typeface="Alegreya"/>
                <a:sym typeface="Alegrey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Font typeface="Alegreya"/>
              <a:buNone/>
              <a:defRPr sz="3000" b="1" i="0" u="none" strike="noStrike" cap="none">
                <a:solidFill>
                  <a:schemeClr val="accent5"/>
                </a:solidFill>
                <a:latin typeface="Alegreya"/>
                <a:ea typeface="Alegreya"/>
                <a:cs typeface="Alegreya"/>
                <a:sym typeface="Alegrey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Font typeface="Alegreya"/>
              <a:buNone/>
              <a:defRPr sz="3000" b="1" i="0" u="none" strike="noStrike" cap="none">
                <a:solidFill>
                  <a:schemeClr val="accent5"/>
                </a:solidFill>
                <a:latin typeface="Alegreya"/>
                <a:ea typeface="Alegreya"/>
                <a:cs typeface="Alegreya"/>
                <a:sym typeface="Alegrey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Font typeface="Alegreya"/>
              <a:buNone/>
              <a:defRPr sz="3000" b="1" i="0" u="none" strike="noStrike" cap="none">
                <a:solidFill>
                  <a:schemeClr val="accent5"/>
                </a:solidFill>
                <a:latin typeface="Alegreya"/>
                <a:ea typeface="Alegreya"/>
                <a:cs typeface="Alegreya"/>
                <a:sym typeface="Alegrey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Font typeface="Alegreya"/>
              <a:buNone/>
              <a:defRPr sz="3000" b="1" i="0" u="none" strike="noStrike" cap="none">
                <a:solidFill>
                  <a:schemeClr val="accent5"/>
                </a:solidFill>
                <a:latin typeface="Alegreya"/>
                <a:ea typeface="Alegreya"/>
                <a:cs typeface="Alegreya"/>
                <a:sym typeface="Alegreya"/>
              </a:defRPr>
            </a:lvl9pPr>
          </a:lstStyle>
          <a:p>
            <a:r>
              <a:rPr lang="en" dirty="0"/>
              <a:t>01</a:t>
            </a:r>
          </a:p>
        </p:txBody>
      </p:sp>
      <p:sp>
        <p:nvSpPr>
          <p:cNvPr id="27" name="Google Shape;205;p32">
            <a:extLst>
              <a:ext uri="{FF2B5EF4-FFF2-40B4-BE49-F238E27FC236}">
                <a16:creationId xmlns:a16="http://schemas.microsoft.com/office/drawing/2014/main" id="{E67D2A74-E974-5D92-E136-5D6B1D35E078}"/>
              </a:ext>
            </a:extLst>
          </p:cNvPr>
          <p:cNvSpPr txBox="1">
            <a:spLocks/>
          </p:cNvSpPr>
          <p:nvPr/>
        </p:nvSpPr>
        <p:spPr>
          <a:xfrm>
            <a:off x="5522547" y="2027341"/>
            <a:ext cx="734700" cy="447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Font typeface="Alegreya"/>
              <a:buNone/>
              <a:defRPr sz="2200" b="1" i="0" u="none" strike="noStrike" cap="none">
                <a:solidFill>
                  <a:schemeClr val="accent5"/>
                </a:solidFill>
                <a:latin typeface="Ubuntu"/>
                <a:ea typeface="Ubuntu"/>
                <a:cs typeface="Ubuntu"/>
                <a:sym typeface="Ubuntu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Font typeface="Alegreya"/>
              <a:buNone/>
              <a:defRPr sz="3000" b="1" i="0" u="none" strike="noStrike" cap="none">
                <a:solidFill>
                  <a:schemeClr val="accent5"/>
                </a:solidFill>
                <a:latin typeface="Alegreya"/>
                <a:ea typeface="Alegreya"/>
                <a:cs typeface="Alegreya"/>
                <a:sym typeface="Alegrey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Font typeface="Alegreya"/>
              <a:buNone/>
              <a:defRPr sz="3000" b="1" i="0" u="none" strike="noStrike" cap="none">
                <a:solidFill>
                  <a:schemeClr val="accent5"/>
                </a:solidFill>
                <a:latin typeface="Alegreya"/>
                <a:ea typeface="Alegreya"/>
                <a:cs typeface="Alegreya"/>
                <a:sym typeface="Alegrey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Font typeface="Alegreya"/>
              <a:buNone/>
              <a:defRPr sz="3000" b="1" i="0" u="none" strike="noStrike" cap="none">
                <a:solidFill>
                  <a:schemeClr val="accent5"/>
                </a:solidFill>
                <a:latin typeface="Alegreya"/>
                <a:ea typeface="Alegreya"/>
                <a:cs typeface="Alegreya"/>
                <a:sym typeface="Alegrey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Font typeface="Alegreya"/>
              <a:buNone/>
              <a:defRPr sz="3000" b="1" i="0" u="none" strike="noStrike" cap="none">
                <a:solidFill>
                  <a:schemeClr val="accent5"/>
                </a:solidFill>
                <a:latin typeface="Alegreya"/>
                <a:ea typeface="Alegreya"/>
                <a:cs typeface="Alegreya"/>
                <a:sym typeface="Alegrey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Font typeface="Alegreya"/>
              <a:buNone/>
              <a:defRPr sz="3000" b="1" i="0" u="none" strike="noStrike" cap="none">
                <a:solidFill>
                  <a:schemeClr val="accent5"/>
                </a:solidFill>
                <a:latin typeface="Alegreya"/>
                <a:ea typeface="Alegreya"/>
                <a:cs typeface="Alegreya"/>
                <a:sym typeface="Alegrey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Font typeface="Alegreya"/>
              <a:buNone/>
              <a:defRPr sz="3000" b="1" i="0" u="none" strike="noStrike" cap="none">
                <a:solidFill>
                  <a:schemeClr val="accent5"/>
                </a:solidFill>
                <a:latin typeface="Alegreya"/>
                <a:ea typeface="Alegreya"/>
                <a:cs typeface="Alegreya"/>
                <a:sym typeface="Alegrey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Font typeface="Alegreya"/>
              <a:buNone/>
              <a:defRPr sz="3000" b="1" i="0" u="none" strike="noStrike" cap="none">
                <a:solidFill>
                  <a:schemeClr val="accent5"/>
                </a:solidFill>
                <a:latin typeface="Alegreya"/>
                <a:ea typeface="Alegreya"/>
                <a:cs typeface="Alegreya"/>
                <a:sym typeface="Alegrey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Font typeface="Alegreya"/>
              <a:buNone/>
              <a:defRPr sz="3000" b="1" i="0" u="none" strike="noStrike" cap="none">
                <a:solidFill>
                  <a:schemeClr val="accent5"/>
                </a:solidFill>
                <a:latin typeface="Alegreya"/>
                <a:ea typeface="Alegreya"/>
                <a:cs typeface="Alegreya"/>
                <a:sym typeface="Alegreya"/>
              </a:defRPr>
            </a:lvl9pPr>
          </a:lstStyle>
          <a:p>
            <a:r>
              <a:rPr lang="en"/>
              <a:t>02</a:t>
            </a:r>
          </a:p>
        </p:txBody>
      </p:sp>
      <p:sp>
        <p:nvSpPr>
          <p:cNvPr id="28" name="Google Shape;207;p32">
            <a:extLst>
              <a:ext uri="{FF2B5EF4-FFF2-40B4-BE49-F238E27FC236}">
                <a16:creationId xmlns:a16="http://schemas.microsoft.com/office/drawing/2014/main" id="{21D8EBC5-D3FC-D5B7-3634-B8BC3A76B852}"/>
              </a:ext>
            </a:extLst>
          </p:cNvPr>
          <p:cNvSpPr txBox="1">
            <a:spLocks/>
          </p:cNvSpPr>
          <p:nvPr/>
        </p:nvSpPr>
        <p:spPr>
          <a:xfrm>
            <a:off x="5522547" y="2650893"/>
            <a:ext cx="734700" cy="447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Font typeface="Alegreya"/>
              <a:buNone/>
              <a:defRPr sz="2200" b="1" i="0" u="none" strike="noStrike" cap="none">
                <a:solidFill>
                  <a:schemeClr val="accent5"/>
                </a:solidFill>
                <a:latin typeface="Ubuntu"/>
                <a:ea typeface="Ubuntu"/>
                <a:cs typeface="Ubuntu"/>
                <a:sym typeface="Ubuntu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Font typeface="Alegreya"/>
              <a:buNone/>
              <a:defRPr sz="3000" b="1" i="0" u="none" strike="noStrike" cap="none">
                <a:solidFill>
                  <a:schemeClr val="accent5"/>
                </a:solidFill>
                <a:latin typeface="Alegreya"/>
                <a:ea typeface="Alegreya"/>
                <a:cs typeface="Alegreya"/>
                <a:sym typeface="Alegrey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Font typeface="Alegreya"/>
              <a:buNone/>
              <a:defRPr sz="3000" b="1" i="0" u="none" strike="noStrike" cap="none">
                <a:solidFill>
                  <a:schemeClr val="accent5"/>
                </a:solidFill>
                <a:latin typeface="Alegreya"/>
                <a:ea typeface="Alegreya"/>
                <a:cs typeface="Alegreya"/>
                <a:sym typeface="Alegrey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Font typeface="Alegreya"/>
              <a:buNone/>
              <a:defRPr sz="3000" b="1" i="0" u="none" strike="noStrike" cap="none">
                <a:solidFill>
                  <a:schemeClr val="accent5"/>
                </a:solidFill>
                <a:latin typeface="Alegreya"/>
                <a:ea typeface="Alegreya"/>
                <a:cs typeface="Alegreya"/>
                <a:sym typeface="Alegrey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Font typeface="Alegreya"/>
              <a:buNone/>
              <a:defRPr sz="3000" b="1" i="0" u="none" strike="noStrike" cap="none">
                <a:solidFill>
                  <a:schemeClr val="accent5"/>
                </a:solidFill>
                <a:latin typeface="Alegreya"/>
                <a:ea typeface="Alegreya"/>
                <a:cs typeface="Alegreya"/>
                <a:sym typeface="Alegrey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Font typeface="Alegreya"/>
              <a:buNone/>
              <a:defRPr sz="3000" b="1" i="0" u="none" strike="noStrike" cap="none">
                <a:solidFill>
                  <a:schemeClr val="accent5"/>
                </a:solidFill>
                <a:latin typeface="Alegreya"/>
                <a:ea typeface="Alegreya"/>
                <a:cs typeface="Alegreya"/>
                <a:sym typeface="Alegrey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Font typeface="Alegreya"/>
              <a:buNone/>
              <a:defRPr sz="3000" b="1" i="0" u="none" strike="noStrike" cap="none">
                <a:solidFill>
                  <a:schemeClr val="accent5"/>
                </a:solidFill>
                <a:latin typeface="Alegreya"/>
                <a:ea typeface="Alegreya"/>
                <a:cs typeface="Alegreya"/>
                <a:sym typeface="Alegrey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Font typeface="Alegreya"/>
              <a:buNone/>
              <a:defRPr sz="3000" b="1" i="0" u="none" strike="noStrike" cap="none">
                <a:solidFill>
                  <a:schemeClr val="accent5"/>
                </a:solidFill>
                <a:latin typeface="Alegreya"/>
                <a:ea typeface="Alegreya"/>
                <a:cs typeface="Alegreya"/>
                <a:sym typeface="Alegrey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Font typeface="Alegreya"/>
              <a:buNone/>
              <a:defRPr sz="3000" b="1" i="0" u="none" strike="noStrike" cap="none">
                <a:solidFill>
                  <a:schemeClr val="accent5"/>
                </a:solidFill>
                <a:latin typeface="Alegreya"/>
                <a:ea typeface="Alegreya"/>
                <a:cs typeface="Alegreya"/>
                <a:sym typeface="Alegreya"/>
              </a:defRPr>
            </a:lvl9pPr>
          </a:lstStyle>
          <a:p>
            <a:r>
              <a:rPr lang="en"/>
              <a:t>03</a:t>
            </a:r>
            <a:endParaRPr lang="en" dirty="0"/>
          </a:p>
        </p:txBody>
      </p:sp>
      <p:sp>
        <p:nvSpPr>
          <p:cNvPr id="29" name="Google Shape;209;p32">
            <a:extLst>
              <a:ext uri="{FF2B5EF4-FFF2-40B4-BE49-F238E27FC236}">
                <a16:creationId xmlns:a16="http://schemas.microsoft.com/office/drawing/2014/main" id="{767B1E8C-F704-5FE7-5433-FA95C8B3706E}"/>
              </a:ext>
            </a:extLst>
          </p:cNvPr>
          <p:cNvSpPr txBox="1">
            <a:spLocks/>
          </p:cNvSpPr>
          <p:nvPr/>
        </p:nvSpPr>
        <p:spPr>
          <a:xfrm>
            <a:off x="5522547" y="951394"/>
            <a:ext cx="3621453" cy="4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accent5"/>
                </a:solidFill>
                <a:latin typeface="Alegreya"/>
                <a:ea typeface="Alegreya"/>
                <a:cs typeface="Alegreya"/>
                <a:sym typeface="Alegreya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accent5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accent5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accent5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accent5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accent5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accent5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accent5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accent5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marL="0" indent="0"/>
            <a:r>
              <a:rPr lang="it-IT" dirty="0"/>
              <a:t>Dinamiche di discriminazione:</a:t>
            </a:r>
          </a:p>
        </p:txBody>
      </p:sp>
      <p:sp>
        <p:nvSpPr>
          <p:cNvPr id="30" name="Google Shape;210;p32">
            <a:extLst>
              <a:ext uri="{FF2B5EF4-FFF2-40B4-BE49-F238E27FC236}">
                <a16:creationId xmlns:a16="http://schemas.microsoft.com/office/drawing/2014/main" id="{D9C49747-E198-B661-6B6E-29D5F0B60836}"/>
              </a:ext>
            </a:extLst>
          </p:cNvPr>
          <p:cNvSpPr txBox="1">
            <a:spLocks/>
          </p:cNvSpPr>
          <p:nvPr/>
        </p:nvSpPr>
        <p:spPr>
          <a:xfrm>
            <a:off x="6333593" y="1403863"/>
            <a:ext cx="2464500" cy="4336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accent5"/>
                </a:solidFill>
                <a:latin typeface="Alegreya"/>
                <a:ea typeface="Alegreya"/>
                <a:cs typeface="Alegreya"/>
                <a:sym typeface="Alegreya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accent5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accent5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accent5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accent5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accent5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accent5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accent5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accent5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marL="0" indent="0" algn="ctr"/>
            <a:r>
              <a:rPr lang="it-IT" sz="1200" dirty="0"/>
              <a:t>Una ridotta fiducia nel sistema</a:t>
            </a:r>
          </a:p>
        </p:txBody>
      </p:sp>
      <p:sp>
        <p:nvSpPr>
          <p:cNvPr id="31" name="Google Shape;211;p32">
            <a:extLst>
              <a:ext uri="{FF2B5EF4-FFF2-40B4-BE49-F238E27FC236}">
                <a16:creationId xmlns:a16="http://schemas.microsoft.com/office/drawing/2014/main" id="{15412894-23CD-EE81-C3B5-D027984F6259}"/>
              </a:ext>
            </a:extLst>
          </p:cNvPr>
          <p:cNvSpPr txBox="1">
            <a:spLocks/>
          </p:cNvSpPr>
          <p:nvPr/>
        </p:nvSpPr>
        <p:spPr>
          <a:xfrm>
            <a:off x="6333593" y="2027341"/>
            <a:ext cx="2633026" cy="443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accent5"/>
                </a:solidFill>
                <a:latin typeface="Alegreya"/>
                <a:ea typeface="Alegreya"/>
                <a:cs typeface="Alegreya"/>
                <a:sym typeface="Alegreya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accent5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accent5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accent5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accent5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accent5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accent5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accent5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accent5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marL="0" indent="0" algn="ctr"/>
            <a:r>
              <a:rPr lang="it-IT" sz="1200" dirty="0" err="1"/>
              <a:t>Bias</a:t>
            </a:r>
            <a:r>
              <a:rPr lang="it-IT" sz="1200" dirty="0"/>
              <a:t> impliciti dei medici </a:t>
            </a:r>
          </a:p>
        </p:txBody>
      </p:sp>
      <p:sp>
        <p:nvSpPr>
          <p:cNvPr id="32" name="Google Shape;212;p32">
            <a:extLst>
              <a:ext uri="{FF2B5EF4-FFF2-40B4-BE49-F238E27FC236}">
                <a16:creationId xmlns:a16="http://schemas.microsoft.com/office/drawing/2014/main" id="{6D611155-9F98-10A9-0C72-1F92D1F5C9F2}"/>
              </a:ext>
            </a:extLst>
          </p:cNvPr>
          <p:cNvSpPr txBox="1">
            <a:spLocks/>
          </p:cNvSpPr>
          <p:nvPr/>
        </p:nvSpPr>
        <p:spPr>
          <a:xfrm>
            <a:off x="6333593" y="2650893"/>
            <a:ext cx="2633026" cy="443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accent5"/>
                </a:solidFill>
                <a:latin typeface="Alegreya"/>
                <a:ea typeface="Alegreya"/>
                <a:cs typeface="Alegreya"/>
                <a:sym typeface="Alegreya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accent5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accent5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accent5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accent5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accent5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accent5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accent5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accent5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marL="0" indent="0" algn="ctr"/>
            <a:r>
              <a:rPr lang="it-IT" sz="1200" dirty="0"/>
              <a:t>Una maggiore adesione alle cure quando il medico appartiene alla stessa etnia del paziente</a:t>
            </a:r>
          </a:p>
        </p:txBody>
      </p:sp>
      <p:sp>
        <p:nvSpPr>
          <p:cNvPr id="33" name="Google Shape;203;p32">
            <a:extLst>
              <a:ext uri="{FF2B5EF4-FFF2-40B4-BE49-F238E27FC236}">
                <a16:creationId xmlns:a16="http://schemas.microsoft.com/office/drawing/2014/main" id="{918B7A12-6CFE-40B3-290E-F8C4848097F0}"/>
              </a:ext>
            </a:extLst>
          </p:cNvPr>
          <p:cNvSpPr txBox="1">
            <a:spLocks/>
          </p:cNvSpPr>
          <p:nvPr/>
        </p:nvSpPr>
        <p:spPr>
          <a:xfrm>
            <a:off x="4447729" y="3814471"/>
            <a:ext cx="734700" cy="447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Font typeface="Alegreya"/>
              <a:buNone/>
              <a:defRPr sz="2200" b="1" i="0" u="none" strike="noStrike" cap="none">
                <a:solidFill>
                  <a:schemeClr val="accent5"/>
                </a:solidFill>
                <a:latin typeface="Ubuntu"/>
                <a:ea typeface="Ubuntu"/>
                <a:cs typeface="Ubuntu"/>
                <a:sym typeface="Ubuntu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Font typeface="Alegreya"/>
              <a:buNone/>
              <a:defRPr sz="3000" b="1" i="0" u="none" strike="noStrike" cap="none">
                <a:solidFill>
                  <a:schemeClr val="accent5"/>
                </a:solidFill>
                <a:latin typeface="Alegreya"/>
                <a:ea typeface="Alegreya"/>
                <a:cs typeface="Alegreya"/>
                <a:sym typeface="Alegrey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Font typeface="Alegreya"/>
              <a:buNone/>
              <a:defRPr sz="3000" b="1" i="0" u="none" strike="noStrike" cap="none">
                <a:solidFill>
                  <a:schemeClr val="accent5"/>
                </a:solidFill>
                <a:latin typeface="Alegreya"/>
                <a:ea typeface="Alegreya"/>
                <a:cs typeface="Alegreya"/>
                <a:sym typeface="Alegrey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Font typeface="Alegreya"/>
              <a:buNone/>
              <a:defRPr sz="3000" b="1" i="0" u="none" strike="noStrike" cap="none">
                <a:solidFill>
                  <a:schemeClr val="accent5"/>
                </a:solidFill>
                <a:latin typeface="Alegreya"/>
                <a:ea typeface="Alegreya"/>
                <a:cs typeface="Alegreya"/>
                <a:sym typeface="Alegrey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Font typeface="Alegreya"/>
              <a:buNone/>
              <a:defRPr sz="3000" b="1" i="0" u="none" strike="noStrike" cap="none">
                <a:solidFill>
                  <a:schemeClr val="accent5"/>
                </a:solidFill>
                <a:latin typeface="Alegreya"/>
                <a:ea typeface="Alegreya"/>
                <a:cs typeface="Alegreya"/>
                <a:sym typeface="Alegrey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Font typeface="Alegreya"/>
              <a:buNone/>
              <a:defRPr sz="3000" b="1" i="0" u="none" strike="noStrike" cap="none">
                <a:solidFill>
                  <a:schemeClr val="accent5"/>
                </a:solidFill>
                <a:latin typeface="Alegreya"/>
                <a:ea typeface="Alegreya"/>
                <a:cs typeface="Alegreya"/>
                <a:sym typeface="Alegrey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Font typeface="Alegreya"/>
              <a:buNone/>
              <a:defRPr sz="3000" b="1" i="0" u="none" strike="noStrike" cap="none">
                <a:solidFill>
                  <a:schemeClr val="accent5"/>
                </a:solidFill>
                <a:latin typeface="Alegreya"/>
                <a:ea typeface="Alegreya"/>
                <a:cs typeface="Alegreya"/>
                <a:sym typeface="Alegrey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Font typeface="Alegreya"/>
              <a:buNone/>
              <a:defRPr sz="3000" b="1" i="0" u="none" strike="noStrike" cap="none">
                <a:solidFill>
                  <a:schemeClr val="accent5"/>
                </a:solidFill>
                <a:latin typeface="Alegreya"/>
                <a:ea typeface="Alegreya"/>
                <a:cs typeface="Alegreya"/>
                <a:sym typeface="Alegrey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Font typeface="Alegreya"/>
              <a:buNone/>
              <a:defRPr sz="3000" b="1" i="0" u="none" strike="noStrike" cap="none">
                <a:solidFill>
                  <a:schemeClr val="accent5"/>
                </a:solidFill>
                <a:latin typeface="Alegreya"/>
                <a:ea typeface="Alegreya"/>
                <a:cs typeface="Alegreya"/>
                <a:sym typeface="Alegreya"/>
              </a:defRPr>
            </a:lvl9pPr>
          </a:lstStyle>
          <a:p>
            <a:r>
              <a:rPr lang="en"/>
              <a:t>01</a:t>
            </a:r>
            <a:endParaRPr lang="en" dirty="0"/>
          </a:p>
        </p:txBody>
      </p:sp>
      <p:sp>
        <p:nvSpPr>
          <p:cNvPr id="34" name="Google Shape;205;p32">
            <a:extLst>
              <a:ext uri="{FF2B5EF4-FFF2-40B4-BE49-F238E27FC236}">
                <a16:creationId xmlns:a16="http://schemas.microsoft.com/office/drawing/2014/main" id="{54955745-1A52-555D-B57D-301FCC9ABD67}"/>
              </a:ext>
            </a:extLst>
          </p:cNvPr>
          <p:cNvSpPr txBox="1">
            <a:spLocks/>
          </p:cNvSpPr>
          <p:nvPr/>
        </p:nvSpPr>
        <p:spPr>
          <a:xfrm>
            <a:off x="4447729" y="4437948"/>
            <a:ext cx="734700" cy="447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Font typeface="Alegreya"/>
              <a:buNone/>
              <a:defRPr sz="2200" b="1" i="0" u="none" strike="noStrike" cap="none">
                <a:solidFill>
                  <a:schemeClr val="accent5"/>
                </a:solidFill>
                <a:latin typeface="Ubuntu"/>
                <a:ea typeface="Ubuntu"/>
                <a:cs typeface="Ubuntu"/>
                <a:sym typeface="Ubuntu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Font typeface="Alegreya"/>
              <a:buNone/>
              <a:defRPr sz="3000" b="1" i="0" u="none" strike="noStrike" cap="none">
                <a:solidFill>
                  <a:schemeClr val="accent5"/>
                </a:solidFill>
                <a:latin typeface="Alegreya"/>
                <a:ea typeface="Alegreya"/>
                <a:cs typeface="Alegreya"/>
                <a:sym typeface="Alegrey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Font typeface="Alegreya"/>
              <a:buNone/>
              <a:defRPr sz="3000" b="1" i="0" u="none" strike="noStrike" cap="none">
                <a:solidFill>
                  <a:schemeClr val="accent5"/>
                </a:solidFill>
                <a:latin typeface="Alegreya"/>
                <a:ea typeface="Alegreya"/>
                <a:cs typeface="Alegreya"/>
                <a:sym typeface="Alegrey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Font typeface="Alegreya"/>
              <a:buNone/>
              <a:defRPr sz="3000" b="1" i="0" u="none" strike="noStrike" cap="none">
                <a:solidFill>
                  <a:schemeClr val="accent5"/>
                </a:solidFill>
                <a:latin typeface="Alegreya"/>
                <a:ea typeface="Alegreya"/>
                <a:cs typeface="Alegreya"/>
                <a:sym typeface="Alegrey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Font typeface="Alegreya"/>
              <a:buNone/>
              <a:defRPr sz="3000" b="1" i="0" u="none" strike="noStrike" cap="none">
                <a:solidFill>
                  <a:schemeClr val="accent5"/>
                </a:solidFill>
                <a:latin typeface="Alegreya"/>
                <a:ea typeface="Alegreya"/>
                <a:cs typeface="Alegreya"/>
                <a:sym typeface="Alegrey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Font typeface="Alegreya"/>
              <a:buNone/>
              <a:defRPr sz="3000" b="1" i="0" u="none" strike="noStrike" cap="none">
                <a:solidFill>
                  <a:schemeClr val="accent5"/>
                </a:solidFill>
                <a:latin typeface="Alegreya"/>
                <a:ea typeface="Alegreya"/>
                <a:cs typeface="Alegreya"/>
                <a:sym typeface="Alegrey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Font typeface="Alegreya"/>
              <a:buNone/>
              <a:defRPr sz="3000" b="1" i="0" u="none" strike="noStrike" cap="none">
                <a:solidFill>
                  <a:schemeClr val="accent5"/>
                </a:solidFill>
                <a:latin typeface="Alegreya"/>
                <a:ea typeface="Alegreya"/>
                <a:cs typeface="Alegreya"/>
                <a:sym typeface="Alegrey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Font typeface="Alegreya"/>
              <a:buNone/>
              <a:defRPr sz="3000" b="1" i="0" u="none" strike="noStrike" cap="none">
                <a:solidFill>
                  <a:schemeClr val="accent5"/>
                </a:solidFill>
                <a:latin typeface="Alegreya"/>
                <a:ea typeface="Alegreya"/>
                <a:cs typeface="Alegreya"/>
                <a:sym typeface="Alegrey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Font typeface="Alegreya"/>
              <a:buNone/>
              <a:defRPr sz="3000" b="1" i="0" u="none" strike="noStrike" cap="none">
                <a:solidFill>
                  <a:schemeClr val="accent5"/>
                </a:solidFill>
                <a:latin typeface="Alegreya"/>
                <a:ea typeface="Alegreya"/>
                <a:cs typeface="Alegreya"/>
                <a:sym typeface="Alegreya"/>
              </a:defRPr>
            </a:lvl9pPr>
          </a:lstStyle>
          <a:p>
            <a:r>
              <a:rPr lang="en"/>
              <a:t>02</a:t>
            </a:r>
          </a:p>
        </p:txBody>
      </p:sp>
      <p:sp>
        <p:nvSpPr>
          <p:cNvPr id="36" name="Google Shape;209;p32">
            <a:extLst>
              <a:ext uri="{FF2B5EF4-FFF2-40B4-BE49-F238E27FC236}">
                <a16:creationId xmlns:a16="http://schemas.microsoft.com/office/drawing/2014/main" id="{DC2680AE-027E-EEE1-6FFC-92B1DF618110}"/>
              </a:ext>
            </a:extLst>
          </p:cNvPr>
          <p:cNvSpPr txBox="1">
            <a:spLocks/>
          </p:cNvSpPr>
          <p:nvPr/>
        </p:nvSpPr>
        <p:spPr>
          <a:xfrm>
            <a:off x="4447729" y="3362001"/>
            <a:ext cx="2990595" cy="4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accent5"/>
                </a:solidFill>
                <a:latin typeface="Alegreya"/>
                <a:ea typeface="Alegreya"/>
                <a:cs typeface="Alegreya"/>
                <a:sym typeface="Alegreya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accent5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accent5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accent5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accent5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accent5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accent5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accent5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accent5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marL="0" indent="0"/>
            <a:r>
              <a:rPr lang="it-IT" dirty="0"/>
              <a:t>Natura della spesa</a:t>
            </a:r>
          </a:p>
        </p:txBody>
      </p:sp>
      <p:sp>
        <p:nvSpPr>
          <p:cNvPr id="37" name="Google Shape;210;p32">
            <a:extLst>
              <a:ext uri="{FF2B5EF4-FFF2-40B4-BE49-F238E27FC236}">
                <a16:creationId xmlns:a16="http://schemas.microsoft.com/office/drawing/2014/main" id="{AF315354-6C61-2F21-3904-91EA181AB08B}"/>
              </a:ext>
            </a:extLst>
          </p:cNvPr>
          <p:cNvSpPr txBox="1">
            <a:spLocks/>
          </p:cNvSpPr>
          <p:nvPr/>
        </p:nvSpPr>
        <p:spPr>
          <a:xfrm>
            <a:off x="5258775" y="3814470"/>
            <a:ext cx="2464500" cy="4336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accent5"/>
                </a:solidFill>
                <a:latin typeface="Alegreya"/>
                <a:ea typeface="Alegreya"/>
                <a:cs typeface="Alegreya"/>
                <a:sym typeface="Alegreya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accent5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accent5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accent5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accent5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accent5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accent5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accent5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accent5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marL="0" indent="0" algn="ctr"/>
            <a:r>
              <a:rPr lang="it-IT" sz="1200" dirty="0"/>
              <a:t>Meno spese per interventi chirurgici e visite</a:t>
            </a:r>
          </a:p>
        </p:txBody>
      </p:sp>
      <p:sp>
        <p:nvSpPr>
          <p:cNvPr id="38" name="Google Shape;211;p32">
            <a:extLst>
              <a:ext uri="{FF2B5EF4-FFF2-40B4-BE49-F238E27FC236}">
                <a16:creationId xmlns:a16="http://schemas.microsoft.com/office/drawing/2014/main" id="{31E22BA5-7F9D-A8F7-9E05-F08A1CA91A3A}"/>
              </a:ext>
            </a:extLst>
          </p:cNvPr>
          <p:cNvSpPr txBox="1">
            <a:spLocks/>
          </p:cNvSpPr>
          <p:nvPr/>
        </p:nvSpPr>
        <p:spPr>
          <a:xfrm>
            <a:off x="5258775" y="4437948"/>
            <a:ext cx="2633026" cy="443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accent5"/>
                </a:solidFill>
                <a:latin typeface="Alegreya"/>
                <a:ea typeface="Alegreya"/>
                <a:cs typeface="Alegreya"/>
                <a:sym typeface="Alegreya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accent5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accent5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accent5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accent5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accent5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accent5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accent5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accent5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marL="0" indent="0" algn="ctr"/>
            <a:r>
              <a:rPr lang="it-IT" sz="1200" dirty="0"/>
              <a:t>costi più elevati legati a visite d'emergenza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>
          <a:extLst>
            <a:ext uri="{FF2B5EF4-FFF2-40B4-BE49-F238E27FC236}">
              <a16:creationId xmlns:a16="http://schemas.microsoft.com/office/drawing/2014/main" id="{51F3ECBA-A684-27B3-9140-8284EF4E15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36">
            <a:extLst>
              <a:ext uri="{FF2B5EF4-FFF2-40B4-BE49-F238E27FC236}">
                <a16:creationId xmlns:a16="http://schemas.microsoft.com/office/drawing/2014/main" id="{ABB5C27D-89DC-42F1-5CC5-4A25DAB118C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it-IT" dirty="0"/>
              <a:t>Il problema della “label”</a:t>
            </a:r>
          </a:p>
        </p:txBody>
      </p:sp>
      <p:sp>
        <p:nvSpPr>
          <p:cNvPr id="8" name="Google Shape;454;p48">
            <a:extLst>
              <a:ext uri="{FF2B5EF4-FFF2-40B4-BE49-F238E27FC236}">
                <a16:creationId xmlns:a16="http://schemas.microsoft.com/office/drawing/2014/main" id="{56A0EA3E-294E-E3F8-D36C-75D073526BEE}"/>
              </a:ext>
            </a:extLst>
          </p:cNvPr>
          <p:cNvSpPr txBox="1">
            <a:spLocks/>
          </p:cNvSpPr>
          <p:nvPr/>
        </p:nvSpPr>
        <p:spPr>
          <a:xfrm>
            <a:off x="671530" y="3090525"/>
            <a:ext cx="1326439" cy="6608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Ubuntu"/>
              <a:buChar char="●"/>
              <a:defRPr sz="1200" b="0" i="0" u="none" strike="noStrike" cap="none">
                <a:solidFill>
                  <a:schemeClr val="accent5"/>
                </a:solidFill>
                <a:latin typeface="Ubuntu"/>
                <a:ea typeface="Ubuntu"/>
                <a:cs typeface="Ubuntu"/>
                <a:sym typeface="Ubuntu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Ubuntu"/>
              <a:buChar char="○"/>
              <a:defRPr sz="1200" b="0" i="0" u="none" strike="noStrike" cap="none">
                <a:solidFill>
                  <a:schemeClr val="accent5"/>
                </a:solidFill>
                <a:latin typeface="Ubuntu"/>
                <a:ea typeface="Ubuntu"/>
                <a:cs typeface="Ubuntu"/>
                <a:sym typeface="Ubuntu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Ubuntu"/>
              <a:buChar char="■"/>
              <a:defRPr sz="1200" b="0" i="0" u="none" strike="noStrike" cap="none">
                <a:solidFill>
                  <a:schemeClr val="accent5"/>
                </a:solidFill>
                <a:latin typeface="Ubuntu"/>
                <a:ea typeface="Ubuntu"/>
                <a:cs typeface="Ubuntu"/>
                <a:sym typeface="Ubuntu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Ubuntu"/>
              <a:buChar char="●"/>
              <a:defRPr sz="1200" b="0" i="0" u="none" strike="noStrike" cap="none">
                <a:solidFill>
                  <a:schemeClr val="accent5"/>
                </a:solidFill>
                <a:latin typeface="Ubuntu"/>
                <a:ea typeface="Ubuntu"/>
                <a:cs typeface="Ubuntu"/>
                <a:sym typeface="Ubuntu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Ubuntu"/>
              <a:buChar char="○"/>
              <a:defRPr sz="1200" b="0" i="0" u="none" strike="noStrike" cap="none">
                <a:solidFill>
                  <a:schemeClr val="accent5"/>
                </a:solidFill>
                <a:latin typeface="Ubuntu"/>
                <a:ea typeface="Ubuntu"/>
                <a:cs typeface="Ubuntu"/>
                <a:sym typeface="Ubuntu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Ubuntu"/>
              <a:buChar char="■"/>
              <a:defRPr sz="1200" b="0" i="0" u="none" strike="noStrike" cap="none">
                <a:solidFill>
                  <a:schemeClr val="accent5"/>
                </a:solidFill>
                <a:latin typeface="Ubuntu"/>
                <a:ea typeface="Ubuntu"/>
                <a:cs typeface="Ubuntu"/>
                <a:sym typeface="Ubuntu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Ubuntu"/>
              <a:buChar char="●"/>
              <a:defRPr sz="1200" b="0" i="0" u="none" strike="noStrike" cap="none">
                <a:solidFill>
                  <a:schemeClr val="accent5"/>
                </a:solidFill>
                <a:latin typeface="Ubuntu"/>
                <a:ea typeface="Ubuntu"/>
                <a:cs typeface="Ubuntu"/>
                <a:sym typeface="Ubuntu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Ubuntu"/>
              <a:buChar char="○"/>
              <a:defRPr sz="1200" b="0" i="0" u="none" strike="noStrike" cap="none">
                <a:solidFill>
                  <a:schemeClr val="accent5"/>
                </a:solidFill>
                <a:latin typeface="Ubuntu"/>
                <a:ea typeface="Ubuntu"/>
                <a:cs typeface="Ubuntu"/>
                <a:sym typeface="Ubuntu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Ubuntu"/>
              <a:buChar char="■"/>
              <a:defRPr sz="1200" b="0" i="0" u="none" strike="noStrike" cap="none">
                <a:solidFill>
                  <a:schemeClr val="accent5"/>
                </a:solidFill>
                <a:latin typeface="Ubuntu"/>
                <a:ea typeface="Ubuntu"/>
                <a:cs typeface="Ubuntu"/>
                <a:sym typeface="Ubuntu"/>
              </a:defRPr>
            </a:lvl9pPr>
          </a:lstStyle>
          <a:p>
            <a:pPr marL="0" indent="0" algn="ctr">
              <a:buFont typeface="Ubuntu"/>
              <a:buNone/>
            </a:pPr>
            <a:r>
              <a:rPr lang="it-IT" sz="900" b="1" dirty="0"/>
              <a:t>Modello basato sui costi</a:t>
            </a:r>
            <a:endParaRPr lang="it-IT" sz="900" dirty="0"/>
          </a:p>
        </p:txBody>
      </p:sp>
      <p:sp>
        <p:nvSpPr>
          <p:cNvPr id="9" name="Google Shape;455;p48">
            <a:extLst>
              <a:ext uri="{FF2B5EF4-FFF2-40B4-BE49-F238E27FC236}">
                <a16:creationId xmlns:a16="http://schemas.microsoft.com/office/drawing/2014/main" id="{F6BE6F1C-4535-0010-6FBF-1719692ED409}"/>
              </a:ext>
            </a:extLst>
          </p:cNvPr>
          <p:cNvSpPr txBox="1">
            <a:spLocks/>
          </p:cNvSpPr>
          <p:nvPr/>
        </p:nvSpPr>
        <p:spPr>
          <a:xfrm>
            <a:off x="2045818" y="3087196"/>
            <a:ext cx="1263000" cy="6642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Ubuntu"/>
              <a:buChar char="●"/>
              <a:defRPr sz="1200" b="0" i="0" u="none" strike="noStrike" cap="none">
                <a:solidFill>
                  <a:schemeClr val="accent5"/>
                </a:solidFill>
                <a:latin typeface="Ubuntu"/>
                <a:ea typeface="Ubuntu"/>
                <a:cs typeface="Ubuntu"/>
                <a:sym typeface="Ubuntu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Ubuntu"/>
              <a:buChar char="○"/>
              <a:defRPr sz="1200" b="0" i="0" u="none" strike="noStrike" cap="none">
                <a:solidFill>
                  <a:schemeClr val="accent5"/>
                </a:solidFill>
                <a:latin typeface="Ubuntu"/>
                <a:ea typeface="Ubuntu"/>
                <a:cs typeface="Ubuntu"/>
                <a:sym typeface="Ubuntu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Ubuntu"/>
              <a:buChar char="■"/>
              <a:defRPr sz="1200" b="0" i="0" u="none" strike="noStrike" cap="none">
                <a:solidFill>
                  <a:schemeClr val="accent5"/>
                </a:solidFill>
                <a:latin typeface="Ubuntu"/>
                <a:ea typeface="Ubuntu"/>
                <a:cs typeface="Ubuntu"/>
                <a:sym typeface="Ubuntu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Ubuntu"/>
              <a:buChar char="●"/>
              <a:defRPr sz="1200" b="0" i="0" u="none" strike="noStrike" cap="none">
                <a:solidFill>
                  <a:schemeClr val="accent5"/>
                </a:solidFill>
                <a:latin typeface="Ubuntu"/>
                <a:ea typeface="Ubuntu"/>
                <a:cs typeface="Ubuntu"/>
                <a:sym typeface="Ubuntu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Ubuntu"/>
              <a:buChar char="○"/>
              <a:defRPr sz="1200" b="0" i="0" u="none" strike="noStrike" cap="none">
                <a:solidFill>
                  <a:schemeClr val="accent5"/>
                </a:solidFill>
                <a:latin typeface="Ubuntu"/>
                <a:ea typeface="Ubuntu"/>
                <a:cs typeface="Ubuntu"/>
                <a:sym typeface="Ubuntu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Ubuntu"/>
              <a:buChar char="■"/>
              <a:defRPr sz="1200" b="0" i="0" u="none" strike="noStrike" cap="none">
                <a:solidFill>
                  <a:schemeClr val="accent5"/>
                </a:solidFill>
                <a:latin typeface="Ubuntu"/>
                <a:ea typeface="Ubuntu"/>
                <a:cs typeface="Ubuntu"/>
                <a:sym typeface="Ubuntu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Ubuntu"/>
              <a:buChar char="●"/>
              <a:defRPr sz="1200" b="0" i="0" u="none" strike="noStrike" cap="none">
                <a:solidFill>
                  <a:schemeClr val="accent5"/>
                </a:solidFill>
                <a:latin typeface="Ubuntu"/>
                <a:ea typeface="Ubuntu"/>
                <a:cs typeface="Ubuntu"/>
                <a:sym typeface="Ubuntu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Ubuntu"/>
              <a:buChar char="○"/>
              <a:defRPr sz="1200" b="0" i="0" u="none" strike="noStrike" cap="none">
                <a:solidFill>
                  <a:schemeClr val="accent5"/>
                </a:solidFill>
                <a:latin typeface="Ubuntu"/>
                <a:ea typeface="Ubuntu"/>
                <a:cs typeface="Ubuntu"/>
                <a:sym typeface="Ubuntu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Ubuntu"/>
              <a:buChar char="■"/>
              <a:defRPr sz="1200" b="0" i="0" u="none" strike="noStrike" cap="none">
                <a:solidFill>
                  <a:schemeClr val="accent5"/>
                </a:solidFill>
                <a:latin typeface="Ubuntu"/>
                <a:ea typeface="Ubuntu"/>
                <a:cs typeface="Ubuntu"/>
                <a:sym typeface="Ubuntu"/>
              </a:defRPr>
            </a:lvl9pPr>
          </a:lstStyle>
          <a:p>
            <a:pPr marL="0" indent="0" algn="ctr">
              <a:buFont typeface="Ubuntu"/>
              <a:buNone/>
            </a:pPr>
            <a:r>
              <a:rPr lang="it-IT" sz="900" b="1" dirty="0"/>
              <a:t>Modello basato sulla salute reale</a:t>
            </a:r>
            <a:endParaRPr lang="it-IT" sz="900" dirty="0"/>
          </a:p>
        </p:txBody>
      </p:sp>
      <p:sp>
        <p:nvSpPr>
          <p:cNvPr id="10" name="Google Shape;457;p48">
            <a:extLst>
              <a:ext uri="{FF2B5EF4-FFF2-40B4-BE49-F238E27FC236}">
                <a16:creationId xmlns:a16="http://schemas.microsoft.com/office/drawing/2014/main" id="{CAAD091D-6537-C37B-0E0D-1ABF3D3731D7}"/>
              </a:ext>
            </a:extLst>
          </p:cNvPr>
          <p:cNvSpPr/>
          <p:nvPr/>
        </p:nvSpPr>
        <p:spPr>
          <a:xfrm>
            <a:off x="871759" y="2639292"/>
            <a:ext cx="925980" cy="447904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 dirty="0">
                <a:solidFill>
                  <a:schemeClr val="accent5"/>
                </a:solidFill>
                <a:latin typeface="Ubuntu"/>
                <a:ea typeface="Ubuntu"/>
                <a:cs typeface="Ubuntu"/>
                <a:sym typeface="Ubuntu"/>
              </a:rPr>
              <a:t>14,1%</a:t>
            </a:r>
            <a:endParaRPr sz="1200" b="1" dirty="0">
              <a:solidFill>
                <a:schemeClr val="accent5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11" name="Google Shape;458;p48">
            <a:extLst>
              <a:ext uri="{FF2B5EF4-FFF2-40B4-BE49-F238E27FC236}">
                <a16:creationId xmlns:a16="http://schemas.microsoft.com/office/drawing/2014/main" id="{DE268857-BDD2-240D-34E6-427C2EDDDBA8}"/>
              </a:ext>
            </a:extLst>
          </p:cNvPr>
          <p:cNvSpPr/>
          <p:nvPr/>
        </p:nvSpPr>
        <p:spPr>
          <a:xfrm>
            <a:off x="2214328" y="2639292"/>
            <a:ext cx="925980" cy="447904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it-IT" sz="1200" b="1" dirty="0">
                <a:solidFill>
                  <a:schemeClr val="accent5"/>
                </a:solidFill>
                <a:latin typeface="Ubuntu"/>
                <a:ea typeface="Ubuntu"/>
                <a:cs typeface="Ubuntu"/>
                <a:sym typeface="Ubuntu"/>
              </a:rPr>
              <a:t>26,7</a:t>
            </a:r>
            <a:r>
              <a:rPr lang="en" sz="1200" b="1" dirty="0">
                <a:solidFill>
                  <a:schemeClr val="accent5"/>
                </a:solidFill>
                <a:latin typeface="Ubuntu"/>
                <a:ea typeface="Ubuntu"/>
                <a:cs typeface="Ubuntu"/>
                <a:sym typeface="Ubuntu"/>
              </a:rPr>
              <a:t>%</a:t>
            </a:r>
            <a:endParaRPr sz="1200" b="1" dirty="0">
              <a:solidFill>
                <a:schemeClr val="accent5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20" name="CasellaDiTesto 19">
            <a:extLst>
              <a:ext uri="{FF2B5EF4-FFF2-40B4-BE49-F238E27FC236}">
                <a16:creationId xmlns:a16="http://schemas.microsoft.com/office/drawing/2014/main" id="{321C7D01-D357-C712-97FA-054960FF5803}"/>
              </a:ext>
            </a:extLst>
          </p:cNvPr>
          <p:cNvSpPr txBox="1"/>
          <p:nvPr/>
        </p:nvSpPr>
        <p:spPr>
          <a:xfrm>
            <a:off x="632799" y="1142715"/>
            <a:ext cx="328352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200" dirty="0">
                <a:latin typeface="Ubuntu" panose="020B0504030602030204" pitchFamily="34" charset="0"/>
              </a:rPr>
              <a:t>I ricercatori hanno condotto una serie di esperimenti sviluppando nuovi algoritmi predittivi addestrati su obiettivi differenti: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it-IT" sz="1200" b="1" dirty="0">
                <a:latin typeface="Ubuntu" panose="020B0504030602030204" pitchFamily="34" charset="0"/>
              </a:rPr>
              <a:t>Costi totali.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it-IT" sz="1200" b="1" dirty="0">
                <a:latin typeface="Ubuntu" panose="020B0504030602030204" pitchFamily="34" charset="0"/>
              </a:rPr>
              <a:t>Costi evitabili.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it-IT" sz="1200" b="1" dirty="0">
                <a:latin typeface="Ubuntu" panose="020B0504030602030204" pitchFamily="34" charset="0"/>
              </a:rPr>
              <a:t>Salute misurata.</a:t>
            </a:r>
          </a:p>
        </p:txBody>
      </p:sp>
      <p:sp>
        <p:nvSpPr>
          <p:cNvPr id="30" name="CasellaDiTesto 29">
            <a:extLst>
              <a:ext uri="{FF2B5EF4-FFF2-40B4-BE49-F238E27FC236}">
                <a16:creationId xmlns:a16="http://schemas.microsoft.com/office/drawing/2014/main" id="{A70E185D-8D17-822E-D922-69C40A63383E}"/>
              </a:ext>
            </a:extLst>
          </p:cNvPr>
          <p:cNvSpPr txBox="1"/>
          <p:nvPr/>
        </p:nvSpPr>
        <p:spPr>
          <a:xfrm>
            <a:off x="4572000" y="3419299"/>
            <a:ext cx="390047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200" dirty="0">
                <a:latin typeface="Ubuntu" panose="020B0504030602030204" pitchFamily="34" charset="0"/>
              </a:rPr>
              <a:t>L'azienda ha replicato l'analisi su un dataset nazionale di </a:t>
            </a:r>
            <a:r>
              <a:rPr lang="it-IT" sz="1200" b="1" dirty="0">
                <a:latin typeface="Ubuntu" panose="020B0504030602030204" pitchFamily="34" charset="0"/>
              </a:rPr>
              <a:t>3,7 milioni di pazienti, </a:t>
            </a:r>
            <a:r>
              <a:rPr lang="it-IT" sz="1200" dirty="0">
                <a:latin typeface="Ubuntu" panose="020B0504030602030204" pitchFamily="34" charset="0"/>
              </a:rPr>
              <a:t>sostituendo la label del costo con un indice che include misure di salute multidimensionali.</a:t>
            </a:r>
          </a:p>
        </p:txBody>
      </p:sp>
      <p:sp>
        <p:nvSpPr>
          <p:cNvPr id="41" name="Google Shape;455;p48">
            <a:extLst>
              <a:ext uri="{FF2B5EF4-FFF2-40B4-BE49-F238E27FC236}">
                <a16:creationId xmlns:a16="http://schemas.microsoft.com/office/drawing/2014/main" id="{2C7023CA-D34E-EB4F-F465-7F8DF5E68703}"/>
              </a:ext>
            </a:extLst>
          </p:cNvPr>
          <p:cNvSpPr txBox="1">
            <a:spLocks/>
          </p:cNvSpPr>
          <p:nvPr/>
        </p:nvSpPr>
        <p:spPr>
          <a:xfrm>
            <a:off x="5835182" y="3087197"/>
            <a:ext cx="1263000" cy="32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Ubuntu"/>
              <a:buChar char="●"/>
              <a:defRPr sz="1200" b="0" i="0" u="none" strike="noStrike" cap="none">
                <a:solidFill>
                  <a:schemeClr val="accent5"/>
                </a:solidFill>
                <a:latin typeface="Ubuntu"/>
                <a:ea typeface="Ubuntu"/>
                <a:cs typeface="Ubuntu"/>
                <a:sym typeface="Ubuntu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Ubuntu"/>
              <a:buChar char="○"/>
              <a:defRPr sz="1200" b="0" i="0" u="none" strike="noStrike" cap="none">
                <a:solidFill>
                  <a:schemeClr val="accent5"/>
                </a:solidFill>
                <a:latin typeface="Ubuntu"/>
                <a:ea typeface="Ubuntu"/>
                <a:cs typeface="Ubuntu"/>
                <a:sym typeface="Ubuntu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Ubuntu"/>
              <a:buChar char="■"/>
              <a:defRPr sz="1200" b="0" i="0" u="none" strike="noStrike" cap="none">
                <a:solidFill>
                  <a:schemeClr val="accent5"/>
                </a:solidFill>
                <a:latin typeface="Ubuntu"/>
                <a:ea typeface="Ubuntu"/>
                <a:cs typeface="Ubuntu"/>
                <a:sym typeface="Ubuntu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Ubuntu"/>
              <a:buChar char="●"/>
              <a:defRPr sz="1200" b="0" i="0" u="none" strike="noStrike" cap="none">
                <a:solidFill>
                  <a:schemeClr val="accent5"/>
                </a:solidFill>
                <a:latin typeface="Ubuntu"/>
                <a:ea typeface="Ubuntu"/>
                <a:cs typeface="Ubuntu"/>
                <a:sym typeface="Ubuntu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Ubuntu"/>
              <a:buChar char="○"/>
              <a:defRPr sz="1200" b="0" i="0" u="none" strike="noStrike" cap="none">
                <a:solidFill>
                  <a:schemeClr val="accent5"/>
                </a:solidFill>
                <a:latin typeface="Ubuntu"/>
                <a:ea typeface="Ubuntu"/>
                <a:cs typeface="Ubuntu"/>
                <a:sym typeface="Ubuntu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Ubuntu"/>
              <a:buChar char="■"/>
              <a:defRPr sz="1200" b="0" i="0" u="none" strike="noStrike" cap="none">
                <a:solidFill>
                  <a:schemeClr val="accent5"/>
                </a:solidFill>
                <a:latin typeface="Ubuntu"/>
                <a:ea typeface="Ubuntu"/>
                <a:cs typeface="Ubuntu"/>
                <a:sym typeface="Ubuntu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Ubuntu"/>
              <a:buChar char="●"/>
              <a:defRPr sz="1200" b="0" i="0" u="none" strike="noStrike" cap="none">
                <a:solidFill>
                  <a:schemeClr val="accent5"/>
                </a:solidFill>
                <a:latin typeface="Ubuntu"/>
                <a:ea typeface="Ubuntu"/>
                <a:cs typeface="Ubuntu"/>
                <a:sym typeface="Ubuntu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Ubuntu"/>
              <a:buChar char="○"/>
              <a:defRPr sz="1200" b="0" i="0" u="none" strike="noStrike" cap="none">
                <a:solidFill>
                  <a:schemeClr val="accent5"/>
                </a:solidFill>
                <a:latin typeface="Ubuntu"/>
                <a:ea typeface="Ubuntu"/>
                <a:cs typeface="Ubuntu"/>
                <a:sym typeface="Ubuntu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Ubuntu"/>
              <a:buChar char="■"/>
              <a:defRPr sz="1200" b="0" i="0" u="none" strike="noStrike" cap="none">
                <a:solidFill>
                  <a:schemeClr val="accent5"/>
                </a:solidFill>
                <a:latin typeface="Ubuntu"/>
                <a:ea typeface="Ubuntu"/>
                <a:cs typeface="Ubuntu"/>
                <a:sym typeface="Ubuntu"/>
              </a:defRPr>
            </a:lvl9pPr>
          </a:lstStyle>
          <a:p>
            <a:pPr marL="0" indent="0" algn="ctr">
              <a:buFont typeface="Ubuntu"/>
              <a:buNone/>
            </a:pPr>
            <a:r>
              <a:rPr lang="it-IT" sz="900" b="1" dirty="0"/>
              <a:t>Riduzione del </a:t>
            </a:r>
            <a:r>
              <a:rPr lang="it-IT" sz="900" b="1" dirty="0" err="1"/>
              <a:t>bias</a:t>
            </a:r>
            <a:endParaRPr lang="it-IT" sz="900" dirty="0"/>
          </a:p>
        </p:txBody>
      </p:sp>
      <p:sp>
        <p:nvSpPr>
          <p:cNvPr id="43" name="Google Shape;456;p48">
            <a:extLst>
              <a:ext uri="{FF2B5EF4-FFF2-40B4-BE49-F238E27FC236}">
                <a16:creationId xmlns:a16="http://schemas.microsoft.com/office/drawing/2014/main" id="{FA46118A-BC56-3BD0-3A92-3D441A0504C6}"/>
              </a:ext>
            </a:extLst>
          </p:cNvPr>
          <p:cNvSpPr/>
          <p:nvPr/>
        </p:nvSpPr>
        <p:spPr>
          <a:xfrm>
            <a:off x="6003692" y="2639292"/>
            <a:ext cx="925980" cy="44790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 dirty="0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rPr>
              <a:t>84,0%</a:t>
            </a:r>
            <a:endParaRPr sz="1200" b="1" dirty="0">
              <a:solidFill>
                <a:schemeClr val="lt1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</p:spTree>
    <p:extLst>
      <p:ext uri="{BB962C8B-B14F-4D97-AF65-F5344CB8AC3E}">
        <p14:creationId xmlns:p14="http://schemas.microsoft.com/office/powerpoint/2010/main" val="15896153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5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64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it-IT" dirty="0"/>
              <a:t>Implicazioni più ampie</a:t>
            </a:r>
          </a:p>
        </p:txBody>
      </p:sp>
      <p:grpSp>
        <p:nvGrpSpPr>
          <p:cNvPr id="512" name="Google Shape;512;p50"/>
          <p:cNvGrpSpPr/>
          <p:nvPr/>
        </p:nvGrpSpPr>
        <p:grpSpPr>
          <a:xfrm>
            <a:off x="4627651" y="3063048"/>
            <a:ext cx="2326988" cy="2096792"/>
            <a:chOff x="4847050" y="1910300"/>
            <a:chExt cx="2371332" cy="2136750"/>
          </a:xfrm>
        </p:grpSpPr>
        <p:sp>
          <p:nvSpPr>
            <p:cNvPr id="513" name="Google Shape;513;p50"/>
            <p:cNvSpPr/>
            <p:nvPr/>
          </p:nvSpPr>
          <p:spPr>
            <a:xfrm>
              <a:off x="5882019" y="2206564"/>
              <a:ext cx="161197" cy="155009"/>
            </a:xfrm>
            <a:custGeom>
              <a:avLst/>
              <a:gdLst/>
              <a:ahLst/>
              <a:cxnLst/>
              <a:rect l="l" t="t" r="r" b="b"/>
              <a:pathLst>
                <a:path w="4090" h="3933" extrusionOk="0">
                  <a:moveTo>
                    <a:pt x="2050" y="1"/>
                  </a:moveTo>
                  <a:cubicBezTo>
                    <a:pt x="2047" y="1"/>
                    <a:pt x="2045" y="5"/>
                    <a:pt x="2045" y="14"/>
                  </a:cubicBezTo>
                  <a:lnTo>
                    <a:pt x="1427" y="1526"/>
                  </a:lnTo>
                  <a:cubicBezTo>
                    <a:pt x="1427" y="1526"/>
                    <a:pt x="1" y="1888"/>
                    <a:pt x="107" y="2058"/>
                  </a:cubicBezTo>
                  <a:cubicBezTo>
                    <a:pt x="277" y="2143"/>
                    <a:pt x="1427" y="2335"/>
                    <a:pt x="1427" y="2591"/>
                  </a:cubicBezTo>
                  <a:cubicBezTo>
                    <a:pt x="1513" y="2761"/>
                    <a:pt x="2045" y="3932"/>
                    <a:pt x="2130" y="3932"/>
                  </a:cubicBezTo>
                  <a:cubicBezTo>
                    <a:pt x="2322" y="3932"/>
                    <a:pt x="2663" y="2676"/>
                    <a:pt x="2940" y="2505"/>
                  </a:cubicBezTo>
                  <a:cubicBezTo>
                    <a:pt x="3110" y="2505"/>
                    <a:pt x="4004" y="2058"/>
                    <a:pt x="4004" y="1973"/>
                  </a:cubicBezTo>
                  <a:cubicBezTo>
                    <a:pt x="4090" y="1973"/>
                    <a:pt x="2769" y="1440"/>
                    <a:pt x="2769" y="1440"/>
                  </a:cubicBezTo>
                  <a:cubicBezTo>
                    <a:pt x="2769" y="1440"/>
                    <a:pt x="2117" y="1"/>
                    <a:pt x="2050" y="1"/>
                  </a:cubicBezTo>
                  <a:close/>
                </a:path>
              </a:pathLst>
            </a:custGeom>
            <a:solidFill>
              <a:srgbClr val="FBF6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" name="Google Shape;514;p50"/>
            <p:cNvSpPr/>
            <p:nvPr/>
          </p:nvSpPr>
          <p:spPr>
            <a:xfrm>
              <a:off x="5735129" y="2072088"/>
              <a:ext cx="930923" cy="1114586"/>
            </a:xfrm>
            <a:custGeom>
              <a:avLst/>
              <a:gdLst/>
              <a:ahLst/>
              <a:cxnLst/>
              <a:rect l="l" t="t" r="r" b="b"/>
              <a:pathLst>
                <a:path w="23620" h="28280" extrusionOk="0">
                  <a:moveTo>
                    <a:pt x="12682" y="0"/>
                  </a:moveTo>
                  <a:cubicBezTo>
                    <a:pt x="8053" y="0"/>
                    <a:pt x="1704" y="4682"/>
                    <a:pt x="1704" y="4682"/>
                  </a:cubicBezTo>
                  <a:cubicBezTo>
                    <a:pt x="0" y="9368"/>
                    <a:pt x="980" y="28280"/>
                    <a:pt x="980" y="28280"/>
                  </a:cubicBezTo>
                  <a:lnTo>
                    <a:pt x="13503" y="28280"/>
                  </a:lnTo>
                  <a:lnTo>
                    <a:pt x="12971" y="22955"/>
                  </a:lnTo>
                  <a:lnTo>
                    <a:pt x="12971" y="22955"/>
                  </a:lnTo>
                  <a:lnTo>
                    <a:pt x="18913" y="23658"/>
                  </a:lnTo>
                  <a:lnTo>
                    <a:pt x="18295" y="16566"/>
                  </a:lnTo>
                  <a:lnTo>
                    <a:pt x="23619" y="16481"/>
                  </a:lnTo>
                  <a:cubicBezTo>
                    <a:pt x="23619" y="16481"/>
                    <a:pt x="20063" y="7962"/>
                    <a:pt x="16506" y="2020"/>
                  </a:cubicBezTo>
                  <a:cubicBezTo>
                    <a:pt x="15648" y="548"/>
                    <a:pt x="14266" y="0"/>
                    <a:pt x="12682" y="0"/>
                  </a:cubicBezTo>
                  <a:close/>
                </a:path>
              </a:pathLst>
            </a:custGeom>
            <a:solidFill>
              <a:srgbClr val="7B31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" name="Google Shape;515;p50"/>
            <p:cNvSpPr/>
            <p:nvPr/>
          </p:nvSpPr>
          <p:spPr>
            <a:xfrm>
              <a:off x="5354051" y="1910300"/>
              <a:ext cx="1031662" cy="923120"/>
            </a:xfrm>
            <a:custGeom>
              <a:avLst/>
              <a:gdLst/>
              <a:ahLst/>
              <a:cxnLst/>
              <a:rect l="l" t="t" r="r" b="b"/>
              <a:pathLst>
                <a:path w="26176" h="23422" extrusionOk="0">
                  <a:moveTo>
                    <a:pt x="16651" y="1"/>
                  </a:moveTo>
                  <a:cubicBezTo>
                    <a:pt x="15014" y="1"/>
                    <a:pt x="13141" y="353"/>
                    <a:pt x="11011" y="1226"/>
                  </a:cubicBezTo>
                  <a:cubicBezTo>
                    <a:pt x="0" y="5763"/>
                    <a:pt x="1960" y="21566"/>
                    <a:pt x="10308" y="23418"/>
                  </a:cubicBezTo>
                  <a:cubicBezTo>
                    <a:pt x="10308" y="23418"/>
                    <a:pt x="10341" y="23421"/>
                    <a:pt x="10401" y="23421"/>
                  </a:cubicBezTo>
                  <a:cubicBezTo>
                    <a:pt x="10943" y="23421"/>
                    <a:pt x="13703" y="23197"/>
                    <a:pt x="14738" y="18712"/>
                  </a:cubicBezTo>
                  <a:cubicBezTo>
                    <a:pt x="15730" y="14012"/>
                    <a:pt x="15872" y="5989"/>
                    <a:pt x="24191" y="5989"/>
                  </a:cubicBezTo>
                  <a:cubicBezTo>
                    <a:pt x="24806" y="5989"/>
                    <a:pt x="25466" y="6032"/>
                    <a:pt x="26175" y="6125"/>
                  </a:cubicBezTo>
                  <a:cubicBezTo>
                    <a:pt x="26175" y="6125"/>
                    <a:pt x="23473" y="1"/>
                    <a:pt x="166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" name="Google Shape;516;p50"/>
            <p:cNvSpPr/>
            <p:nvPr/>
          </p:nvSpPr>
          <p:spPr>
            <a:xfrm>
              <a:off x="5592417" y="1996850"/>
              <a:ext cx="716874" cy="507397"/>
            </a:xfrm>
            <a:custGeom>
              <a:avLst/>
              <a:gdLst/>
              <a:ahLst/>
              <a:cxnLst/>
              <a:rect l="l" t="t" r="r" b="b"/>
              <a:pathLst>
                <a:path w="18189" h="12874" extrusionOk="0">
                  <a:moveTo>
                    <a:pt x="8614" y="0"/>
                  </a:moveTo>
                  <a:cubicBezTo>
                    <a:pt x="4691" y="0"/>
                    <a:pt x="1598" y="1884"/>
                    <a:pt x="1598" y="1884"/>
                  </a:cubicBezTo>
                  <a:cubicBezTo>
                    <a:pt x="3179" y="1252"/>
                    <a:pt x="4724" y="999"/>
                    <a:pt x="6186" y="999"/>
                  </a:cubicBezTo>
                  <a:cubicBezTo>
                    <a:pt x="12114" y="999"/>
                    <a:pt x="16677" y="5164"/>
                    <a:pt x="16677" y="5164"/>
                  </a:cubicBezTo>
                  <a:lnTo>
                    <a:pt x="13397" y="7294"/>
                  </a:lnTo>
                  <a:cubicBezTo>
                    <a:pt x="7128" y="3180"/>
                    <a:pt x="1483" y="3034"/>
                    <a:pt x="709" y="3034"/>
                  </a:cubicBezTo>
                  <a:cubicBezTo>
                    <a:pt x="649" y="3034"/>
                    <a:pt x="618" y="3034"/>
                    <a:pt x="618" y="3034"/>
                  </a:cubicBezTo>
                  <a:cubicBezTo>
                    <a:pt x="4793" y="3929"/>
                    <a:pt x="12673" y="8188"/>
                    <a:pt x="12673" y="8188"/>
                  </a:cubicBezTo>
                  <a:lnTo>
                    <a:pt x="11076" y="11383"/>
                  </a:lnTo>
                  <a:lnTo>
                    <a:pt x="1" y="4014"/>
                  </a:lnTo>
                  <a:lnTo>
                    <a:pt x="1" y="4014"/>
                  </a:lnTo>
                  <a:cubicBezTo>
                    <a:pt x="7093" y="10936"/>
                    <a:pt x="11352" y="12874"/>
                    <a:pt x="11352" y="12874"/>
                  </a:cubicBezTo>
                  <a:lnTo>
                    <a:pt x="18189" y="5164"/>
                  </a:lnTo>
                  <a:cubicBezTo>
                    <a:pt x="15202" y="1135"/>
                    <a:pt x="11658" y="0"/>
                    <a:pt x="8614" y="0"/>
                  </a:cubicBezTo>
                  <a:close/>
                </a:path>
              </a:pathLst>
            </a:custGeom>
            <a:solidFill>
              <a:srgbClr val="7B31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" name="Google Shape;517;p50"/>
            <p:cNvSpPr/>
            <p:nvPr/>
          </p:nvSpPr>
          <p:spPr>
            <a:xfrm>
              <a:off x="5490891" y="2259968"/>
              <a:ext cx="318138" cy="454150"/>
            </a:xfrm>
            <a:custGeom>
              <a:avLst/>
              <a:gdLst/>
              <a:ahLst/>
              <a:cxnLst/>
              <a:rect l="l" t="t" r="r" b="b"/>
              <a:pathLst>
                <a:path w="8072" h="11523" extrusionOk="0">
                  <a:moveTo>
                    <a:pt x="1065" y="0"/>
                  </a:moveTo>
                  <a:lnTo>
                    <a:pt x="1065" y="0"/>
                  </a:lnTo>
                  <a:cubicBezTo>
                    <a:pt x="1065" y="1"/>
                    <a:pt x="0" y="9499"/>
                    <a:pt x="8072" y="11522"/>
                  </a:cubicBezTo>
                  <a:lnTo>
                    <a:pt x="8072" y="10117"/>
                  </a:lnTo>
                  <a:cubicBezTo>
                    <a:pt x="8072" y="10117"/>
                    <a:pt x="2130" y="8967"/>
                    <a:pt x="1065" y="0"/>
                  </a:cubicBezTo>
                  <a:close/>
                </a:path>
              </a:pathLst>
            </a:custGeom>
            <a:solidFill>
              <a:srgbClr val="7B31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" name="Google Shape;518;p50"/>
            <p:cNvSpPr/>
            <p:nvPr/>
          </p:nvSpPr>
          <p:spPr>
            <a:xfrm>
              <a:off x="5050181" y="2094751"/>
              <a:ext cx="542277" cy="1130548"/>
            </a:xfrm>
            <a:custGeom>
              <a:avLst/>
              <a:gdLst/>
              <a:ahLst/>
              <a:cxnLst/>
              <a:rect l="l" t="t" r="r" b="b"/>
              <a:pathLst>
                <a:path w="13759" h="28685" extrusionOk="0">
                  <a:moveTo>
                    <a:pt x="11156" y="0"/>
                  </a:moveTo>
                  <a:cubicBezTo>
                    <a:pt x="8356" y="0"/>
                    <a:pt x="4087" y="932"/>
                    <a:pt x="2471" y="6237"/>
                  </a:cubicBezTo>
                  <a:cubicBezTo>
                    <a:pt x="1" y="14479"/>
                    <a:pt x="2471" y="28684"/>
                    <a:pt x="2471" y="28684"/>
                  </a:cubicBezTo>
                  <a:lnTo>
                    <a:pt x="4963" y="28684"/>
                  </a:lnTo>
                  <a:cubicBezTo>
                    <a:pt x="4963" y="28684"/>
                    <a:pt x="1151" y="3745"/>
                    <a:pt x="10905" y="1338"/>
                  </a:cubicBezTo>
                  <a:lnTo>
                    <a:pt x="10905" y="1338"/>
                  </a:lnTo>
                  <a:cubicBezTo>
                    <a:pt x="10905" y="1339"/>
                    <a:pt x="2833" y="6322"/>
                    <a:pt x="6390" y="25128"/>
                  </a:cubicBezTo>
                  <a:lnTo>
                    <a:pt x="8690" y="24063"/>
                  </a:lnTo>
                  <a:cubicBezTo>
                    <a:pt x="8690" y="24063"/>
                    <a:pt x="6485" y="8778"/>
                    <a:pt x="11932" y="2108"/>
                  </a:cubicBezTo>
                  <a:lnTo>
                    <a:pt x="11932" y="2108"/>
                  </a:lnTo>
                  <a:cubicBezTo>
                    <a:pt x="11467" y="2695"/>
                    <a:pt x="6913" y="9041"/>
                    <a:pt x="10373" y="28684"/>
                  </a:cubicBezTo>
                  <a:lnTo>
                    <a:pt x="13397" y="28684"/>
                  </a:lnTo>
                  <a:cubicBezTo>
                    <a:pt x="13397" y="28684"/>
                    <a:pt x="8520" y="8452"/>
                    <a:pt x="13759" y="274"/>
                  </a:cubicBezTo>
                  <a:cubicBezTo>
                    <a:pt x="13759" y="274"/>
                    <a:pt x="12673" y="0"/>
                    <a:pt x="111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" name="Google Shape;519;p50"/>
            <p:cNvSpPr/>
            <p:nvPr/>
          </p:nvSpPr>
          <p:spPr>
            <a:xfrm>
              <a:off x="6225341" y="2738436"/>
              <a:ext cx="255196" cy="150753"/>
            </a:xfrm>
            <a:custGeom>
              <a:avLst/>
              <a:gdLst/>
              <a:ahLst/>
              <a:cxnLst/>
              <a:rect l="l" t="t" r="r" b="b"/>
              <a:pathLst>
                <a:path w="6475" h="3825" extrusionOk="0">
                  <a:moveTo>
                    <a:pt x="5075" y="1"/>
                  </a:moveTo>
                  <a:cubicBezTo>
                    <a:pt x="2887" y="1"/>
                    <a:pt x="0" y="2406"/>
                    <a:pt x="0" y="2406"/>
                  </a:cubicBezTo>
                  <a:cubicBezTo>
                    <a:pt x="0" y="2406"/>
                    <a:pt x="2245" y="3825"/>
                    <a:pt x="4099" y="3825"/>
                  </a:cubicBezTo>
                  <a:cubicBezTo>
                    <a:pt x="5145" y="3825"/>
                    <a:pt x="6067" y="3373"/>
                    <a:pt x="6390" y="1959"/>
                  </a:cubicBezTo>
                  <a:cubicBezTo>
                    <a:pt x="6475" y="1789"/>
                    <a:pt x="6027" y="106"/>
                    <a:pt x="5410" y="21"/>
                  </a:cubicBezTo>
                  <a:cubicBezTo>
                    <a:pt x="5300" y="7"/>
                    <a:pt x="5188" y="1"/>
                    <a:pt x="5075" y="1"/>
                  </a:cubicBezTo>
                  <a:close/>
                </a:path>
              </a:pathLst>
            </a:custGeom>
            <a:solidFill>
              <a:srgbClr val="5E24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Google Shape;520;p50"/>
            <p:cNvSpPr/>
            <p:nvPr/>
          </p:nvSpPr>
          <p:spPr>
            <a:xfrm>
              <a:off x="5722517" y="2526002"/>
              <a:ext cx="247668" cy="234347"/>
            </a:xfrm>
            <a:custGeom>
              <a:avLst/>
              <a:gdLst/>
              <a:ahLst/>
              <a:cxnLst/>
              <a:rect l="l" t="t" r="r" b="b"/>
              <a:pathLst>
                <a:path w="6284" h="5946" extrusionOk="0">
                  <a:moveTo>
                    <a:pt x="2494" y="0"/>
                  </a:moveTo>
                  <a:cubicBezTo>
                    <a:pt x="1874" y="0"/>
                    <a:pt x="1318" y="308"/>
                    <a:pt x="959" y="1152"/>
                  </a:cubicBezTo>
                  <a:cubicBezTo>
                    <a:pt x="1" y="3358"/>
                    <a:pt x="542" y="5945"/>
                    <a:pt x="2779" y="5945"/>
                  </a:cubicBezTo>
                  <a:cubicBezTo>
                    <a:pt x="3672" y="5945"/>
                    <a:pt x="4837" y="5532"/>
                    <a:pt x="6284" y="4517"/>
                  </a:cubicBezTo>
                  <a:lnTo>
                    <a:pt x="6284" y="2217"/>
                  </a:lnTo>
                  <a:cubicBezTo>
                    <a:pt x="6284" y="2217"/>
                    <a:pt x="4158" y="0"/>
                    <a:pt x="2494" y="0"/>
                  </a:cubicBezTo>
                  <a:close/>
                </a:path>
              </a:pathLst>
            </a:custGeom>
            <a:solidFill>
              <a:srgbClr val="7B31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" name="Google Shape;521;p50"/>
            <p:cNvSpPr/>
            <p:nvPr/>
          </p:nvSpPr>
          <p:spPr>
            <a:xfrm>
              <a:off x="5808988" y="2613498"/>
              <a:ext cx="122612" cy="69563"/>
            </a:xfrm>
            <a:custGeom>
              <a:avLst/>
              <a:gdLst/>
              <a:ahLst/>
              <a:cxnLst/>
              <a:rect l="l" t="t" r="r" b="b"/>
              <a:pathLst>
                <a:path w="3111" h="1765" extrusionOk="0">
                  <a:moveTo>
                    <a:pt x="991" y="1"/>
                  </a:moveTo>
                  <a:cubicBezTo>
                    <a:pt x="700" y="1"/>
                    <a:pt x="372" y="50"/>
                    <a:pt x="1" y="167"/>
                  </a:cubicBezTo>
                  <a:lnTo>
                    <a:pt x="3110" y="1764"/>
                  </a:lnTo>
                  <a:cubicBezTo>
                    <a:pt x="3110" y="1764"/>
                    <a:pt x="2720" y="1"/>
                    <a:pt x="99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" name="Google Shape;522;p50"/>
            <p:cNvSpPr/>
            <p:nvPr/>
          </p:nvSpPr>
          <p:spPr>
            <a:xfrm>
              <a:off x="4847050" y="3046484"/>
              <a:ext cx="2294083" cy="1000565"/>
            </a:xfrm>
            <a:custGeom>
              <a:avLst/>
              <a:gdLst/>
              <a:ahLst/>
              <a:cxnLst/>
              <a:rect l="l" t="t" r="r" b="b"/>
              <a:pathLst>
                <a:path w="58207" h="25387" extrusionOk="0">
                  <a:moveTo>
                    <a:pt x="35674" y="0"/>
                  </a:moveTo>
                  <a:lnTo>
                    <a:pt x="23428" y="1342"/>
                  </a:lnTo>
                  <a:cubicBezTo>
                    <a:pt x="23598" y="10308"/>
                    <a:pt x="13141" y="7539"/>
                    <a:pt x="6560" y="10308"/>
                  </a:cubicBezTo>
                  <a:cubicBezTo>
                    <a:pt x="1" y="13055"/>
                    <a:pt x="1151" y="25387"/>
                    <a:pt x="1151" y="25387"/>
                  </a:cubicBezTo>
                  <a:lnTo>
                    <a:pt x="58207" y="25387"/>
                  </a:lnTo>
                  <a:cubicBezTo>
                    <a:pt x="58207" y="12438"/>
                    <a:pt x="52883" y="9946"/>
                    <a:pt x="43831" y="9414"/>
                  </a:cubicBezTo>
                  <a:cubicBezTo>
                    <a:pt x="34694" y="8796"/>
                    <a:pt x="35674" y="0"/>
                    <a:pt x="35674" y="0"/>
                  </a:cubicBezTo>
                  <a:close/>
                </a:path>
              </a:pathLst>
            </a:custGeom>
            <a:solidFill>
              <a:srgbClr val="7B31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Google Shape;523;p50"/>
            <p:cNvSpPr/>
            <p:nvPr/>
          </p:nvSpPr>
          <p:spPr>
            <a:xfrm>
              <a:off x="4847050" y="3315908"/>
              <a:ext cx="2371332" cy="731141"/>
            </a:xfrm>
            <a:custGeom>
              <a:avLst/>
              <a:gdLst/>
              <a:ahLst/>
              <a:cxnLst/>
              <a:rect l="l" t="t" r="r" b="b"/>
              <a:pathLst>
                <a:path w="60167" h="18551" extrusionOk="0">
                  <a:moveTo>
                    <a:pt x="20851" y="1"/>
                  </a:moveTo>
                  <a:cubicBezTo>
                    <a:pt x="18104" y="980"/>
                    <a:pt x="11714" y="1960"/>
                    <a:pt x="6560" y="3472"/>
                  </a:cubicBezTo>
                  <a:cubicBezTo>
                    <a:pt x="1" y="5325"/>
                    <a:pt x="1" y="18551"/>
                    <a:pt x="1" y="18551"/>
                  </a:cubicBezTo>
                  <a:lnTo>
                    <a:pt x="59464" y="18551"/>
                  </a:lnTo>
                  <a:cubicBezTo>
                    <a:pt x="60166" y="2663"/>
                    <a:pt x="51562" y="3110"/>
                    <a:pt x="44896" y="2663"/>
                  </a:cubicBezTo>
                  <a:cubicBezTo>
                    <a:pt x="41361" y="2407"/>
                    <a:pt x="39401" y="810"/>
                    <a:pt x="38613" y="703"/>
                  </a:cubicBezTo>
                  <a:cubicBezTo>
                    <a:pt x="38613" y="703"/>
                    <a:pt x="35524" y="5916"/>
                    <a:pt x="31383" y="5916"/>
                  </a:cubicBezTo>
                  <a:cubicBezTo>
                    <a:pt x="31134" y="5916"/>
                    <a:pt x="30882" y="5897"/>
                    <a:pt x="30627" y="5857"/>
                  </a:cubicBezTo>
                  <a:cubicBezTo>
                    <a:pt x="26090" y="5240"/>
                    <a:pt x="20851" y="1"/>
                    <a:pt x="2085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Google Shape;524;p50"/>
            <p:cNvSpPr/>
            <p:nvPr/>
          </p:nvSpPr>
          <p:spPr>
            <a:xfrm>
              <a:off x="6274015" y="2792983"/>
              <a:ext cx="192254" cy="36969"/>
            </a:xfrm>
            <a:custGeom>
              <a:avLst/>
              <a:gdLst/>
              <a:ahLst/>
              <a:cxnLst/>
              <a:rect l="l" t="t" r="r" b="b"/>
              <a:pathLst>
                <a:path w="4878" h="938" extrusionOk="0">
                  <a:moveTo>
                    <a:pt x="3268" y="0"/>
                  </a:moveTo>
                  <a:cubicBezTo>
                    <a:pt x="1739" y="0"/>
                    <a:pt x="1" y="937"/>
                    <a:pt x="1" y="937"/>
                  </a:cubicBezTo>
                  <a:cubicBezTo>
                    <a:pt x="1" y="937"/>
                    <a:pt x="4878" y="575"/>
                    <a:pt x="4792" y="490"/>
                  </a:cubicBezTo>
                  <a:cubicBezTo>
                    <a:pt x="4381" y="131"/>
                    <a:pt x="3839" y="0"/>
                    <a:pt x="326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" name="Google Shape;525;p50"/>
            <p:cNvSpPr/>
            <p:nvPr/>
          </p:nvSpPr>
          <p:spPr>
            <a:xfrm>
              <a:off x="5760314" y="2742614"/>
              <a:ext cx="507042" cy="444061"/>
            </a:xfrm>
            <a:custGeom>
              <a:avLst/>
              <a:gdLst/>
              <a:ahLst/>
              <a:cxnLst/>
              <a:rect l="l" t="t" r="r" b="b"/>
              <a:pathLst>
                <a:path w="12865" h="11267" extrusionOk="0">
                  <a:moveTo>
                    <a:pt x="3536" y="0"/>
                  </a:moveTo>
                  <a:lnTo>
                    <a:pt x="3536" y="0"/>
                  </a:lnTo>
                  <a:cubicBezTo>
                    <a:pt x="3536" y="1"/>
                    <a:pt x="1938" y="2300"/>
                    <a:pt x="0" y="2300"/>
                  </a:cubicBezTo>
                  <a:cubicBezTo>
                    <a:pt x="0" y="2300"/>
                    <a:pt x="256" y="8072"/>
                    <a:pt x="256" y="9052"/>
                  </a:cubicBezTo>
                  <a:lnTo>
                    <a:pt x="12864" y="11267"/>
                  </a:lnTo>
                  <a:cubicBezTo>
                    <a:pt x="12864" y="11267"/>
                    <a:pt x="12417" y="6837"/>
                    <a:pt x="12332" y="5942"/>
                  </a:cubicBezTo>
                  <a:cubicBezTo>
                    <a:pt x="12332" y="5942"/>
                    <a:pt x="6113" y="5410"/>
                    <a:pt x="4345" y="4430"/>
                  </a:cubicBezTo>
                  <a:cubicBezTo>
                    <a:pt x="2663" y="3536"/>
                    <a:pt x="3536" y="1"/>
                    <a:pt x="3536" y="0"/>
                  </a:cubicBezTo>
                  <a:close/>
                </a:path>
              </a:pathLst>
            </a:custGeom>
            <a:solidFill>
              <a:srgbClr val="5E24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" name="Google Shape;526;p50"/>
            <p:cNvSpPr/>
            <p:nvPr/>
          </p:nvSpPr>
          <p:spPr>
            <a:xfrm>
              <a:off x="5563882" y="2207076"/>
              <a:ext cx="290470" cy="356762"/>
            </a:xfrm>
            <a:custGeom>
              <a:avLst/>
              <a:gdLst/>
              <a:ahLst/>
              <a:cxnLst/>
              <a:rect l="l" t="t" r="r" b="b"/>
              <a:pathLst>
                <a:path w="7370" h="9052" extrusionOk="0">
                  <a:moveTo>
                    <a:pt x="1" y="1"/>
                  </a:moveTo>
                  <a:cubicBezTo>
                    <a:pt x="1" y="1"/>
                    <a:pt x="1151" y="5410"/>
                    <a:pt x="6220" y="9052"/>
                  </a:cubicBezTo>
                  <a:lnTo>
                    <a:pt x="7370" y="8605"/>
                  </a:lnTo>
                  <a:cubicBezTo>
                    <a:pt x="7370" y="8605"/>
                    <a:pt x="1790" y="4622"/>
                    <a:pt x="1" y="1"/>
                  </a:cubicBezTo>
                  <a:close/>
                </a:path>
              </a:pathLst>
            </a:custGeom>
            <a:solidFill>
              <a:srgbClr val="7B31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27" name="Google Shape;527;p50"/>
          <p:cNvGrpSpPr/>
          <p:nvPr/>
        </p:nvGrpSpPr>
        <p:grpSpPr>
          <a:xfrm>
            <a:off x="6701368" y="1543369"/>
            <a:ext cx="1995225" cy="2096820"/>
            <a:chOff x="6765175" y="1637838"/>
            <a:chExt cx="1777325" cy="1867825"/>
          </a:xfrm>
        </p:grpSpPr>
        <p:sp>
          <p:nvSpPr>
            <p:cNvPr id="528" name="Google Shape;528;p50"/>
            <p:cNvSpPr/>
            <p:nvPr/>
          </p:nvSpPr>
          <p:spPr>
            <a:xfrm flipH="1">
              <a:off x="7197525" y="1766488"/>
              <a:ext cx="585700" cy="738725"/>
            </a:xfrm>
            <a:custGeom>
              <a:avLst/>
              <a:gdLst/>
              <a:ahLst/>
              <a:cxnLst/>
              <a:rect l="l" t="t" r="r" b="b"/>
              <a:pathLst>
                <a:path w="23428" h="29549" extrusionOk="0">
                  <a:moveTo>
                    <a:pt x="14541" y="0"/>
                  </a:moveTo>
                  <a:cubicBezTo>
                    <a:pt x="14452" y="0"/>
                    <a:pt x="14361" y="3"/>
                    <a:pt x="14270" y="9"/>
                  </a:cubicBezTo>
                  <a:cubicBezTo>
                    <a:pt x="7007" y="541"/>
                    <a:pt x="1853" y="11893"/>
                    <a:pt x="1853" y="11893"/>
                  </a:cubicBezTo>
                  <a:cubicBezTo>
                    <a:pt x="0" y="16855"/>
                    <a:pt x="1150" y="29548"/>
                    <a:pt x="1150" y="29548"/>
                  </a:cubicBezTo>
                  <a:lnTo>
                    <a:pt x="14546" y="29548"/>
                  </a:lnTo>
                  <a:lnTo>
                    <a:pt x="13929" y="23862"/>
                  </a:lnTo>
                  <a:lnTo>
                    <a:pt x="20318" y="24586"/>
                  </a:lnTo>
                  <a:lnTo>
                    <a:pt x="19700" y="16940"/>
                  </a:lnTo>
                  <a:lnTo>
                    <a:pt x="23428" y="16940"/>
                  </a:lnTo>
                  <a:cubicBezTo>
                    <a:pt x="23428" y="16940"/>
                    <a:pt x="21518" y="0"/>
                    <a:pt x="14541" y="0"/>
                  </a:cubicBezTo>
                  <a:close/>
                </a:path>
              </a:pathLst>
            </a:custGeom>
            <a:solidFill>
              <a:srgbClr val="A64E3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" name="Google Shape;529;p50"/>
            <p:cNvSpPr/>
            <p:nvPr/>
          </p:nvSpPr>
          <p:spPr>
            <a:xfrm flipH="1">
              <a:off x="7275250" y="2200763"/>
              <a:ext cx="173075" cy="103125"/>
            </a:xfrm>
            <a:custGeom>
              <a:avLst/>
              <a:gdLst/>
              <a:ahLst/>
              <a:cxnLst/>
              <a:rect l="l" t="t" r="r" b="b"/>
              <a:pathLst>
                <a:path w="6923" h="4125" extrusionOk="0">
                  <a:moveTo>
                    <a:pt x="5465" y="0"/>
                  </a:moveTo>
                  <a:cubicBezTo>
                    <a:pt x="3159" y="0"/>
                    <a:pt x="0" y="2593"/>
                    <a:pt x="0" y="2593"/>
                  </a:cubicBezTo>
                  <a:cubicBezTo>
                    <a:pt x="0" y="2593"/>
                    <a:pt x="2442" y="4125"/>
                    <a:pt x="4453" y="4125"/>
                  </a:cubicBezTo>
                  <a:cubicBezTo>
                    <a:pt x="5579" y="4125"/>
                    <a:pt x="6570" y="3645"/>
                    <a:pt x="6922" y="2146"/>
                  </a:cubicBezTo>
                  <a:cubicBezTo>
                    <a:pt x="6922" y="1891"/>
                    <a:pt x="6390" y="102"/>
                    <a:pt x="5772" y="16"/>
                  </a:cubicBezTo>
                  <a:cubicBezTo>
                    <a:pt x="5672" y="5"/>
                    <a:pt x="5570" y="0"/>
                    <a:pt x="5465" y="0"/>
                  </a:cubicBezTo>
                  <a:close/>
                </a:path>
              </a:pathLst>
            </a:custGeom>
            <a:solidFill>
              <a:srgbClr val="7D30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" name="Google Shape;530;p50"/>
            <p:cNvSpPr/>
            <p:nvPr/>
          </p:nvSpPr>
          <p:spPr>
            <a:xfrm flipH="1">
              <a:off x="6800850" y="2363013"/>
              <a:ext cx="1479675" cy="1085150"/>
            </a:xfrm>
            <a:custGeom>
              <a:avLst/>
              <a:gdLst/>
              <a:ahLst/>
              <a:cxnLst/>
              <a:rect l="l" t="t" r="r" b="b"/>
              <a:pathLst>
                <a:path w="59187" h="43406" extrusionOk="0">
                  <a:moveTo>
                    <a:pt x="33821" y="1"/>
                  </a:moveTo>
                  <a:lnTo>
                    <a:pt x="20680" y="192"/>
                  </a:lnTo>
                  <a:cubicBezTo>
                    <a:pt x="20851" y="7114"/>
                    <a:pt x="15973" y="10117"/>
                    <a:pt x="7987" y="13844"/>
                  </a:cubicBezTo>
                  <a:cubicBezTo>
                    <a:pt x="0" y="17486"/>
                    <a:pt x="3024" y="43405"/>
                    <a:pt x="3024" y="43405"/>
                  </a:cubicBezTo>
                  <a:lnTo>
                    <a:pt x="59186" y="43405"/>
                  </a:lnTo>
                  <a:cubicBezTo>
                    <a:pt x="59186" y="43405"/>
                    <a:pt x="59016" y="39763"/>
                    <a:pt x="57866" y="25132"/>
                  </a:cubicBezTo>
                  <a:cubicBezTo>
                    <a:pt x="56716" y="10564"/>
                    <a:pt x="46770" y="12353"/>
                    <a:pt x="40210" y="11629"/>
                  </a:cubicBezTo>
                  <a:cubicBezTo>
                    <a:pt x="33544" y="10841"/>
                    <a:pt x="33821" y="1"/>
                    <a:pt x="33821" y="1"/>
                  </a:cubicBezTo>
                  <a:close/>
                </a:path>
              </a:pathLst>
            </a:custGeom>
            <a:solidFill>
              <a:srgbClr val="A64E3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Google Shape;531;p50"/>
            <p:cNvSpPr/>
            <p:nvPr/>
          </p:nvSpPr>
          <p:spPr>
            <a:xfrm flipH="1">
              <a:off x="6765175" y="2591963"/>
              <a:ext cx="1777325" cy="913700"/>
            </a:xfrm>
            <a:custGeom>
              <a:avLst/>
              <a:gdLst/>
              <a:ahLst/>
              <a:cxnLst/>
              <a:rect l="l" t="t" r="r" b="b"/>
              <a:pathLst>
                <a:path w="71093" h="36548" extrusionOk="0">
                  <a:moveTo>
                    <a:pt x="26815" y="1"/>
                  </a:moveTo>
                  <a:cubicBezTo>
                    <a:pt x="24408" y="2301"/>
                    <a:pt x="14483" y="3898"/>
                    <a:pt x="7647" y="8328"/>
                  </a:cubicBezTo>
                  <a:cubicBezTo>
                    <a:pt x="1" y="13205"/>
                    <a:pt x="2322" y="36547"/>
                    <a:pt x="2322" y="36547"/>
                  </a:cubicBezTo>
                  <a:lnTo>
                    <a:pt x="71092" y="36547"/>
                  </a:lnTo>
                  <a:cubicBezTo>
                    <a:pt x="71092" y="3898"/>
                    <a:pt x="64085" y="3536"/>
                    <a:pt x="56716" y="2919"/>
                  </a:cubicBezTo>
                  <a:cubicBezTo>
                    <a:pt x="49347" y="2216"/>
                    <a:pt x="48900" y="1939"/>
                    <a:pt x="47665" y="1151"/>
                  </a:cubicBezTo>
                  <a:cubicBezTo>
                    <a:pt x="47665" y="1151"/>
                    <a:pt x="44555" y="6198"/>
                    <a:pt x="39316" y="6284"/>
                  </a:cubicBezTo>
                  <a:cubicBezTo>
                    <a:pt x="39239" y="6286"/>
                    <a:pt x="39160" y="6288"/>
                    <a:pt x="39082" y="6288"/>
                  </a:cubicBezTo>
                  <a:cubicBezTo>
                    <a:pt x="33784" y="6288"/>
                    <a:pt x="26815" y="1"/>
                    <a:pt x="2681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" name="Google Shape;532;p50"/>
            <p:cNvSpPr/>
            <p:nvPr/>
          </p:nvSpPr>
          <p:spPr>
            <a:xfrm flipH="1">
              <a:off x="7419550" y="2214463"/>
              <a:ext cx="348250" cy="290750"/>
            </a:xfrm>
            <a:custGeom>
              <a:avLst/>
              <a:gdLst/>
              <a:ahLst/>
              <a:cxnLst/>
              <a:rect l="l" t="t" r="r" b="b"/>
              <a:pathLst>
                <a:path w="13930" h="11630" extrusionOk="0">
                  <a:moveTo>
                    <a:pt x="5496" y="1"/>
                  </a:moveTo>
                  <a:cubicBezTo>
                    <a:pt x="5496" y="1"/>
                    <a:pt x="3366" y="4793"/>
                    <a:pt x="171" y="6134"/>
                  </a:cubicBezTo>
                  <a:cubicBezTo>
                    <a:pt x="171" y="6134"/>
                    <a:pt x="86" y="8073"/>
                    <a:pt x="1" y="8605"/>
                  </a:cubicBezTo>
                  <a:lnTo>
                    <a:pt x="13929" y="11629"/>
                  </a:lnTo>
                  <a:cubicBezTo>
                    <a:pt x="13929" y="11629"/>
                    <a:pt x="13482" y="7540"/>
                    <a:pt x="13312" y="5943"/>
                  </a:cubicBezTo>
                  <a:cubicBezTo>
                    <a:pt x="13312" y="5943"/>
                    <a:pt x="5496" y="5772"/>
                    <a:pt x="5496" y="1"/>
                  </a:cubicBezTo>
                  <a:close/>
                </a:path>
              </a:pathLst>
            </a:custGeom>
            <a:solidFill>
              <a:srgbClr val="7D30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" name="Google Shape;533;p50"/>
            <p:cNvSpPr/>
            <p:nvPr/>
          </p:nvSpPr>
          <p:spPr>
            <a:xfrm flipH="1">
              <a:off x="7266750" y="1637838"/>
              <a:ext cx="675825" cy="730000"/>
            </a:xfrm>
            <a:custGeom>
              <a:avLst/>
              <a:gdLst/>
              <a:ahLst/>
              <a:cxnLst/>
              <a:rect l="l" t="t" r="r" b="b"/>
              <a:pathLst>
                <a:path w="27033" h="29200" extrusionOk="0">
                  <a:moveTo>
                    <a:pt x="13322" y="0"/>
                  </a:moveTo>
                  <a:cubicBezTo>
                    <a:pt x="1" y="0"/>
                    <a:pt x="2218" y="11777"/>
                    <a:pt x="7162" y="29199"/>
                  </a:cubicBezTo>
                  <a:cubicBezTo>
                    <a:pt x="7162" y="29199"/>
                    <a:pt x="13189" y="27602"/>
                    <a:pt x="12763" y="21468"/>
                  </a:cubicBezTo>
                  <a:cubicBezTo>
                    <a:pt x="12270" y="15880"/>
                    <a:pt x="15200" y="6465"/>
                    <a:pt x="22420" y="6465"/>
                  </a:cubicBezTo>
                  <a:cubicBezTo>
                    <a:pt x="22987" y="6465"/>
                    <a:pt x="23580" y="6523"/>
                    <a:pt x="24200" y="6645"/>
                  </a:cubicBezTo>
                  <a:cubicBezTo>
                    <a:pt x="24200" y="6645"/>
                    <a:pt x="27033" y="171"/>
                    <a:pt x="13466" y="1"/>
                  </a:cubicBezTo>
                  <a:cubicBezTo>
                    <a:pt x="13418" y="0"/>
                    <a:pt x="13370" y="0"/>
                    <a:pt x="1332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" name="Google Shape;534;p50"/>
            <p:cNvSpPr/>
            <p:nvPr/>
          </p:nvSpPr>
          <p:spPr>
            <a:xfrm flipH="1">
              <a:off x="7546275" y="2056888"/>
              <a:ext cx="169200" cy="158550"/>
            </a:xfrm>
            <a:custGeom>
              <a:avLst/>
              <a:gdLst/>
              <a:ahLst/>
              <a:cxnLst/>
              <a:rect l="l" t="t" r="r" b="b"/>
              <a:pathLst>
                <a:path w="6768" h="6342" extrusionOk="0">
                  <a:moveTo>
                    <a:pt x="2705" y="1"/>
                  </a:moveTo>
                  <a:cubicBezTo>
                    <a:pt x="2032" y="1"/>
                    <a:pt x="1422" y="336"/>
                    <a:pt x="1017" y="1256"/>
                  </a:cubicBezTo>
                  <a:cubicBezTo>
                    <a:pt x="1" y="3593"/>
                    <a:pt x="606" y="6341"/>
                    <a:pt x="2995" y="6341"/>
                  </a:cubicBezTo>
                  <a:cubicBezTo>
                    <a:pt x="3958" y="6341"/>
                    <a:pt x="5212" y="5894"/>
                    <a:pt x="6768" y="4792"/>
                  </a:cubicBezTo>
                  <a:lnTo>
                    <a:pt x="6768" y="2406"/>
                  </a:lnTo>
                  <a:cubicBezTo>
                    <a:pt x="6768" y="2406"/>
                    <a:pt x="4509" y="1"/>
                    <a:pt x="2705" y="1"/>
                  </a:cubicBezTo>
                  <a:close/>
                </a:path>
              </a:pathLst>
            </a:custGeom>
            <a:solidFill>
              <a:srgbClr val="A64E3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" name="Google Shape;535;p50"/>
            <p:cNvSpPr/>
            <p:nvPr/>
          </p:nvSpPr>
          <p:spPr>
            <a:xfrm flipH="1">
              <a:off x="7570225" y="2115288"/>
              <a:ext cx="84700" cy="45975"/>
            </a:xfrm>
            <a:custGeom>
              <a:avLst/>
              <a:gdLst/>
              <a:ahLst/>
              <a:cxnLst/>
              <a:rect l="l" t="t" r="r" b="b"/>
              <a:pathLst>
                <a:path w="3388" h="1839" extrusionOk="0">
                  <a:moveTo>
                    <a:pt x="993" y="0"/>
                  </a:moveTo>
                  <a:cubicBezTo>
                    <a:pt x="697" y="0"/>
                    <a:pt x="367" y="47"/>
                    <a:pt x="1" y="156"/>
                  </a:cubicBezTo>
                  <a:lnTo>
                    <a:pt x="3387" y="1838"/>
                  </a:lnTo>
                  <a:cubicBezTo>
                    <a:pt x="3387" y="1838"/>
                    <a:pt x="2849" y="0"/>
                    <a:pt x="99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" name="Google Shape;536;p50"/>
            <p:cNvSpPr/>
            <p:nvPr/>
          </p:nvSpPr>
          <p:spPr>
            <a:xfrm flipH="1">
              <a:off x="7275250" y="2235063"/>
              <a:ext cx="144325" cy="19375"/>
            </a:xfrm>
            <a:custGeom>
              <a:avLst/>
              <a:gdLst/>
              <a:ahLst/>
              <a:cxnLst/>
              <a:rect l="l" t="t" r="r" b="b"/>
              <a:pathLst>
                <a:path w="5773" h="775" extrusionOk="0">
                  <a:moveTo>
                    <a:pt x="3613" y="0"/>
                  </a:moveTo>
                  <a:cubicBezTo>
                    <a:pt x="2765" y="0"/>
                    <a:pt x="1598" y="175"/>
                    <a:pt x="0" y="689"/>
                  </a:cubicBezTo>
                  <a:lnTo>
                    <a:pt x="5772" y="774"/>
                  </a:lnTo>
                  <a:cubicBezTo>
                    <a:pt x="5772" y="774"/>
                    <a:pt x="5400" y="0"/>
                    <a:pt x="361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37" name="Google Shape;537;p50"/>
          <p:cNvGrpSpPr/>
          <p:nvPr/>
        </p:nvGrpSpPr>
        <p:grpSpPr>
          <a:xfrm rot="-665595">
            <a:off x="5293292" y="1790606"/>
            <a:ext cx="567044" cy="962019"/>
            <a:chOff x="10112850" y="1521353"/>
            <a:chExt cx="1201575" cy="2038531"/>
          </a:xfrm>
        </p:grpSpPr>
        <p:sp>
          <p:nvSpPr>
            <p:cNvPr id="538" name="Google Shape;538;p50"/>
            <p:cNvSpPr/>
            <p:nvPr/>
          </p:nvSpPr>
          <p:spPr>
            <a:xfrm>
              <a:off x="10112850" y="1521353"/>
              <a:ext cx="1201575" cy="2038531"/>
            </a:xfrm>
            <a:custGeom>
              <a:avLst/>
              <a:gdLst/>
              <a:ahLst/>
              <a:cxnLst/>
              <a:rect l="l" t="t" r="r" b="b"/>
              <a:pathLst>
                <a:path w="23183" h="39333" extrusionOk="0">
                  <a:moveTo>
                    <a:pt x="12295" y="0"/>
                  </a:moveTo>
                  <a:cubicBezTo>
                    <a:pt x="9436" y="0"/>
                    <a:pt x="11371" y="19443"/>
                    <a:pt x="9436" y="19443"/>
                  </a:cubicBezTo>
                  <a:cubicBezTo>
                    <a:pt x="8160" y="19443"/>
                    <a:pt x="9722" y="1936"/>
                    <a:pt x="7786" y="1848"/>
                  </a:cubicBezTo>
                  <a:cubicBezTo>
                    <a:pt x="7768" y="1847"/>
                    <a:pt x="7750" y="1846"/>
                    <a:pt x="7732" y="1846"/>
                  </a:cubicBezTo>
                  <a:cubicBezTo>
                    <a:pt x="4333" y="1846"/>
                    <a:pt x="6415" y="20345"/>
                    <a:pt x="5037" y="20345"/>
                  </a:cubicBezTo>
                  <a:cubicBezTo>
                    <a:pt x="3761" y="20345"/>
                    <a:pt x="4949" y="8336"/>
                    <a:pt x="3211" y="8336"/>
                  </a:cubicBezTo>
                  <a:cubicBezTo>
                    <a:pt x="0" y="8996"/>
                    <a:pt x="1650" y="23468"/>
                    <a:pt x="2024" y="26393"/>
                  </a:cubicBezTo>
                  <a:cubicBezTo>
                    <a:pt x="2737" y="31885"/>
                    <a:pt x="4343" y="39333"/>
                    <a:pt x="11189" y="39333"/>
                  </a:cubicBezTo>
                  <a:cubicBezTo>
                    <a:pt x="11307" y="39333"/>
                    <a:pt x="11426" y="39330"/>
                    <a:pt x="11547" y="39326"/>
                  </a:cubicBezTo>
                  <a:cubicBezTo>
                    <a:pt x="13835" y="39326"/>
                    <a:pt x="22544" y="38138"/>
                    <a:pt x="22830" y="25844"/>
                  </a:cubicBezTo>
                  <a:cubicBezTo>
                    <a:pt x="23094" y="15946"/>
                    <a:pt x="23182" y="14934"/>
                    <a:pt x="22830" y="14583"/>
                  </a:cubicBezTo>
                  <a:cubicBezTo>
                    <a:pt x="22699" y="14421"/>
                    <a:pt x="22544" y="14338"/>
                    <a:pt x="22375" y="14338"/>
                  </a:cubicBezTo>
                  <a:cubicBezTo>
                    <a:pt x="21579" y="14338"/>
                    <a:pt x="20477" y="16175"/>
                    <a:pt x="20169" y="20257"/>
                  </a:cubicBezTo>
                  <a:cubicBezTo>
                    <a:pt x="19818" y="23951"/>
                    <a:pt x="19264" y="24736"/>
                    <a:pt x="18892" y="24736"/>
                  </a:cubicBezTo>
                  <a:cubicBezTo>
                    <a:pt x="18775" y="24736"/>
                    <a:pt x="18676" y="24658"/>
                    <a:pt x="18607" y="24568"/>
                  </a:cubicBezTo>
                  <a:cubicBezTo>
                    <a:pt x="17420" y="22456"/>
                    <a:pt x="19993" y="2838"/>
                    <a:pt x="17046" y="1738"/>
                  </a:cubicBezTo>
                  <a:cubicBezTo>
                    <a:pt x="14494" y="1738"/>
                    <a:pt x="16034" y="19157"/>
                    <a:pt x="14494" y="19157"/>
                  </a:cubicBezTo>
                  <a:cubicBezTo>
                    <a:pt x="12185" y="19157"/>
                    <a:pt x="14934" y="0"/>
                    <a:pt x="1229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39" name="Google Shape;539;p50"/>
            <p:cNvGrpSpPr/>
            <p:nvPr/>
          </p:nvGrpSpPr>
          <p:grpSpPr>
            <a:xfrm>
              <a:off x="10369301" y="2648730"/>
              <a:ext cx="631594" cy="663500"/>
              <a:chOff x="10369301" y="2648730"/>
              <a:chExt cx="631594" cy="663500"/>
            </a:xfrm>
          </p:grpSpPr>
          <p:sp>
            <p:nvSpPr>
              <p:cNvPr id="540" name="Google Shape;540;p50"/>
              <p:cNvSpPr/>
              <p:nvPr/>
            </p:nvSpPr>
            <p:spPr>
              <a:xfrm>
                <a:off x="10369301" y="2648730"/>
                <a:ext cx="546133" cy="136825"/>
              </a:xfrm>
              <a:custGeom>
                <a:avLst/>
                <a:gdLst/>
                <a:ahLst/>
                <a:cxnLst/>
                <a:rect l="l" t="t" r="r" b="b"/>
                <a:pathLst>
                  <a:path w="10537" h="2640" extrusionOk="0">
                    <a:moveTo>
                      <a:pt x="10316" y="1"/>
                    </a:moveTo>
                    <a:cubicBezTo>
                      <a:pt x="10272" y="1"/>
                      <a:pt x="10228" y="23"/>
                      <a:pt x="10184" y="67"/>
                    </a:cubicBezTo>
                    <a:cubicBezTo>
                      <a:pt x="7795" y="2191"/>
                      <a:pt x="1309" y="2266"/>
                      <a:pt x="324" y="2266"/>
                    </a:cubicBezTo>
                    <a:cubicBezTo>
                      <a:pt x="248" y="2266"/>
                      <a:pt x="205" y="2266"/>
                      <a:pt x="199" y="2266"/>
                    </a:cubicBezTo>
                    <a:cubicBezTo>
                      <a:pt x="89" y="2266"/>
                      <a:pt x="1" y="2266"/>
                      <a:pt x="1" y="2442"/>
                    </a:cubicBezTo>
                    <a:cubicBezTo>
                      <a:pt x="1" y="2530"/>
                      <a:pt x="89" y="2640"/>
                      <a:pt x="199" y="2640"/>
                    </a:cubicBezTo>
                    <a:lnTo>
                      <a:pt x="749" y="2640"/>
                    </a:lnTo>
                    <a:cubicBezTo>
                      <a:pt x="2398" y="2640"/>
                      <a:pt x="8073" y="2442"/>
                      <a:pt x="10448" y="331"/>
                    </a:cubicBezTo>
                    <a:cubicBezTo>
                      <a:pt x="10536" y="243"/>
                      <a:pt x="10536" y="155"/>
                      <a:pt x="10448" y="67"/>
                    </a:cubicBezTo>
                    <a:cubicBezTo>
                      <a:pt x="10404" y="23"/>
                      <a:pt x="10360" y="1"/>
                      <a:pt x="10316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1" name="Google Shape;541;p50"/>
              <p:cNvSpPr/>
              <p:nvPr/>
            </p:nvSpPr>
            <p:spPr>
              <a:xfrm>
                <a:off x="10759160" y="2843657"/>
                <a:ext cx="241735" cy="468572"/>
              </a:xfrm>
              <a:custGeom>
                <a:avLst/>
                <a:gdLst/>
                <a:ahLst/>
                <a:cxnLst/>
                <a:rect l="l" t="t" r="r" b="b"/>
                <a:pathLst>
                  <a:path w="4664" h="9041" extrusionOk="0">
                    <a:moveTo>
                      <a:pt x="4444" y="1"/>
                    </a:moveTo>
                    <a:cubicBezTo>
                      <a:pt x="4400" y="1"/>
                      <a:pt x="4356" y="23"/>
                      <a:pt x="4312" y="67"/>
                    </a:cubicBezTo>
                    <a:cubicBezTo>
                      <a:pt x="4114" y="243"/>
                      <a:pt x="89" y="4927"/>
                      <a:pt x="1" y="8864"/>
                    </a:cubicBezTo>
                    <a:cubicBezTo>
                      <a:pt x="1" y="9040"/>
                      <a:pt x="89" y="9040"/>
                      <a:pt x="177" y="9040"/>
                    </a:cubicBezTo>
                    <a:cubicBezTo>
                      <a:pt x="265" y="9040"/>
                      <a:pt x="375" y="9040"/>
                      <a:pt x="375" y="8864"/>
                    </a:cubicBezTo>
                    <a:cubicBezTo>
                      <a:pt x="463" y="5103"/>
                      <a:pt x="4576" y="331"/>
                      <a:pt x="4576" y="331"/>
                    </a:cubicBezTo>
                    <a:cubicBezTo>
                      <a:pt x="4664" y="243"/>
                      <a:pt x="4664" y="155"/>
                      <a:pt x="4576" y="67"/>
                    </a:cubicBezTo>
                    <a:cubicBezTo>
                      <a:pt x="4532" y="23"/>
                      <a:pt x="4488" y="1"/>
                      <a:pt x="4444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542" name="Google Shape;542;p50"/>
          <p:cNvGrpSpPr/>
          <p:nvPr/>
        </p:nvGrpSpPr>
        <p:grpSpPr>
          <a:xfrm flipH="1">
            <a:off x="6205154" y="1683401"/>
            <a:ext cx="567023" cy="961983"/>
            <a:chOff x="11745025" y="1576940"/>
            <a:chExt cx="1201575" cy="2038531"/>
          </a:xfrm>
        </p:grpSpPr>
        <p:sp>
          <p:nvSpPr>
            <p:cNvPr id="543" name="Google Shape;543;p50"/>
            <p:cNvSpPr/>
            <p:nvPr/>
          </p:nvSpPr>
          <p:spPr>
            <a:xfrm>
              <a:off x="11745025" y="1576940"/>
              <a:ext cx="1201575" cy="2038531"/>
            </a:xfrm>
            <a:custGeom>
              <a:avLst/>
              <a:gdLst/>
              <a:ahLst/>
              <a:cxnLst/>
              <a:rect l="l" t="t" r="r" b="b"/>
              <a:pathLst>
                <a:path w="23183" h="39333" extrusionOk="0">
                  <a:moveTo>
                    <a:pt x="12295" y="0"/>
                  </a:moveTo>
                  <a:cubicBezTo>
                    <a:pt x="9436" y="0"/>
                    <a:pt x="11371" y="19443"/>
                    <a:pt x="9436" y="19443"/>
                  </a:cubicBezTo>
                  <a:cubicBezTo>
                    <a:pt x="8160" y="19443"/>
                    <a:pt x="9722" y="1936"/>
                    <a:pt x="7786" y="1848"/>
                  </a:cubicBezTo>
                  <a:cubicBezTo>
                    <a:pt x="7768" y="1847"/>
                    <a:pt x="7750" y="1846"/>
                    <a:pt x="7732" y="1846"/>
                  </a:cubicBezTo>
                  <a:cubicBezTo>
                    <a:pt x="4333" y="1846"/>
                    <a:pt x="6415" y="20345"/>
                    <a:pt x="5037" y="20345"/>
                  </a:cubicBezTo>
                  <a:cubicBezTo>
                    <a:pt x="3761" y="20345"/>
                    <a:pt x="4949" y="8336"/>
                    <a:pt x="3211" y="8336"/>
                  </a:cubicBezTo>
                  <a:cubicBezTo>
                    <a:pt x="0" y="8996"/>
                    <a:pt x="1650" y="23468"/>
                    <a:pt x="2024" y="26393"/>
                  </a:cubicBezTo>
                  <a:cubicBezTo>
                    <a:pt x="2737" y="31885"/>
                    <a:pt x="4343" y="39333"/>
                    <a:pt x="11189" y="39333"/>
                  </a:cubicBezTo>
                  <a:cubicBezTo>
                    <a:pt x="11307" y="39333"/>
                    <a:pt x="11426" y="39330"/>
                    <a:pt x="11547" y="39326"/>
                  </a:cubicBezTo>
                  <a:cubicBezTo>
                    <a:pt x="13835" y="39326"/>
                    <a:pt x="22544" y="38138"/>
                    <a:pt x="22830" y="25844"/>
                  </a:cubicBezTo>
                  <a:cubicBezTo>
                    <a:pt x="23094" y="15946"/>
                    <a:pt x="23182" y="14934"/>
                    <a:pt x="22830" y="14583"/>
                  </a:cubicBezTo>
                  <a:cubicBezTo>
                    <a:pt x="22699" y="14421"/>
                    <a:pt x="22544" y="14338"/>
                    <a:pt x="22375" y="14338"/>
                  </a:cubicBezTo>
                  <a:cubicBezTo>
                    <a:pt x="21579" y="14338"/>
                    <a:pt x="20477" y="16175"/>
                    <a:pt x="20169" y="20257"/>
                  </a:cubicBezTo>
                  <a:cubicBezTo>
                    <a:pt x="19818" y="23951"/>
                    <a:pt x="19264" y="24736"/>
                    <a:pt x="18892" y="24736"/>
                  </a:cubicBezTo>
                  <a:cubicBezTo>
                    <a:pt x="18775" y="24736"/>
                    <a:pt x="18676" y="24658"/>
                    <a:pt x="18607" y="24568"/>
                  </a:cubicBezTo>
                  <a:cubicBezTo>
                    <a:pt x="17420" y="22456"/>
                    <a:pt x="19993" y="2838"/>
                    <a:pt x="17046" y="1738"/>
                  </a:cubicBezTo>
                  <a:cubicBezTo>
                    <a:pt x="14494" y="1738"/>
                    <a:pt x="16034" y="19157"/>
                    <a:pt x="14494" y="19157"/>
                  </a:cubicBezTo>
                  <a:cubicBezTo>
                    <a:pt x="12185" y="19157"/>
                    <a:pt x="14934" y="0"/>
                    <a:pt x="12295" y="0"/>
                  </a:cubicBezTo>
                  <a:close/>
                </a:path>
              </a:pathLst>
            </a:custGeom>
            <a:solidFill>
              <a:srgbClr val="5C1C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44" name="Google Shape;544;p50"/>
            <p:cNvGrpSpPr/>
            <p:nvPr/>
          </p:nvGrpSpPr>
          <p:grpSpPr>
            <a:xfrm>
              <a:off x="12001476" y="2704317"/>
              <a:ext cx="631594" cy="663500"/>
              <a:chOff x="12001476" y="2704317"/>
              <a:chExt cx="631594" cy="663500"/>
            </a:xfrm>
          </p:grpSpPr>
          <p:sp>
            <p:nvSpPr>
              <p:cNvPr id="545" name="Google Shape;545;p50"/>
              <p:cNvSpPr/>
              <p:nvPr/>
            </p:nvSpPr>
            <p:spPr>
              <a:xfrm>
                <a:off x="12001476" y="2704317"/>
                <a:ext cx="546133" cy="136825"/>
              </a:xfrm>
              <a:custGeom>
                <a:avLst/>
                <a:gdLst/>
                <a:ahLst/>
                <a:cxnLst/>
                <a:rect l="l" t="t" r="r" b="b"/>
                <a:pathLst>
                  <a:path w="10537" h="2640" extrusionOk="0">
                    <a:moveTo>
                      <a:pt x="10316" y="1"/>
                    </a:moveTo>
                    <a:cubicBezTo>
                      <a:pt x="10272" y="1"/>
                      <a:pt x="10228" y="23"/>
                      <a:pt x="10184" y="67"/>
                    </a:cubicBezTo>
                    <a:cubicBezTo>
                      <a:pt x="7795" y="2191"/>
                      <a:pt x="1309" y="2266"/>
                      <a:pt x="324" y="2266"/>
                    </a:cubicBezTo>
                    <a:cubicBezTo>
                      <a:pt x="248" y="2266"/>
                      <a:pt x="205" y="2266"/>
                      <a:pt x="199" y="2266"/>
                    </a:cubicBezTo>
                    <a:cubicBezTo>
                      <a:pt x="89" y="2266"/>
                      <a:pt x="1" y="2266"/>
                      <a:pt x="1" y="2442"/>
                    </a:cubicBezTo>
                    <a:cubicBezTo>
                      <a:pt x="1" y="2530"/>
                      <a:pt x="89" y="2640"/>
                      <a:pt x="199" y="2640"/>
                    </a:cubicBezTo>
                    <a:lnTo>
                      <a:pt x="749" y="2640"/>
                    </a:lnTo>
                    <a:cubicBezTo>
                      <a:pt x="2398" y="2640"/>
                      <a:pt x="8073" y="2442"/>
                      <a:pt x="10448" y="331"/>
                    </a:cubicBezTo>
                    <a:cubicBezTo>
                      <a:pt x="10536" y="243"/>
                      <a:pt x="10536" y="155"/>
                      <a:pt x="10448" y="67"/>
                    </a:cubicBezTo>
                    <a:cubicBezTo>
                      <a:pt x="10404" y="23"/>
                      <a:pt x="10360" y="1"/>
                      <a:pt x="10316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6" name="Google Shape;546;p50"/>
              <p:cNvSpPr/>
              <p:nvPr/>
            </p:nvSpPr>
            <p:spPr>
              <a:xfrm>
                <a:off x="12391335" y="2899245"/>
                <a:ext cx="241735" cy="468572"/>
              </a:xfrm>
              <a:custGeom>
                <a:avLst/>
                <a:gdLst/>
                <a:ahLst/>
                <a:cxnLst/>
                <a:rect l="l" t="t" r="r" b="b"/>
                <a:pathLst>
                  <a:path w="4664" h="9041" extrusionOk="0">
                    <a:moveTo>
                      <a:pt x="4444" y="1"/>
                    </a:moveTo>
                    <a:cubicBezTo>
                      <a:pt x="4400" y="1"/>
                      <a:pt x="4356" y="23"/>
                      <a:pt x="4312" y="67"/>
                    </a:cubicBezTo>
                    <a:cubicBezTo>
                      <a:pt x="4114" y="243"/>
                      <a:pt x="89" y="4927"/>
                      <a:pt x="1" y="8864"/>
                    </a:cubicBezTo>
                    <a:cubicBezTo>
                      <a:pt x="1" y="9040"/>
                      <a:pt x="89" y="9040"/>
                      <a:pt x="177" y="9040"/>
                    </a:cubicBezTo>
                    <a:cubicBezTo>
                      <a:pt x="265" y="9040"/>
                      <a:pt x="375" y="9040"/>
                      <a:pt x="375" y="8864"/>
                    </a:cubicBezTo>
                    <a:cubicBezTo>
                      <a:pt x="463" y="5103"/>
                      <a:pt x="4576" y="331"/>
                      <a:pt x="4576" y="331"/>
                    </a:cubicBezTo>
                    <a:cubicBezTo>
                      <a:pt x="4664" y="243"/>
                      <a:pt x="4664" y="155"/>
                      <a:pt x="4576" y="67"/>
                    </a:cubicBezTo>
                    <a:cubicBezTo>
                      <a:pt x="4532" y="23"/>
                      <a:pt x="4488" y="1"/>
                      <a:pt x="4444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547" name="Google Shape;547;p50"/>
          <p:cNvGrpSpPr/>
          <p:nvPr/>
        </p:nvGrpSpPr>
        <p:grpSpPr>
          <a:xfrm rot="-1530369">
            <a:off x="7339282" y="3880562"/>
            <a:ext cx="567012" cy="961964"/>
            <a:chOff x="13139075" y="1552478"/>
            <a:chExt cx="1201575" cy="2038531"/>
          </a:xfrm>
        </p:grpSpPr>
        <p:sp>
          <p:nvSpPr>
            <p:cNvPr id="548" name="Google Shape;548;p50"/>
            <p:cNvSpPr/>
            <p:nvPr/>
          </p:nvSpPr>
          <p:spPr>
            <a:xfrm>
              <a:off x="13139075" y="1552478"/>
              <a:ext cx="1201575" cy="2038531"/>
            </a:xfrm>
            <a:custGeom>
              <a:avLst/>
              <a:gdLst/>
              <a:ahLst/>
              <a:cxnLst/>
              <a:rect l="l" t="t" r="r" b="b"/>
              <a:pathLst>
                <a:path w="23183" h="39333" extrusionOk="0">
                  <a:moveTo>
                    <a:pt x="12295" y="0"/>
                  </a:moveTo>
                  <a:cubicBezTo>
                    <a:pt x="9436" y="0"/>
                    <a:pt x="11371" y="19443"/>
                    <a:pt x="9436" y="19443"/>
                  </a:cubicBezTo>
                  <a:cubicBezTo>
                    <a:pt x="8160" y="19443"/>
                    <a:pt x="9722" y="1936"/>
                    <a:pt x="7786" y="1848"/>
                  </a:cubicBezTo>
                  <a:cubicBezTo>
                    <a:pt x="7768" y="1847"/>
                    <a:pt x="7750" y="1846"/>
                    <a:pt x="7732" y="1846"/>
                  </a:cubicBezTo>
                  <a:cubicBezTo>
                    <a:pt x="4333" y="1846"/>
                    <a:pt x="6415" y="20345"/>
                    <a:pt x="5037" y="20345"/>
                  </a:cubicBezTo>
                  <a:cubicBezTo>
                    <a:pt x="3761" y="20345"/>
                    <a:pt x="4949" y="8336"/>
                    <a:pt x="3211" y="8336"/>
                  </a:cubicBezTo>
                  <a:cubicBezTo>
                    <a:pt x="0" y="8996"/>
                    <a:pt x="1650" y="23468"/>
                    <a:pt x="2024" y="26393"/>
                  </a:cubicBezTo>
                  <a:cubicBezTo>
                    <a:pt x="2737" y="31885"/>
                    <a:pt x="4343" y="39333"/>
                    <a:pt x="11189" y="39333"/>
                  </a:cubicBezTo>
                  <a:cubicBezTo>
                    <a:pt x="11307" y="39333"/>
                    <a:pt x="11426" y="39330"/>
                    <a:pt x="11547" y="39326"/>
                  </a:cubicBezTo>
                  <a:cubicBezTo>
                    <a:pt x="13835" y="39326"/>
                    <a:pt x="22544" y="38138"/>
                    <a:pt x="22830" y="25844"/>
                  </a:cubicBezTo>
                  <a:cubicBezTo>
                    <a:pt x="23094" y="15946"/>
                    <a:pt x="23182" y="14934"/>
                    <a:pt x="22830" y="14583"/>
                  </a:cubicBezTo>
                  <a:cubicBezTo>
                    <a:pt x="22699" y="14421"/>
                    <a:pt x="22544" y="14338"/>
                    <a:pt x="22375" y="14338"/>
                  </a:cubicBezTo>
                  <a:cubicBezTo>
                    <a:pt x="21579" y="14338"/>
                    <a:pt x="20477" y="16175"/>
                    <a:pt x="20169" y="20257"/>
                  </a:cubicBezTo>
                  <a:cubicBezTo>
                    <a:pt x="19818" y="23951"/>
                    <a:pt x="19264" y="24736"/>
                    <a:pt x="18892" y="24736"/>
                  </a:cubicBezTo>
                  <a:cubicBezTo>
                    <a:pt x="18775" y="24736"/>
                    <a:pt x="18676" y="24658"/>
                    <a:pt x="18607" y="24568"/>
                  </a:cubicBezTo>
                  <a:cubicBezTo>
                    <a:pt x="17420" y="22456"/>
                    <a:pt x="19993" y="2838"/>
                    <a:pt x="17046" y="1738"/>
                  </a:cubicBezTo>
                  <a:cubicBezTo>
                    <a:pt x="14494" y="1738"/>
                    <a:pt x="16034" y="19157"/>
                    <a:pt x="14494" y="19157"/>
                  </a:cubicBezTo>
                  <a:cubicBezTo>
                    <a:pt x="12185" y="19157"/>
                    <a:pt x="14934" y="0"/>
                    <a:pt x="12295" y="0"/>
                  </a:cubicBezTo>
                  <a:close/>
                </a:path>
              </a:pathLst>
            </a:custGeom>
            <a:solidFill>
              <a:srgbClr val="A136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49" name="Google Shape;549;p50"/>
            <p:cNvGrpSpPr/>
            <p:nvPr/>
          </p:nvGrpSpPr>
          <p:grpSpPr>
            <a:xfrm>
              <a:off x="13395526" y="2679855"/>
              <a:ext cx="631594" cy="663500"/>
              <a:chOff x="12001476" y="2704317"/>
              <a:chExt cx="631594" cy="663500"/>
            </a:xfrm>
          </p:grpSpPr>
          <p:sp>
            <p:nvSpPr>
              <p:cNvPr id="550" name="Google Shape;550;p50"/>
              <p:cNvSpPr/>
              <p:nvPr/>
            </p:nvSpPr>
            <p:spPr>
              <a:xfrm>
                <a:off x="12001476" y="2704317"/>
                <a:ext cx="546133" cy="136825"/>
              </a:xfrm>
              <a:custGeom>
                <a:avLst/>
                <a:gdLst/>
                <a:ahLst/>
                <a:cxnLst/>
                <a:rect l="l" t="t" r="r" b="b"/>
                <a:pathLst>
                  <a:path w="10537" h="2640" extrusionOk="0">
                    <a:moveTo>
                      <a:pt x="10316" y="1"/>
                    </a:moveTo>
                    <a:cubicBezTo>
                      <a:pt x="10272" y="1"/>
                      <a:pt x="10228" y="23"/>
                      <a:pt x="10184" y="67"/>
                    </a:cubicBezTo>
                    <a:cubicBezTo>
                      <a:pt x="7795" y="2191"/>
                      <a:pt x="1309" y="2266"/>
                      <a:pt x="324" y="2266"/>
                    </a:cubicBezTo>
                    <a:cubicBezTo>
                      <a:pt x="248" y="2266"/>
                      <a:pt x="205" y="2266"/>
                      <a:pt x="199" y="2266"/>
                    </a:cubicBezTo>
                    <a:cubicBezTo>
                      <a:pt x="89" y="2266"/>
                      <a:pt x="1" y="2266"/>
                      <a:pt x="1" y="2442"/>
                    </a:cubicBezTo>
                    <a:cubicBezTo>
                      <a:pt x="1" y="2530"/>
                      <a:pt x="89" y="2640"/>
                      <a:pt x="199" y="2640"/>
                    </a:cubicBezTo>
                    <a:lnTo>
                      <a:pt x="749" y="2640"/>
                    </a:lnTo>
                    <a:cubicBezTo>
                      <a:pt x="2398" y="2640"/>
                      <a:pt x="8073" y="2442"/>
                      <a:pt x="10448" y="331"/>
                    </a:cubicBezTo>
                    <a:cubicBezTo>
                      <a:pt x="10536" y="243"/>
                      <a:pt x="10536" y="155"/>
                      <a:pt x="10448" y="67"/>
                    </a:cubicBezTo>
                    <a:cubicBezTo>
                      <a:pt x="10404" y="23"/>
                      <a:pt x="10360" y="1"/>
                      <a:pt x="1031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1" name="Google Shape;551;p50"/>
              <p:cNvSpPr/>
              <p:nvPr/>
            </p:nvSpPr>
            <p:spPr>
              <a:xfrm>
                <a:off x="12391335" y="2899245"/>
                <a:ext cx="241735" cy="468572"/>
              </a:xfrm>
              <a:custGeom>
                <a:avLst/>
                <a:gdLst/>
                <a:ahLst/>
                <a:cxnLst/>
                <a:rect l="l" t="t" r="r" b="b"/>
                <a:pathLst>
                  <a:path w="4664" h="9041" extrusionOk="0">
                    <a:moveTo>
                      <a:pt x="4444" y="1"/>
                    </a:moveTo>
                    <a:cubicBezTo>
                      <a:pt x="4400" y="1"/>
                      <a:pt x="4356" y="23"/>
                      <a:pt x="4312" y="67"/>
                    </a:cubicBezTo>
                    <a:cubicBezTo>
                      <a:pt x="4114" y="243"/>
                      <a:pt x="89" y="4927"/>
                      <a:pt x="1" y="8864"/>
                    </a:cubicBezTo>
                    <a:cubicBezTo>
                      <a:pt x="1" y="9040"/>
                      <a:pt x="89" y="9040"/>
                      <a:pt x="177" y="9040"/>
                    </a:cubicBezTo>
                    <a:cubicBezTo>
                      <a:pt x="265" y="9040"/>
                      <a:pt x="375" y="9040"/>
                      <a:pt x="375" y="8864"/>
                    </a:cubicBezTo>
                    <a:cubicBezTo>
                      <a:pt x="463" y="5103"/>
                      <a:pt x="4576" y="331"/>
                      <a:pt x="4576" y="331"/>
                    </a:cubicBezTo>
                    <a:cubicBezTo>
                      <a:pt x="4664" y="243"/>
                      <a:pt x="4664" y="155"/>
                      <a:pt x="4576" y="67"/>
                    </a:cubicBezTo>
                    <a:cubicBezTo>
                      <a:pt x="4532" y="23"/>
                      <a:pt x="4488" y="1"/>
                      <a:pt x="444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A4D65118-3DD8-E3B3-0C4E-5D2B101D9F2F}"/>
              </a:ext>
            </a:extLst>
          </p:cNvPr>
          <p:cNvSpPr txBox="1"/>
          <p:nvPr/>
        </p:nvSpPr>
        <p:spPr>
          <a:xfrm>
            <a:off x="447407" y="1357301"/>
            <a:ext cx="4600352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200" dirty="0">
                <a:latin typeface="Ubuntu" panose="020B0504030602030204" pitchFamily="34" charset="0"/>
              </a:rPr>
              <a:t>Possiamo riscontrare analogie dirette in diversi settori critici:</a:t>
            </a:r>
            <a:endParaRPr lang="it-IT" sz="1200" b="1" dirty="0">
              <a:latin typeface="Ubuntu" panose="020B050403060203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it-IT" sz="1200" b="1" dirty="0">
                <a:latin typeface="Ubuntu" panose="020B0504030602030204" pitchFamily="34" charset="0"/>
              </a:rPr>
              <a:t>Settore creditizio</a:t>
            </a:r>
            <a:r>
              <a:rPr lang="it-IT" sz="1200" dirty="0">
                <a:latin typeface="Ubuntu" panose="020B0504030602030204" pitchFamily="34" charset="0"/>
              </a:rPr>
              <a:t>: predicono la solvibilità.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it-IT" sz="1200" b="1" dirty="0">
                <a:latin typeface="Ubuntu" panose="020B0504030602030204" pitchFamily="34" charset="0"/>
              </a:rPr>
              <a:t>Giustizia penale</a:t>
            </a:r>
            <a:r>
              <a:rPr lang="it-IT" sz="1200" dirty="0">
                <a:latin typeface="Ubuntu" panose="020B0504030602030204" pitchFamily="34" charset="0"/>
              </a:rPr>
              <a:t>: predicono il rischio di recidiva.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it-IT" sz="1200" b="1" dirty="0">
                <a:latin typeface="Ubuntu" panose="020B0504030602030204" pitchFamily="34" charset="0"/>
              </a:rPr>
              <a:t>Risorse umane</a:t>
            </a:r>
            <a:r>
              <a:rPr lang="it-IT" sz="1200" dirty="0">
                <a:latin typeface="Ubuntu" panose="020B0504030602030204" pitchFamily="34" charset="0"/>
              </a:rPr>
              <a:t>: predicono le performance.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it-IT" sz="1200" b="1" dirty="0">
                <a:latin typeface="Ubuntu" panose="020B0504030602030204" pitchFamily="34" charset="0"/>
              </a:rPr>
              <a:t>Commercio al dettaglio</a:t>
            </a:r>
            <a:r>
              <a:rPr lang="it-IT" sz="1200" dirty="0">
                <a:latin typeface="Ubuntu" panose="020B0504030602030204" pitchFamily="34" charset="0"/>
              </a:rPr>
              <a:t>: gestiscono i sistemi di pricing.</a:t>
            </a:r>
          </a:p>
          <a:p>
            <a:r>
              <a:rPr lang="it-IT" sz="1200" dirty="0">
                <a:latin typeface="Ubuntu" panose="020B0504030602030204" pitchFamily="34" charset="0"/>
              </a:rPr>
              <a:t>Quando la variabile target riflette disuguaglianze strutturali, l’algoritmo non fa altro che apprenderle e amplificarle.</a:t>
            </a:r>
            <a:endParaRPr lang="it-IT" dirty="0">
              <a:latin typeface="Ubuntu" panose="020B0504030602030204" pitchFamily="34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>
          <a:extLst>
            <a:ext uri="{FF2B5EF4-FFF2-40B4-BE49-F238E27FC236}">
              <a16:creationId xmlns:a16="http://schemas.microsoft.com/office/drawing/2014/main" id="{3098F2BC-7C34-7D15-180D-EF95FF6589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36">
            <a:extLst>
              <a:ext uri="{FF2B5EF4-FFF2-40B4-BE49-F238E27FC236}">
                <a16:creationId xmlns:a16="http://schemas.microsoft.com/office/drawing/2014/main" id="{2CAFC7DA-5814-F82C-AE64-99CDA9DE1EAF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876303" y="1414444"/>
            <a:ext cx="3875808" cy="103781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it-IT" dirty="0"/>
              <a:t>Questo studio dimostra tre punti fondamentali:</a:t>
            </a:r>
          </a:p>
          <a:p>
            <a:pPr lvl="0">
              <a:buFont typeface="+mj-lt"/>
              <a:buAutoNum type="arabicPeriod"/>
            </a:pPr>
            <a:r>
              <a:rPr lang="it-IT" b="1" dirty="0"/>
              <a:t>Accuratezza vs Equità.</a:t>
            </a:r>
            <a:endParaRPr lang="it-IT" dirty="0"/>
          </a:p>
          <a:p>
            <a:pPr lvl="0">
              <a:buFont typeface="+mj-lt"/>
              <a:buAutoNum type="arabicPeriod"/>
            </a:pPr>
            <a:r>
              <a:rPr lang="it-IT" b="1" dirty="0"/>
              <a:t>L'insufficienza della "Race-</a:t>
            </a:r>
            <a:r>
              <a:rPr lang="it-IT" b="1" dirty="0" err="1"/>
              <a:t>Blindness</a:t>
            </a:r>
            <a:r>
              <a:rPr lang="it-IT" b="1" dirty="0"/>
              <a:t>".</a:t>
            </a:r>
            <a:endParaRPr lang="it-IT" dirty="0"/>
          </a:p>
          <a:p>
            <a:pPr lvl="0">
              <a:buFont typeface="+mj-lt"/>
              <a:buAutoNum type="arabicPeriod"/>
            </a:pPr>
            <a:r>
              <a:rPr lang="it-IT" b="1" dirty="0"/>
              <a:t>Il </a:t>
            </a:r>
            <a:r>
              <a:rPr lang="it-IT" b="1" dirty="0" err="1"/>
              <a:t>bias</a:t>
            </a:r>
            <a:r>
              <a:rPr lang="it-IT" b="1" dirty="0"/>
              <a:t> nei dati.</a:t>
            </a:r>
            <a:endParaRPr lang="it-IT" dirty="0"/>
          </a:p>
        </p:txBody>
      </p:sp>
      <p:sp>
        <p:nvSpPr>
          <p:cNvPr id="264" name="Google Shape;264;p36">
            <a:extLst>
              <a:ext uri="{FF2B5EF4-FFF2-40B4-BE49-F238E27FC236}">
                <a16:creationId xmlns:a16="http://schemas.microsoft.com/office/drawing/2014/main" id="{414336E1-0430-B643-6662-3D03500F458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it-IT" dirty="0"/>
              <a:t>Discussione critica</a:t>
            </a:r>
            <a:endParaRPr dirty="0"/>
          </a:p>
        </p:txBody>
      </p:sp>
      <p:sp>
        <p:nvSpPr>
          <p:cNvPr id="12" name="Google Shape;262;p36">
            <a:extLst>
              <a:ext uri="{FF2B5EF4-FFF2-40B4-BE49-F238E27FC236}">
                <a16:creationId xmlns:a16="http://schemas.microsoft.com/office/drawing/2014/main" id="{5A251809-991E-3BA7-7935-61AEB65CEB64}"/>
              </a:ext>
            </a:extLst>
          </p:cNvPr>
          <p:cNvSpPr txBox="1">
            <a:spLocks/>
          </p:cNvSpPr>
          <p:nvPr/>
        </p:nvSpPr>
        <p:spPr>
          <a:xfrm>
            <a:off x="3965866" y="2691246"/>
            <a:ext cx="4561608" cy="16820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Ubuntu"/>
              <a:buNone/>
              <a:defRPr sz="1200" b="0" i="0" u="none" strike="noStrike" cap="none">
                <a:solidFill>
                  <a:schemeClr val="accent5"/>
                </a:solidFill>
                <a:latin typeface="Ubuntu"/>
                <a:ea typeface="Ubuntu"/>
                <a:cs typeface="Ubuntu"/>
                <a:sym typeface="Ubuntu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Ubuntu"/>
              <a:buNone/>
              <a:defRPr sz="1200" b="0" i="0" u="none" strike="noStrike" cap="none">
                <a:solidFill>
                  <a:schemeClr val="accent5"/>
                </a:solidFill>
                <a:latin typeface="Ubuntu"/>
                <a:ea typeface="Ubuntu"/>
                <a:cs typeface="Ubuntu"/>
                <a:sym typeface="Ubuntu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Ubuntu"/>
              <a:buNone/>
              <a:defRPr sz="1200" b="0" i="0" u="none" strike="noStrike" cap="none">
                <a:solidFill>
                  <a:schemeClr val="accent5"/>
                </a:solidFill>
                <a:latin typeface="Ubuntu"/>
                <a:ea typeface="Ubuntu"/>
                <a:cs typeface="Ubuntu"/>
                <a:sym typeface="Ubuntu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Ubuntu"/>
              <a:buNone/>
              <a:defRPr sz="1200" b="0" i="0" u="none" strike="noStrike" cap="none">
                <a:solidFill>
                  <a:schemeClr val="accent5"/>
                </a:solidFill>
                <a:latin typeface="Ubuntu"/>
                <a:ea typeface="Ubuntu"/>
                <a:cs typeface="Ubuntu"/>
                <a:sym typeface="Ubuntu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Ubuntu"/>
              <a:buNone/>
              <a:defRPr sz="1200" b="0" i="0" u="none" strike="noStrike" cap="none">
                <a:solidFill>
                  <a:schemeClr val="accent5"/>
                </a:solidFill>
                <a:latin typeface="Ubuntu"/>
                <a:ea typeface="Ubuntu"/>
                <a:cs typeface="Ubuntu"/>
                <a:sym typeface="Ubuntu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Ubuntu"/>
              <a:buNone/>
              <a:defRPr sz="1200" b="0" i="0" u="none" strike="noStrike" cap="none">
                <a:solidFill>
                  <a:schemeClr val="accent5"/>
                </a:solidFill>
                <a:latin typeface="Ubuntu"/>
                <a:ea typeface="Ubuntu"/>
                <a:cs typeface="Ubuntu"/>
                <a:sym typeface="Ubuntu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Ubuntu"/>
              <a:buNone/>
              <a:defRPr sz="1200" b="0" i="0" u="none" strike="noStrike" cap="none">
                <a:solidFill>
                  <a:schemeClr val="accent5"/>
                </a:solidFill>
                <a:latin typeface="Ubuntu"/>
                <a:ea typeface="Ubuntu"/>
                <a:cs typeface="Ubuntu"/>
                <a:sym typeface="Ubuntu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Ubuntu"/>
              <a:buNone/>
              <a:defRPr sz="1200" b="0" i="0" u="none" strike="noStrike" cap="none">
                <a:solidFill>
                  <a:schemeClr val="accent5"/>
                </a:solidFill>
                <a:latin typeface="Ubuntu"/>
                <a:ea typeface="Ubuntu"/>
                <a:cs typeface="Ubuntu"/>
                <a:sym typeface="Ubuntu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Ubuntu"/>
              <a:buNone/>
              <a:defRPr sz="1200" b="0" i="0" u="none" strike="noStrike" cap="none">
                <a:solidFill>
                  <a:schemeClr val="accent5"/>
                </a:solidFill>
                <a:latin typeface="Ubuntu"/>
                <a:ea typeface="Ubuntu"/>
                <a:cs typeface="Ubuntu"/>
                <a:sym typeface="Ubuntu"/>
              </a:defRPr>
            </a:lvl9pPr>
          </a:lstStyle>
          <a:p>
            <a:r>
              <a:rPr lang="it-IT" dirty="0"/>
              <a:t>È opportuno discutere anche alcuni </a:t>
            </a:r>
            <a:r>
              <a:rPr lang="it-IT" b="1" dirty="0"/>
              <a:t>limiti del lavoro</a:t>
            </a:r>
            <a:r>
              <a:rPr lang="it-IT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it-IT" dirty="0"/>
              <a:t>L’analisi si basa su un singolo sistema sanitario accademico.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it-IT" dirty="0"/>
              <a:t>Pur evidenziando il </a:t>
            </a:r>
            <a:r>
              <a:rPr lang="it-IT" dirty="0" err="1"/>
              <a:t>bias</a:t>
            </a:r>
            <a:r>
              <a:rPr lang="it-IT" dirty="0"/>
              <a:t>, lo studio non può risolvere completamente il problema delle cause profonde della disuguaglianza nell'accesso alle cure.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it-IT" dirty="0"/>
              <a:t>Rimane aperta la tensione tra l'efficienza economica e l'equità clinica.</a:t>
            </a:r>
          </a:p>
        </p:txBody>
      </p:sp>
    </p:spTree>
    <p:extLst>
      <p:ext uri="{BB962C8B-B14F-4D97-AF65-F5344CB8AC3E}">
        <p14:creationId xmlns:p14="http://schemas.microsoft.com/office/powerpoint/2010/main" val="36710335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8">
          <a:extLst>
            <a:ext uri="{FF2B5EF4-FFF2-40B4-BE49-F238E27FC236}">
              <a16:creationId xmlns:a16="http://schemas.microsoft.com/office/drawing/2014/main" id="{C1288254-AFFE-F2CF-7AB3-13E3C0B651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oogle Shape;490;p49">
            <a:extLst>
              <a:ext uri="{FF2B5EF4-FFF2-40B4-BE49-F238E27FC236}">
                <a16:creationId xmlns:a16="http://schemas.microsoft.com/office/drawing/2014/main" id="{9248D91D-AE3C-5DE8-8C28-F2D1F7EE5338}"/>
              </a:ext>
            </a:extLst>
          </p:cNvPr>
          <p:cNvGrpSpPr/>
          <p:nvPr/>
        </p:nvGrpSpPr>
        <p:grpSpPr>
          <a:xfrm flipH="1">
            <a:off x="5673990" y="330386"/>
            <a:ext cx="3991810" cy="5179078"/>
            <a:chOff x="4628272" y="829975"/>
            <a:chExt cx="1599475" cy="2075200"/>
          </a:xfrm>
        </p:grpSpPr>
        <p:sp>
          <p:nvSpPr>
            <p:cNvPr id="4" name="Google Shape;491;p49">
              <a:extLst>
                <a:ext uri="{FF2B5EF4-FFF2-40B4-BE49-F238E27FC236}">
                  <a16:creationId xmlns:a16="http://schemas.microsoft.com/office/drawing/2014/main" id="{3EF4AFE7-E509-458D-5A41-A3C6C9B05792}"/>
                </a:ext>
              </a:extLst>
            </p:cNvPr>
            <p:cNvSpPr/>
            <p:nvPr/>
          </p:nvSpPr>
          <p:spPr>
            <a:xfrm>
              <a:off x="5285300" y="944950"/>
              <a:ext cx="543125" cy="750275"/>
            </a:xfrm>
            <a:custGeom>
              <a:avLst/>
              <a:gdLst/>
              <a:ahLst/>
              <a:cxnLst/>
              <a:rect l="l" t="t" r="r" b="b"/>
              <a:pathLst>
                <a:path w="21725" h="30011" extrusionOk="0">
                  <a:moveTo>
                    <a:pt x="12394" y="1"/>
                  </a:moveTo>
                  <a:cubicBezTo>
                    <a:pt x="7990" y="1"/>
                    <a:pt x="1683" y="6051"/>
                    <a:pt x="1683" y="6051"/>
                  </a:cubicBezTo>
                  <a:cubicBezTo>
                    <a:pt x="1" y="10672"/>
                    <a:pt x="959" y="29308"/>
                    <a:pt x="959" y="29308"/>
                  </a:cubicBezTo>
                  <a:lnTo>
                    <a:pt x="12140" y="30010"/>
                  </a:lnTo>
                  <a:lnTo>
                    <a:pt x="12779" y="24154"/>
                  </a:lnTo>
                  <a:lnTo>
                    <a:pt x="18721" y="24771"/>
                  </a:lnTo>
                  <a:lnTo>
                    <a:pt x="18721" y="16337"/>
                  </a:lnTo>
                  <a:lnTo>
                    <a:pt x="21724" y="15805"/>
                  </a:lnTo>
                  <a:cubicBezTo>
                    <a:pt x="21724" y="15805"/>
                    <a:pt x="18977" y="7648"/>
                    <a:pt x="15527" y="1791"/>
                  </a:cubicBezTo>
                  <a:cubicBezTo>
                    <a:pt x="14770" y="502"/>
                    <a:pt x="13661" y="1"/>
                    <a:pt x="12394" y="1"/>
                  </a:cubicBezTo>
                  <a:close/>
                </a:path>
              </a:pathLst>
            </a:custGeom>
            <a:solidFill>
              <a:srgbClr val="A136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" name="Google Shape;492;p49">
              <a:extLst>
                <a:ext uri="{FF2B5EF4-FFF2-40B4-BE49-F238E27FC236}">
                  <a16:creationId xmlns:a16="http://schemas.microsoft.com/office/drawing/2014/main" id="{CA06E32C-7B88-7E52-052D-E82B8C3E4F24}"/>
                </a:ext>
              </a:extLst>
            </p:cNvPr>
            <p:cNvSpPr/>
            <p:nvPr/>
          </p:nvSpPr>
          <p:spPr>
            <a:xfrm>
              <a:off x="5609025" y="1384650"/>
              <a:ext cx="152850" cy="95100"/>
            </a:xfrm>
            <a:custGeom>
              <a:avLst/>
              <a:gdLst/>
              <a:ahLst/>
              <a:cxnLst/>
              <a:rect l="l" t="t" r="r" b="b"/>
              <a:pathLst>
                <a:path w="6114" h="3804" extrusionOk="0">
                  <a:moveTo>
                    <a:pt x="4853" y="1"/>
                  </a:moveTo>
                  <a:cubicBezTo>
                    <a:pt x="4833" y="1"/>
                    <a:pt x="4813" y="2"/>
                    <a:pt x="4793" y="6"/>
                  </a:cubicBezTo>
                  <a:cubicBezTo>
                    <a:pt x="2578" y="91"/>
                    <a:pt x="1" y="2136"/>
                    <a:pt x="1" y="2136"/>
                  </a:cubicBezTo>
                  <a:cubicBezTo>
                    <a:pt x="1" y="2136"/>
                    <a:pt x="2194" y="3803"/>
                    <a:pt x="3979" y="3803"/>
                  </a:cubicBezTo>
                  <a:cubicBezTo>
                    <a:pt x="4953" y="3803"/>
                    <a:pt x="5805" y="3307"/>
                    <a:pt x="6113" y="1774"/>
                  </a:cubicBezTo>
                  <a:cubicBezTo>
                    <a:pt x="6113" y="1506"/>
                    <a:pt x="5455" y="1"/>
                    <a:pt x="4853" y="1"/>
                  </a:cubicBezTo>
                  <a:close/>
                </a:path>
              </a:pathLst>
            </a:custGeom>
            <a:solidFill>
              <a:srgbClr val="7C29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493;p49">
              <a:extLst>
                <a:ext uri="{FF2B5EF4-FFF2-40B4-BE49-F238E27FC236}">
                  <a16:creationId xmlns:a16="http://schemas.microsoft.com/office/drawing/2014/main" id="{3E17B4AD-057D-2C73-77E0-724F92AB514D}"/>
                </a:ext>
              </a:extLst>
            </p:cNvPr>
            <p:cNvSpPr/>
            <p:nvPr/>
          </p:nvSpPr>
          <p:spPr>
            <a:xfrm>
              <a:off x="5045700" y="872325"/>
              <a:ext cx="627775" cy="618975"/>
            </a:xfrm>
            <a:custGeom>
              <a:avLst/>
              <a:gdLst/>
              <a:ahLst/>
              <a:cxnLst/>
              <a:rect l="l" t="t" r="r" b="b"/>
              <a:pathLst>
                <a:path w="25111" h="24759" extrusionOk="0">
                  <a:moveTo>
                    <a:pt x="17167" y="1"/>
                  </a:moveTo>
                  <a:cubicBezTo>
                    <a:pt x="15433" y="1"/>
                    <a:pt x="13363" y="396"/>
                    <a:pt x="10905" y="1416"/>
                  </a:cubicBezTo>
                  <a:cubicBezTo>
                    <a:pt x="1" y="5931"/>
                    <a:pt x="1407" y="21372"/>
                    <a:pt x="10202" y="24758"/>
                  </a:cubicBezTo>
                  <a:cubicBezTo>
                    <a:pt x="10202" y="24758"/>
                    <a:pt x="19062" y="24034"/>
                    <a:pt x="15782" y="17837"/>
                  </a:cubicBezTo>
                  <a:cubicBezTo>
                    <a:pt x="13245" y="13006"/>
                    <a:pt x="11520" y="4634"/>
                    <a:pt x="23276" y="4634"/>
                  </a:cubicBezTo>
                  <a:cubicBezTo>
                    <a:pt x="23855" y="4634"/>
                    <a:pt x="24466" y="4654"/>
                    <a:pt x="25111" y="4696"/>
                  </a:cubicBezTo>
                  <a:cubicBezTo>
                    <a:pt x="25111" y="4696"/>
                    <a:pt x="23140" y="1"/>
                    <a:pt x="1716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494;p49">
              <a:extLst>
                <a:ext uri="{FF2B5EF4-FFF2-40B4-BE49-F238E27FC236}">
                  <a16:creationId xmlns:a16="http://schemas.microsoft.com/office/drawing/2014/main" id="{065E56D7-4617-AC44-468D-FF1D3FEB50E4}"/>
                </a:ext>
              </a:extLst>
            </p:cNvPr>
            <p:cNvSpPr/>
            <p:nvPr/>
          </p:nvSpPr>
          <p:spPr>
            <a:xfrm>
              <a:off x="4961050" y="914100"/>
              <a:ext cx="271050" cy="273175"/>
            </a:xfrm>
            <a:custGeom>
              <a:avLst/>
              <a:gdLst/>
              <a:ahLst/>
              <a:cxnLst/>
              <a:rect l="l" t="t" r="r" b="b"/>
              <a:pathLst>
                <a:path w="10842" h="10927" extrusionOk="0">
                  <a:moveTo>
                    <a:pt x="5410" y="1"/>
                  </a:moveTo>
                  <a:cubicBezTo>
                    <a:pt x="2407" y="1"/>
                    <a:pt x="1" y="2493"/>
                    <a:pt x="1" y="5410"/>
                  </a:cubicBezTo>
                  <a:cubicBezTo>
                    <a:pt x="1" y="8435"/>
                    <a:pt x="2407" y="10927"/>
                    <a:pt x="5410" y="10927"/>
                  </a:cubicBezTo>
                  <a:cubicBezTo>
                    <a:pt x="8434" y="10927"/>
                    <a:pt x="10841" y="8435"/>
                    <a:pt x="10841" y="5410"/>
                  </a:cubicBezTo>
                  <a:cubicBezTo>
                    <a:pt x="10841" y="2493"/>
                    <a:pt x="8434" y="1"/>
                    <a:pt x="541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495;p49">
              <a:extLst>
                <a:ext uri="{FF2B5EF4-FFF2-40B4-BE49-F238E27FC236}">
                  <a16:creationId xmlns:a16="http://schemas.microsoft.com/office/drawing/2014/main" id="{C28B185C-EA90-4A26-DA4B-B5ED6E551C09}"/>
                </a:ext>
              </a:extLst>
            </p:cNvPr>
            <p:cNvSpPr/>
            <p:nvPr/>
          </p:nvSpPr>
          <p:spPr>
            <a:xfrm>
              <a:off x="5063275" y="829975"/>
              <a:ext cx="203950" cy="203950"/>
            </a:xfrm>
            <a:custGeom>
              <a:avLst/>
              <a:gdLst/>
              <a:ahLst/>
              <a:cxnLst/>
              <a:rect l="l" t="t" r="r" b="b"/>
              <a:pathLst>
                <a:path w="8158" h="8158" extrusionOk="0">
                  <a:moveTo>
                    <a:pt x="4090" y="1"/>
                  </a:moveTo>
                  <a:cubicBezTo>
                    <a:pt x="1854" y="1"/>
                    <a:pt x="1" y="1854"/>
                    <a:pt x="1" y="4090"/>
                  </a:cubicBezTo>
                  <a:cubicBezTo>
                    <a:pt x="1" y="6390"/>
                    <a:pt x="1854" y="8158"/>
                    <a:pt x="4090" y="8158"/>
                  </a:cubicBezTo>
                  <a:cubicBezTo>
                    <a:pt x="6305" y="8158"/>
                    <a:pt x="8158" y="6390"/>
                    <a:pt x="8158" y="4090"/>
                  </a:cubicBezTo>
                  <a:cubicBezTo>
                    <a:pt x="8158" y="1854"/>
                    <a:pt x="6305" y="1"/>
                    <a:pt x="409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496;p49">
              <a:extLst>
                <a:ext uri="{FF2B5EF4-FFF2-40B4-BE49-F238E27FC236}">
                  <a16:creationId xmlns:a16="http://schemas.microsoft.com/office/drawing/2014/main" id="{4EF70F49-311C-9978-D5EF-DB9B54B902D6}"/>
                </a:ext>
              </a:extLst>
            </p:cNvPr>
            <p:cNvSpPr/>
            <p:nvPr/>
          </p:nvSpPr>
          <p:spPr>
            <a:xfrm>
              <a:off x="4939225" y="829975"/>
              <a:ext cx="203950" cy="203950"/>
            </a:xfrm>
            <a:custGeom>
              <a:avLst/>
              <a:gdLst/>
              <a:ahLst/>
              <a:cxnLst/>
              <a:rect l="l" t="t" r="r" b="b"/>
              <a:pathLst>
                <a:path w="8158" h="8158" extrusionOk="0">
                  <a:moveTo>
                    <a:pt x="4068" y="1"/>
                  </a:moveTo>
                  <a:cubicBezTo>
                    <a:pt x="1853" y="1"/>
                    <a:pt x="0" y="1854"/>
                    <a:pt x="0" y="4090"/>
                  </a:cubicBezTo>
                  <a:cubicBezTo>
                    <a:pt x="0" y="6390"/>
                    <a:pt x="1853" y="8158"/>
                    <a:pt x="4068" y="8158"/>
                  </a:cubicBezTo>
                  <a:cubicBezTo>
                    <a:pt x="6283" y="8158"/>
                    <a:pt x="8157" y="6390"/>
                    <a:pt x="8157" y="4090"/>
                  </a:cubicBezTo>
                  <a:cubicBezTo>
                    <a:pt x="8157" y="1854"/>
                    <a:pt x="6283" y="1"/>
                    <a:pt x="406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497;p49">
              <a:extLst>
                <a:ext uri="{FF2B5EF4-FFF2-40B4-BE49-F238E27FC236}">
                  <a16:creationId xmlns:a16="http://schemas.microsoft.com/office/drawing/2014/main" id="{1CB7D484-A610-602F-596D-08E6C94DCAC1}"/>
                </a:ext>
              </a:extLst>
            </p:cNvPr>
            <p:cNvSpPr/>
            <p:nvPr/>
          </p:nvSpPr>
          <p:spPr>
            <a:xfrm>
              <a:off x="4994600" y="1045100"/>
              <a:ext cx="203950" cy="203950"/>
            </a:xfrm>
            <a:custGeom>
              <a:avLst/>
              <a:gdLst/>
              <a:ahLst/>
              <a:cxnLst/>
              <a:rect l="l" t="t" r="r" b="b"/>
              <a:pathLst>
                <a:path w="8158" h="8158" extrusionOk="0">
                  <a:moveTo>
                    <a:pt x="4068" y="0"/>
                  </a:moveTo>
                  <a:cubicBezTo>
                    <a:pt x="1853" y="0"/>
                    <a:pt x="0" y="1768"/>
                    <a:pt x="0" y="4089"/>
                  </a:cubicBezTo>
                  <a:cubicBezTo>
                    <a:pt x="0" y="6304"/>
                    <a:pt x="1853" y="8157"/>
                    <a:pt x="4068" y="8157"/>
                  </a:cubicBezTo>
                  <a:cubicBezTo>
                    <a:pt x="6304" y="8157"/>
                    <a:pt x="8157" y="6304"/>
                    <a:pt x="8157" y="4089"/>
                  </a:cubicBezTo>
                  <a:cubicBezTo>
                    <a:pt x="8157" y="1768"/>
                    <a:pt x="6304" y="0"/>
                    <a:pt x="406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498;p49">
              <a:extLst>
                <a:ext uri="{FF2B5EF4-FFF2-40B4-BE49-F238E27FC236}">
                  <a16:creationId xmlns:a16="http://schemas.microsoft.com/office/drawing/2014/main" id="{CBE6451A-024E-BFC0-9298-E9D7191CE1C3}"/>
                </a:ext>
              </a:extLst>
            </p:cNvPr>
            <p:cNvSpPr/>
            <p:nvPr/>
          </p:nvSpPr>
          <p:spPr>
            <a:xfrm>
              <a:off x="4892375" y="965225"/>
              <a:ext cx="203950" cy="203950"/>
            </a:xfrm>
            <a:custGeom>
              <a:avLst/>
              <a:gdLst/>
              <a:ahLst/>
              <a:cxnLst/>
              <a:rect l="l" t="t" r="r" b="b"/>
              <a:pathLst>
                <a:path w="8158" h="8158" extrusionOk="0">
                  <a:moveTo>
                    <a:pt x="4089" y="0"/>
                  </a:moveTo>
                  <a:cubicBezTo>
                    <a:pt x="1874" y="0"/>
                    <a:pt x="0" y="1875"/>
                    <a:pt x="0" y="4090"/>
                  </a:cubicBezTo>
                  <a:cubicBezTo>
                    <a:pt x="0" y="6390"/>
                    <a:pt x="1874" y="8157"/>
                    <a:pt x="4089" y="8157"/>
                  </a:cubicBezTo>
                  <a:cubicBezTo>
                    <a:pt x="6304" y="8157"/>
                    <a:pt x="8157" y="6390"/>
                    <a:pt x="8157" y="4090"/>
                  </a:cubicBezTo>
                  <a:cubicBezTo>
                    <a:pt x="8157" y="1875"/>
                    <a:pt x="6304" y="0"/>
                    <a:pt x="408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499;p49">
              <a:extLst>
                <a:ext uri="{FF2B5EF4-FFF2-40B4-BE49-F238E27FC236}">
                  <a16:creationId xmlns:a16="http://schemas.microsoft.com/office/drawing/2014/main" id="{7E7AF66D-0E21-D669-8A36-00B00D321352}"/>
                </a:ext>
              </a:extLst>
            </p:cNvPr>
            <p:cNvSpPr/>
            <p:nvPr/>
          </p:nvSpPr>
          <p:spPr>
            <a:xfrm>
              <a:off x="4939225" y="1535475"/>
              <a:ext cx="1173525" cy="589950"/>
            </a:xfrm>
            <a:custGeom>
              <a:avLst/>
              <a:gdLst/>
              <a:ahLst/>
              <a:cxnLst/>
              <a:rect l="l" t="t" r="r" b="b"/>
              <a:pathLst>
                <a:path w="46941" h="23598" extrusionOk="0">
                  <a:moveTo>
                    <a:pt x="26878" y="0"/>
                  </a:moveTo>
                  <a:lnTo>
                    <a:pt x="14717" y="2833"/>
                  </a:lnTo>
                  <a:cubicBezTo>
                    <a:pt x="14717" y="12608"/>
                    <a:pt x="10202" y="11969"/>
                    <a:pt x="5495" y="13929"/>
                  </a:cubicBezTo>
                  <a:cubicBezTo>
                    <a:pt x="788" y="15803"/>
                    <a:pt x="0" y="23598"/>
                    <a:pt x="0" y="23598"/>
                  </a:cubicBezTo>
                  <a:lnTo>
                    <a:pt x="46578" y="23598"/>
                  </a:lnTo>
                  <a:cubicBezTo>
                    <a:pt x="46940" y="8775"/>
                    <a:pt x="33438" y="12864"/>
                    <a:pt x="29711" y="9840"/>
                  </a:cubicBezTo>
                  <a:cubicBezTo>
                    <a:pt x="25984" y="6751"/>
                    <a:pt x="26878" y="0"/>
                    <a:pt x="26878" y="0"/>
                  </a:cubicBezTo>
                  <a:close/>
                </a:path>
              </a:pathLst>
            </a:custGeom>
            <a:solidFill>
              <a:srgbClr val="A136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500;p49">
              <a:extLst>
                <a:ext uri="{FF2B5EF4-FFF2-40B4-BE49-F238E27FC236}">
                  <a16:creationId xmlns:a16="http://schemas.microsoft.com/office/drawing/2014/main" id="{FBEF10DF-C9CD-7E7D-A544-E9461874DDE2}"/>
                </a:ext>
              </a:extLst>
            </p:cNvPr>
            <p:cNvSpPr/>
            <p:nvPr/>
          </p:nvSpPr>
          <p:spPr>
            <a:xfrm>
              <a:off x="4628272" y="1790173"/>
              <a:ext cx="1599475" cy="1115003"/>
            </a:xfrm>
            <a:custGeom>
              <a:avLst/>
              <a:gdLst/>
              <a:ahLst/>
              <a:cxnLst/>
              <a:rect l="l" t="t" r="r" b="b"/>
              <a:pathLst>
                <a:path w="63979" h="59285" extrusionOk="0">
                  <a:moveTo>
                    <a:pt x="42624" y="1"/>
                  </a:moveTo>
                  <a:cubicBezTo>
                    <a:pt x="42065" y="1"/>
                    <a:pt x="40797" y="3412"/>
                    <a:pt x="35056" y="4358"/>
                  </a:cubicBezTo>
                  <a:cubicBezTo>
                    <a:pt x="34575" y="4431"/>
                    <a:pt x="34107" y="4464"/>
                    <a:pt x="33654" y="4464"/>
                  </a:cubicBezTo>
                  <a:cubicBezTo>
                    <a:pt x="28521" y="4464"/>
                    <a:pt x="25302" y="184"/>
                    <a:pt x="25302" y="184"/>
                  </a:cubicBezTo>
                  <a:cubicBezTo>
                    <a:pt x="22363" y="1973"/>
                    <a:pt x="18466" y="2229"/>
                    <a:pt x="12438" y="3655"/>
                  </a:cubicBezTo>
                  <a:cubicBezTo>
                    <a:pt x="1" y="6488"/>
                    <a:pt x="1598" y="19884"/>
                    <a:pt x="1598" y="19884"/>
                  </a:cubicBezTo>
                  <a:lnTo>
                    <a:pt x="2322" y="59285"/>
                  </a:lnTo>
                  <a:lnTo>
                    <a:pt x="63553" y="59285"/>
                  </a:lnTo>
                  <a:cubicBezTo>
                    <a:pt x="63553" y="59285"/>
                    <a:pt x="63979" y="29745"/>
                    <a:pt x="63553" y="17584"/>
                  </a:cubicBezTo>
                  <a:cubicBezTo>
                    <a:pt x="63191" y="7383"/>
                    <a:pt x="54501" y="2058"/>
                    <a:pt x="50944" y="1611"/>
                  </a:cubicBezTo>
                  <a:cubicBezTo>
                    <a:pt x="47303" y="1164"/>
                    <a:pt x="43213" y="290"/>
                    <a:pt x="42681" y="14"/>
                  </a:cubicBezTo>
                  <a:cubicBezTo>
                    <a:pt x="42663" y="5"/>
                    <a:pt x="42644" y="1"/>
                    <a:pt x="4262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501;p49">
              <a:extLst>
                <a:ext uri="{FF2B5EF4-FFF2-40B4-BE49-F238E27FC236}">
                  <a16:creationId xmlns:a16="http://schemas.microsoft.com/office/drawing/2014/main" id="{7550EF42-8903-B589-373F-7F29C00AA7DD}"/>
                </a:ext>
              </a:extLst>
            </p:cNvPr>
            <p:cNvSpPr/>
            <p:nvPr/>
          </p:nvSpPr>
          <p:spPr>
            <a:xfrm>
              <a:off x="5300750" y="1402350"/>
              <a:ext cx="317350" cy="259325"/>
            </a:xfrm>
            <a:custGeom>
              <a:avLst/>
              <a:gdLst/>
              <a:ahLst/>
              <a:cxnLst/>
              <a:rect l="l" t="t" r="r" b="b"/>
              <a:pathLst>
                <a:path w="12694" h="10373" extrusionOk="0">
                  <a:moveTo>
                    <a:pt x="6198" y="1"/>
                  </a:moveTo>
                  <a:cubicBezTo>
                    <a:pt x="6198" y="1"/>
                    <a:pt x="5240" y="2833"/>
                    <a:pt x="0" y="3557"/>
                  </a:cubicBezTo>
                  <a:cubicBezTo>
                    <a:pt x="0" y="3557"/>
                    <a:pt x="86" y="6646"/>
                    <a:pt x="256" y="8158"/>
                  </a:cubicBezTo>
                  <a:lnTo>
                    <a:pt x="12694" y="10373"/>
                  </a:lnTo>
                  <a:cubicBezTo>
                    <a:pt x="12694" y="10373"/>
                    <a:pt x="12161" y="6305"/>
                    <a:pt x="12417" y="5858"/>
                  </a:cubicBezTo>
                  <a:lnTo>
                    <a:pt x="12417" y="5858"/>
                  </a:lnTo>
                  <a:cubicBezTo>
                    <a:pt x="12417" y="5858"/>
                    <a:pt x="12401" y="5858"/>
                    <a:pt x="12371" y="5858"/>
                  </a:cubicBezTo>
                  <a:cubicBezTo>
                    <a:pt x="11843" y="5858"/>
                    <a:pt x="6883" y="5705"/>
                    <a:pt x="6198" y="1"/>
                  </a:cubicBezTo>
                  <a:close/>
                </a:path>
              </a:pathLst>
            </a:custGeom>
            <a:solidFill>
              <a:srgbClr val="7C29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502;p49">
              <a:extLst>
                <a:ext uri="{FF2B5EF4-FFF2-40B4-BE49-F238E27FC236}">
                  <a16:creationId xmlns:a16="http://schemas.microsoft.com/office/drawing/2014/main" id="{F5751698-9BDB-8334-F147-5A16C7E99797}"/>
                </a:ext>
              </a:extLst>
            </p:cNvPr>
            <p:cNvSpPr/>
            <p:nvPr/>
          </p:nvSpPr>
          <p:spPr>
            <a:xfrm>
              <a:off x="5633525" y="1414800"/>
              <a:ext cx="126225" cy="27525"/>
            </a:xfrm>
            <a:custGeom>
              <a:avLst/>
              <a:gdLst/>
              <a:ahLst/>
              <a:cxnLst/>
              <a:rect l="l" t="t" r="r" b="b"/>
              <a:pathLst>
                <a:path w="5049" h="1101" extrusionOk="0">
                  <a:moveTo>
                    <a:pt x="3525" y="0"/>
                  </a:moveTo>
                  <a:cubicBezTo>
                    <a:pt x="2710" y="0"/>
                    <a:pt x="1549" y="242"/>
                    <a:pt x="0" y="1100"/>
                  </a:cubicBezTo>
                  <a:lnTo>
                    <a:pt x="5048" y="397"/>
                  </a:lnTo>
                  <a:cubicBezTo>
                    <a:pt x="5048" y="397"/>
                    <a:pt x="4571" y="0"/>
                    <a:pt x="352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503;p49">
              <a:extLst>
                <a:ext uri="{FF2B5EF4-FFF2-40B4-BE49-F238E27FC236}">
                  <a16:creationId xmlns:a16="http://schemas.microsoft.com/office/drawing/2014/main" id="{A5C0DA69-52E6-B16B-56FC-CD3DDA75BD81}"/>
                </a:ext>
              </a:extLst>
            </p:cNvPr>
            <p:cNvSpPr/>
            <p:nvPr/>
          </p:nvSpPr>
          <p:spPr>
            <a:xfrm>
              <a:off x="5345000" y="1263750"/>
              <a:ext cx="144250" cy="154825"/>
            </a:xfrm>
            <a:custGeom>
              <a:avLst/>
              <a:gdLst/>
              <a:ahLst/>
              <a:cxnLst/>
              <a:rect l="l" t="t" r="r" b="b"/>
              <a:pathLst>
                <a:path w="5770" h="6193" extrusionOk="0">
                  <a:moveTo>
                    <a:pt x="2327" y="0"/>
                  </a:moveTo>
                  <a:cubicBezTo>
                    <a:pt x="1838" y="0"/>
                    <a:pt x="1363" y="298"/>
                    <a:pt x="978" y="1115"/>
                  </a:cubicBezTo>
                  <a:cubicBezTo>
                    <a:pt x="0" y="3365"/>
                    <a:pt x="866" y="6193"/>
                    <a:pt x="2957" y="6193"/>
                  </a:cubicBezTo>
                  <a:cubicBezTo>
                    <a:pt x="3736" y="6193"/>
                    <a:pt x="4684" y="5801"/>
                    <a:pt x="5770" y="4842"/>
                  </a:cubicBezTo>
                  <a:lnTo>
                    <a:pt x="5067" y="2180"/>
                  </a:lnTo>
                  <a:cubicBezTo>
                    <a:pt x="5067" y="2180"/>
                    <a:pt x="3648" y="0"/>
                    <a:pt x="2327" y="0"/>
                  </a:cubicBezTo>
                  <a:close/>
                </a:path>
              </a:pathLst>
            </a:custGeom>
            <a:solidFill>
              <a:srgbClr val="A136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504;p49">
              <a:extLst>
                <a:ext uri="{FF2B5EF4-FFF2-40B4-BE49-F238E27FC236}">
                  <a16:creationId xmlns:a16="http://schemas.microsoft.com/office/drawing/2014/main" id="{0331F304-56C4-620A-7C5F-F099679982FD}"/>
                </a:ext>
              </a:extLst>
            </p:cNvPr>
            <p:cNvSpPr/>
            <p:nvPr/>
          </p:nvSpPr>
          <p:spPr>
            <a:xfrm>
              <a:off x="5402450" y="1318325"/>
              <a:ext cx="77750" cy="44125"/>
            </a:xfrm>
            <a:custGeom>
              <a:avLst/>
              <a:gdLst/>
              <a:ahLst/>
              <a:cxnLst/>
              <a:rect l="l" t="t" r="r" b="b"/>
              <a:pathLst>
                <a:path w="3110" h="1765" extrusionOk="0">
                  <a:moveTo>
                    <a:pt x="964" y="1"/>
                  </a:moveTo>
                  <a:cubicBezTo>
                    <a:pt x="679" y="1"/>
                    <a:pt x="359" y="51"/>
                    <a:pt x="0" y="167"/>
                  </a:cubicBezTo>
                  <a:lnTo>
                    <a:pt x="3110" y="1764"/>
                  </a:lnTo>
                  <a:cubicBezTo>
                    <a:pt x="3110" y="1764"/>
                    <a:pt x="2657" y="1"/>
                    <a:pt x="9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8" name="Google Shape;476;p49">
            <a:extLst>
              <a:ext uri="{FF2B5EF4-FFF2-40B4-BE49-F238E27FC236}">
                <a16:creationId xmlns:a16="http://schemas.microsoft.com/office/drawing/2014/main" id="{3272ABAC-E0E5-FD14-2E87-250ED9A23B5A}"/>
              </a:ext>
            </a:extLst>
          </p:cNvPr>
          <p:cNvSpPr txBox="1">
            <a:spLocks/>
          </p:cNvSpPr>
          <p:nvPr/>
        </p:nvSpPr>
        <p:spPr>
          <a:xfrm>
            <a:off x="773500" y="789150"/>
            <a:ext cx="3063600" cy="5496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Font typeface="Alegreya"/>
              <a:buNone/>
              <a:defRPr sz="3000" b="1" i="0" u="none" strike="noStrike" cap="none">
                <a:solidFill>
                  <a:schemeClr val="accent5"/>
                </a:solidFill>
                <a:latin typeface="Alegreya"/>
                <a:ea typeface="Alegreya"/>
                <a:cs typeface="Alegreya"/>
                <a:sym typeface="Alegrey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Font typeface="Alegreya"/>
              <a:buNone/>
              <a:defRPr sz="3000" b="1" i="0" u="none" strike="noStrike" cap="none">
                <a:solidFill>
                  <a:schemeClr val="accent5"/>
                </a:solidFill>
                <a:latin typeface="Alegreya"/>
                <a:ea typeface="Alegreya"/>
                <a:cs typeface="Alegreya"/>
                <a:sym typeface="Alegrey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Font typeface="Alegreya"/>
              <a:buNone/>
              <a:defRPr sz="3000" b="1" i="0" u="none" strike="noStrike" cap="none">
                <a:solidFill>
                  <a:schemeClr val="accent5"/>
                </a:solidFill>
                <a:latin typeface="Alegreya"/>
                <a:ea typeface="Alegreya"/>
                <a:cs typeface="Alegreya"/>
                <a:sym typeface="Alegrey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Font typeface="Alegreya"/>
              <a:buNone/>
              <a:defRPr sz="3000" b="1" i="0" u="none" strike="noStrike" cap="none">
                <a:solidFill>
                  <a:schemeClr val="accent5"/>
                </a:solidFill>
                <a:latin typeface="Alegreya"/>
                <a:ea typeface="Alegreya"/>
                <a:cs typeface="Alegreya"/>
                <a:sym typeface="Alegrey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Font typeface="Alegreya"/>
              <a:buNone/>
              <a:defRPr sz="3000" b="1" i="0" u="none" strike="noStrike" cap="none">
                <a:solidFill>
                  <a:schemeClr val="accent5"/>
                </a:solidFill>
                <a:latin typeface="Alegreya"/>
                <a:ea typeface="Alegreya"/>
                <a:cs typeface="Alegreya"/>
                <a:sym typeface="Alegrey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Font typeface="Alegreya"/>
              <a:buNone/>
              <a:defRPr sz="3000" b="1" i="0" u="none" strike="noStrike" cap="none">
                <a:solidFill>
                  <a:schemeClr val="accent5"/>
                </a:solidFill>
                <a:latin typeface="Alegreya"/>
                <a:ea typeface="Alegreya"/>
                <a:cs typeface="Alegreya"/>
                <a:sym typeface="Alegrey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Font typeface="Alegreya"/>
              <a:buNone/>
              <a:defRPr sz="3000" b="1" i="0" u="none" strike="noStrike" cap="none">
                <a:solidFill>
                  <a:schemeClr val="accent5"/>
                </a:solidFill>
                <a:latin typeface="Alegreya"/>
                <a:ea typeface="Alegreya"/>
                <a:cs typeface="Alegreya"/>
                <a:sym typeface="Alegrey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Font typeface="Alegreya"/>
              <a:buNone/>
              <a:defRPr sz="3000" b="1" i="0" u="none" strike="noStrike" cap="none">
                <a:solidFill>
                  <a:schemeClr val="accent5"/>
                </a:solidFill>
                <a:latin typeface="Alegreya"/>
                <a:ea typeface="Alegreya"/>
                <a:cs typeface="Alegreya"/>
                <a:sym typeface="Alegrey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Font typeface="Alegreya"/>
              <a:buNone/>
              <a:defRPr sz="3000" b="1" i="0" u="none" strike="noStrike" cap="none">
                <a:solidFill>
                  <a:schemeClr val="accent5"/>
                </a:solidFill>
                <a:latin typeface="Alegreya"/>
                <a:ea typeface="Alegreya"/>
                <a:cs typeface="Alegreya"/>
                <a:sym typeface="Alegreya"/>
              </a:defRPr>
            </a:lvl9pPr>
          </a:lstStyle>
          <a:p>
            <a:r>
              <a:rPr lang="it-IT"/>
              <a:t>Conclusione</a:t>
            </a:r>
            <a:endParaRPr lang="it-IT" dirty="0"/>
          </a:p>
        </p:txBody>
      </p:sp>
      <p:sp>
        <p:nvSpPr>
          <p:cNvPr id="19" name="Sottotitolo 2">
            <a:extLst>
              <a:ext uri="{FF2B5EF4-FFF2-40B4-BE49-F238E27FC236}">
                <a16:creationId xmlns:a16="http://schemas.microsoft.com/office/drawing/2014/main" id="{35F2FF7C-A611-0DAF-14A1-0BE058570C36}"/>
              </a:ext>
            </a:extLst>
          </p:cNvPr>
          <p:cNvSpPr txBox="1">
            <a:spLocks/>
          </p:cNvSpPr>
          <p:nvPr/>
        </p:nvSpPr>
        <p:spPr>
          <a:xfrm>
            <a:off x="320380" y="1562953"/>
            <a:ext cx="4231698" cy="105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Ubuntu"/>
              <a:buChar char="●"/>
              <a:defRPr sz="1200" b="0" i="0" u="none" strike="noStrike" cap="none">
                <a:solidFill>
                  <a:schemeClr val="accent5"/>
                </a:solidFill>
                <a:latin typeface="Ubuntu"/>
                <a:ea typeface="Ubuntu"/>
                <a:cs typeface="Ubuntu"/>
                <a:sym typeface="Ubuntu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Ubuntu"/>
              <a:buChar char="○"/>
              <a:defRPr sz="1200" b="0" i="0" u="none" strike="noStrike" cap="none">
                <a:solidFill>
                  <a:schemeClr val="accent5"/>
                </a:solidFill>
                <a:latin typeface="Ubuntu"/>
                <a:ea typeface="Ubuntu"/>
                <a:cs typeface="Ubuntu"/>
                <a:sym typeface="Ubuntu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Ubuntu"/>
              <a:buChar char="■"/>
              <a:defRPr sz="1200" b="0" i="0" u="none" strike="noStrike" cap="none">
                <a:solidFill>
                  <a:schemeClr val="accent5"/>
                </a:solidFill>
                <a:latin typeface="Ubuntu"/>
                <a:ea typeface="Ubuntu"/>
                <a:cs typeface="Ubuntu"/>
                <a:sym typeface="Ubuntu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Ubuntu"/>
              <a:buChar char="●"/>
              <a:defRPr sz="1200" b="0" i="0" u="none" strike="noStrike" cap="none">
                <a:solidFill>
                  <a:schemeClr val="accent5"/>
                </a:solidFill>
                <a:latin typeface="Ubuntu"/>
                <a:ea typeface="Ubuntu"/>
                <a:cs typeface="Ubuntu"/>
                <a:sym typeface="Ubuntu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Ubuntu"/>
              <a:buChar char="○"/>
              <a:defRPr sz="1200" b="0" i="0" u="none" strike="noStrike" cap="none">
                <a:solidFill>
                  <a:schemeClr val="accent5"/>
                </a:solidFill>
                <a:latin typeface="Ubuntu"/>
                <a:ea typeface="Ubuntu"/>
                <a:cs typeface="Ubuntu"/>
                <a:sym typeface="Ubuntu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Ubuntu"/>
              <a:buChar char="■"/>
              <a:defRPr sz="1200" b="0" i="0" u="none" strike="noStrike" cap="none">
                <a:solidFill>
                  <a:schemeClr val="accent5"/>
                </a:solidFill>
                <a:latin typeface="Ubuntu"/>
                <a:ea typeface="Ubuntu"/>
                <a:cs typeface="Ubuntu"/>
                <a:sym typeface="Ubuntu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Ubuntu"/>
              <a:buChar char="●"/>
              <a:defRPr sz="1200" b="0" i="0" u="none" strike="noStrike" cap="none">
                <a:solidFill>
                  <a:schemeClr val="accent5"/>
                </a:solidFill>
                <a:latin typeface="Ubuntu"/>
                <a:ea typeface="Ubuntu"/>
                <a:cs typeface="Ubuntu"/>
                <a:sym typeface="Ubuntu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Ubuntu"/>
              <a:buChar char="○"/>
              <a:defRPr sz="1200" b="0" i="0" u="none" strike="noStrike" cap="none">
                <a:solidFill>
                  <a:schemeClr val="accent5"/>
                </a:solidFill>
                <a:latin typeface="Ubuntu"/>
                <a:ea typeface="Ubuntu"/>
                <a:cs typeface="Ubuntu"/>
                <a:sym typeface="Ubuntu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Ubuntu"/>
              <a:buChar char="■"/>
              <a:defRPr sz="1200" b="0" i="0" u="none" strike="noStrike" cap="none">
                <a:solidFill>
                  <a:schemeClr val="accent5"/>
                </a:solidFill>
                <a:latin typeface="Ubuntu"/>
                <a:ea typeface="Ubuntu"/>
                <a:cs typeface="Ubuntu"/>
                <a:sym typeface="Ubuntu"/>
              </a:defRPr>
            </a:lvl9pPr>
          </a:lstStyle>
          <a:p>
            <a:pPr marL="139700" indent="0">
              <a:buNone/>
            </a:pPr>
            <a:r>
              <a:rPr lang="it-IT" dirty="0"/>
              <a:t>Il lavoro di </a:t>
            </a:r>
            <a:r>
              <a:rPr lang="it-IT" dirty="0" err="1"/>
              <a:t>Obermeyer</a:t>
            </a:r>
            <a:r>
              <a:rPr lang="it-IT" dirty="0"/>
              <a:t> dimostra che l’equità algoritmica non è solo una sfida tecnica, ma soprattutto concettuale e politica.</a:t>
            </a:r>
          </a:p>
          <a:p>
            <a:pPr marL="139700" indent="0">
              <a:buNone/>
            </a:pPr>
            <a:r>
              <a:rPr lang="it-IT" dirty="0"/>
              <a:t>Se la variabile target scelta è il prodotto di un’ingiustizia sociale preesistente, l’algoritmo non farà altro che automatizzare e scalare quella stessa ingiustizia su milioni di persone.</a:t>
            </a:r>
          </a:p>
        </p:txBody>
      </p:sp>
    </p:spTree>
    <p:extLst>
      <p:ext uri="{BB962C8B-B14F-4D97-AF65-F5344CB8AC3E}">
        <p14:creationId xmlns:p14="http://schemas.microsoft.com/office/powerpoint/2010/main" val="1157208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5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64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Riferimenti</a:t>
            </a:r>
            <a:endParaRPr dirty="0"/>
          </a:p>
        </p:txBody>
      </p:sp>
      <p:sp>
        <p:nvSpPr>
          <p:cNvPr id="559" name="Google Shape;559;p51"/>
          <p:cNvSpPr/>
          <p:nvPr/>
        </p:nvSpPr>
        <p:spPr>
          <a:xfrm rot="-6300814">
            <a:off x="6331934" y="3306726"/>
            <a:ext cx="1750700" cy="1983502"/>
          </a:xfrm>
          <a:custGeom>
            <a:avLst/>
            <a:gdLst/>
            <a:ahLst/>
            <a:cxnLst/>
            <a:rect l="l" t="t" r="r" b="b"/>
            <a:pathLst>
              <a:path w="55273" h="62623" extrusionOk="0">
                <a:moveTo>
                  <a:pt x="41878" y="44275"/>
                </a:moveTo>
                <a:cubicBezTo>
                  <a:pt x="42515" y="45199"/>
                  <a:pt x="43175" y="46101"/>
                  <a:pt x="43813" y="47112"/>
                </a:cubicBezTo>
                <a:cubicBezTo>
                  <a:pt x="42515" y="46013"/>
                  <a:pt x="41702" y="44737"/>
                  <a:pt x="41878" y="44275"/>
                </a:cubicBezTo>
                <a:close/>
                <a:moveTo>
                  <a:pt x="46101" y="50038"/>
                </a:moveTo>
                <a:cubicBezTo>
                  <a:pt x="47200" y="51137"/>
                  <a:pt x="47926" y="52523"/>
                  <a:pt x="48564" y="53799"/>
                </a:cubicBezTo>
                <a:lnTo>
                  <a:pt x="48476" y="53887"/>
                </a:lnTo>
                <a:cubicBezTo>
                  <a:pt x="47662" y="52611"/>
                  <a:pt x="46826" y="51335"/>
                  <a:pt x="46101" y="50038"/>
                </a:cubicBezTo>
                <a:close/>
                <a:moveTo>
                  <a:pt x="0" y="1"/>
                </a:moveTo>
                <a:lnTo>
                  <a:pt x="0" y="661"/>
                </a:lnTo>
                <a:lnTo>
                  <a:pt x="0" y="7809"/>
                </a:lnTo>
                <a:lnTo>
                  <a:pt x="0" y="20631"/>
                </a:lnTo>
                <a:cubicBezTo>
                  <a:pt x="0" y="20895"/>
                  <a:pt x="0" y="21181"/>
                  <a:pt x="286" y="21357"/>
                </a:cubicBezTo>
                <a:cubicBezTo>
                  <a:pt x="4311" y="24304"/>
                  <a:pt x="8622" y="26856"/>
                  <a:pt x="12823" y="29341"/>
                </a:cubicBezTo>
                <a:cubicBezTo>
                  <a:pt x="14583" y="30353"/>
                  <a:pt x="16122" y="31540"/>
                  <a:pt x="17420" y="32904"/>
                </a:cubicBezTo>
                <a:cubicBezTo>
                  <a:pt x="18432" y="34092"/>
                  <a:pt x="19421" y="35301"/>
                  <a:pt x="19883" y="36841"/>
                </a:cubicBezTo>
                <a:cubicBezTo>
                  <a:pt x="20081" y="37303"/>
                  <a:pt x="20257" y="37853"/>
                  <a:pt x="20521" y="38315"/>
                </a:cubicBezTo>
                <a:cubicBezTo>
                  <a:pt x="21731" y="40338"/>
                  <a:pt x="22721" y="42340"/>
                  <a:pt x="24018" y="44275"/>
                </a:cubicBezTo>
                <a:cubicBezTo>
                  <a:pt x="24920" y="45639"/>
                  <a:pt x="25932" y="47024"/>
                  <a:pt x="27229" y="48124"/>
                </a:cubicBezTo>
                <a:cubicBezTo>
                  <a:pt x="27779" y="48586"/>
                  <a:pt x="28329" y="49048"/>
                  <a:pt x="28769" y="49686"/>
                </a:cubicBezTo>
                <a:cubicBezTo>
                  <a:pt x="30331" y="51797"/>
                  <a:pt x="31892" y="53997"/>
                  <a:pt x="34004" y="55646"/>
                </a:cubicBezTo>
                <a:cubicBezTo>
                  <a:pt x="35191" y="56636"/>
                  <a:pt x="36291" y="57736"/>
                  <a:pt x="37479" y="58659"/>
                </a:cubicBezTo>
                <a:cubicBezTo>
                  <a:pt x="38315" y="59297"/>
                  <a:pt x="39128" y="59759"/>
                  <a:pt x="39964" y="60221"/>
                </a:cubicBezTo>
                <a:cubicBezTo>
                  <a:pt x="40132" y="60335"/>
                  <a:pt x="40343" y="60388"/>
                  <a:pt x="40564" y="60388"/>
                </a:cubicBezTo>
                <a:cubicBezTo>
                  <a:pt x="41070" y="60388"/>
                  <a:pt x="41633" y="60114"/>
                  <a:pt x="41878" y="59671"/>
                </a:cubicBezTo>
                <a:cubicBezTo>
                  <a:pt x="41966" y="59583"/>
                  <a:pt x="42076" y="59385"/>
                  <a:pt x="42076" y="59297"/>
                </a:cubicBezTo>
                <a:cubicBezTo>
                  <a:pt x="42164" y="59385"/>
                  <a:pt x="42252" y="59385"/>
                  <a:pt x="42252" y="59385"/>
                </a:cubicBezTo>
                <a:cubicBezTo>
                  <a:pt x="43065" y="60133"/>
                  <a:pt x="43901" y="60859"/>
                  <a:pt x="44627" y="61695"/>
                </a:cubicBezTo>
                <a:cubicBezTo>
                  <a:pt x="45133" y="62189"/>
                  <a:pt x="45732" y="62437"/>
                  <a:pt x="46318" y="62437"/>
                </a:cubicBezTo>
                <a:cubicBezTo>
                  <a:pt x="46903" y="62437"/>
                  <a:pt x="47475" y="62189"/>
                  <a:pt x="47926" y="61695"/>
                </a:cubicBezTo>
                <a:cubicBezTo>
                  <a:pt x="48014" y="61497"/>
                  <a:pt x="48124" y="61321"/>
                  <a:pt x="48300" y="61035"/>
                </a:cubicBezTo>
                <a:cubicBezTo>
                  <a:pt x="48674" y="61497"/>
                  <a:pt x="49026" y="61870"/>
                  <a:pt x="49400" y="62244"/>
                </a:cubicBezTo>
                <a:cubicBezTo>
                  <a:pt x="49692" y="62501"/>
                  <a:pt x="50017" y="62623"/>
                  <a:pt x="50336" y="62623"/>
                </a:cubicBezTo>
                <a:cubicBezTo>
                  <a:pt x="50809" y="62623"/>
                  <a:pt x="51271" y="62356"/>
                  <a:pt x="51599" y="61870"/>
                </a:cubicBezTo>
                <a:cubicBezTo>
                  <a:pt x="51687" y="61783"/>
                  <a:pt x="51775" y="61409"/>
                  <a:pt x="51863" y="61409"/>
                </a:cubicBezTo>
                <a:cubicBezTo>
                  <a:pt x="52325" y="61409"/>
                  <a:pt x="52325" y="61035"/>
                  <a:pt x="52237" y="60859"/>
                </a:cubicBezTo>
                <a:cubicBezTo>
                  <a:pt x="52149" y="60309"/>
                  <a:pt x="51973" y="59759"/>
                  <a:pt x="51687" y="59209"/>
                </a:cubicBezTo>
                <a:cubicBezTo>
                  <a:pt x="51599" y="58747"/>
                  <a:pt x="51313" y="58395"/>
                  <a:pt x="51049" y="58021"/>
                </a:cubicBezTo>
                <a:lnTo>
                  <a:pt x="51049" y="58021"/>
                </a:lnTo>
                <a:cubicBezTo>
                  <a:pt x="51441" y="58164"/>
                  <a:pt x="51792" y="58243"/>
                  <a:pt x="52095" y="58243"/>
                </a:cubicBezTo>
                <a:cubicBezTo>
                  <a:pt x="52776" y="58243"/>
                  <a:pt x="53215" y="57839"/>
                  <a:pt x="53337" y="56834"/>
                </a:cubicBezTo>
                <a:cubicBezTo>
                  <a:pt x="53425" y="56922"/>
                  <a:pt x="53425" y="57010"/>
                  <a:pt x="53623" y="57186"/>
                </a:cubicBezTo>
                <a:cubicBezTo>
                  <a:pt x="53623" y="56922"/>
                  <a:pt x="53799" y="56834"/>
                  <a:pt x="53711" y="56746"/>
                </a:cubicBezTo>
                <a:cubicBezTo>
                  <a:pt x="53711" y="56196"/>
                  <a:pt x="53711" y="55734"/>
                  <a:pt x="53513" y="55272"/>
                </a:cubicBezTo>
                <a:cubicBezTo>
                  <a:pt x="53425" y="54898"/>
                  <a:pt x="53249" y="54436"/>
                  <a:pt x="53161" y="54085"/>
                </a:cubicBezTo>
                <a:cubicBezTo>
                  <a:pt x="52787" y="53161"/>
                  <a:pt x="52523" y="52149"/>
                  <a:pt x="51973" y="51247"/>
                </a:cubicBezTo>
                <a:cubicBezTo>
                  <a:pt x="51423" y="50324"/>
                  <a:pt x="50961" y="49224"/>
                  <a:pt x="50411" y="48300"/>
                </a:cubicBezTo>
                <a:cubicBezTo>
                  <a:pt x="50038" y="47486"/>
                  <a:pt x="49664" y="46650"/>
                  <a:pt x="49224" y="46013"/>
                </a:cubicBezTo>
                <a:cubicBezTo>
                  <a:pt x="48014" y="44275"/>
                  <a:pt x="46738" y="42538"/>
                  <a:pt x="45551" y="40888"/>
                </a:cubicBezTo>
                <a:cubicBezTo>
                  <a:pt x="45177" y="40426"/>
                  <a:pt x="44913" y="39876"/>
                  <a:pt x="44627" y="39326"/>
                </a:cubicBezTo>
                <a:cubicBezTo>
                  <a:pt x="43989" y="38139"/>
                  <a:pt x="43439" y="36753"/>
                  <a:pt x="42801" y="35565"/>
                </a:cubicBezTo>
                <a:cubicBezTo>
                  <a:pt x="42340" y="34840"/>
                  <a:pt x="41878" y="34004"/>
                  <a:pt x="41702" y="33102"/>
                </a:cubicBezTo>
                <a:cubicBezTo>
                  <a:pt x="41614" y="32992"/>
                  <a:pt x="41702" y="32816"/>
                  <a:pt x="41614" y="32640"/>
                </a:cubicBezTo>
                <a:lnTo>
                  <a:pt x="41614" y="32640"/>
                </a:lnTo>
                <a:cubicBezTo>
                  <a:pt x="41702" y="32684"/>
                  <a:pt x="41790" y="32684"/>
                  <a:pt x="41869" y="32684"/>
                </a:cubicBezTo>
                <a:cubicBezTo>
                  <a:pt x="41949" y="32684"/>
                  <a:pt x="42021" y="32684"/>
                  <a:pt x="42076" y="32728"/>
                </a:cubicBezTo>
                <a:cubicBezTo>
                  <a:pt x="42713" y="32992"/>
                  <a:pt x="43263" y="33278"/>
                  <a:pt x="43813" y="33740"/>
                </a:cubicBezTo>
                <a:cubicBezTo>
                  <a:pt x="44913" y="34554"/>
                  <a:pt x="46013" y="35477"/>
                  <a:pt x="47024" y="36291"/>
                </a:cubicBezTo>
                <a:cubicBezTo>
                  <a:pt x="48604" y="37551"/>
                  <a:pt x="50330" y="38338"/>
                  <a:pt x="52284" y="38338"/>
                </a:cubicBezTo>
                <a:cubicBezTo>
                  <a:pt x="52478" y="38338"/>
                  <a:pt x="52675" y="38331"/>
                  <a:pt x="52875" y="38315"/>
                </a:cubicBezTo>
                <a:cubicBezTo>
                  <a:pt x="53513" y="38227"/>
                  <a:pt x="54172" y="37941"/>
                  <a:pt x="54722" y="37391"/>
                </a:cubicBezTo>
                <a:cubicBezTo>
                  <a:pt x="55272" y="36841"/>
                  <a:pt x="55162" y="36203"/>
                  <a:pt x="54524" y="35851"/>
                </a:cubicBezTo>
                <a:cubicBezTo>
                  <a:pt x="53974" y="35477"/>
                  <a:pt x="53425" y="35191"/>
                  <a:pt x="52963" y="34928"/>
                </a:cubicBezTo>
                <a:cubicBezTo>
                  <a:pt x="52611" y="34752"/>
                  <a:pt x="52237" y="34554"/>
                  <a:pt x="51973" y="34378"/>
                </a:cubicBezTo>
                <a:cubicBezTo>
                  <a:pt x="51225" y="33652"/>
                  <a:pt x="50587" y="32816"/>
                  <a:pt x="49774" y="32178"/>
                </a:cubicBezTo>
                <a:cubicBezTo>
                  <a:pt x="48762" y="31255"/>
                  <a:pt x="47662" y="30353"/>
                  <a:pt x="46562" y="29429"/>
                </a:cubicBezTo>
                <a:cubicBezTo>
                  <a:pt x="45727" y="28703"/>
                  <a:pt x="44913" y="27867"/>
                  <a:pt x="44077" y="27054"/>
                </a:cubicBezTo>
                <a:cubicBezTo>
                  <a:pt x="43263" y="26130"/>
                  <a:pt x="42252" y="25404"/>
                  <a:pt x="40976" y="25118"/>
                </a:cubicBezTo>
                <a:cubicBezTo>
                  <a:pt x="39216" y="24744"/>
                  <a:pt x="37479" y="24304"/>
                  <a:pt x="35741" y="23842"/>
                </a:cubicBezTo>
                <a:cubicBezTo>
                  <a:pt x="34554" y="23469"/>
                  <a:pt x="33366" y="23205"/>
                  <a:pt x="32068" y="23205"/>
                </a:cubicBezTo>
                <a:cubicBezTo>
                  <a:pt x="30243" y="23095"/>
                  <a:pt x="28505" y="22369"/>
                  <a:pt x="27031" y="21357"/>
                </a:cubicBezTo>
                <a:cubicBezTo>
                  <a:pt x="26130" y="20719"/>
                  <a:pt x="25294" y="19993"/>
                  <a:pt x="24480" y="19356"/>
                </a:cubicBezTo>
                <a:cubicBezTo>
                  <a:pt x="23182" y="18432"/>
                  <a:pt x="21907" y="17508"/>
                  <a:pt x="20631" y="16606"/>
                </a:cubicBezTo>
                <a:cubicBezTo>
                  <a:pt x="18982" y="15397"/>
                  <a:pt x="17332" y="14121"/>
                  <a:pt x="15572" y="12933"/>
                </a:cubicBezTo>
                <a:cubicBezTo>
                  <a:pt x="13835" y="11658"/>
                  <a:pt x="12097" y="10360"/>
                  <a:pt x="10272" y="9172"/>
                </a:cubicBezTo>
                <a:cubicBezTo>
                  <a:pt x="6885" y="6797"/>
                  <a:pt x="3937" y="4136"/>
                  <a:pt x="1276" y="1012"/>
                </a:cubicBezTo>
                <a:cubicBezTo>
                  <a:pt x="924" y="661"/>
                  <a:pt x="462" y="375"/>
                  <a:pt x="0" y="1"/>
                </a:cubicBezTo>
                <a:close/>
              </a:path>
            </a:pathLst>
          </a:custGeom>
          <a:solidFill>
            <a:srgbClr val="7C292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Sottotitolo 4">
            <a:extLst>
              <a:ext uri="{FF2B5EF4-FFF2-40B4-BE49-F238E27FC236}">
                <a16:creationId xmlns:a16="http://schemas.microsoft.com/office/drawing/2014/main" id="{95A39DD3-D69E-D8B9-C8CB-52F316DA0774}"/>
              </a:ext>
            </a:extLst>
          </p:cNvPr>
          <p:cNvSpPr>
            <a:spLocks noGrp="1"/>
          </p:cNvSpPr>
          <p:nvPr>
            <p:ph type="subTitle" idx="2"/>
          </p:nvPr>
        </p:nvSpPr>
        <p:spPr>
          <a:xfrm>
            <a:off x="752061" y="1337052"/>
            <a:ext cx="6753332" cy="1952400"/>
          </a:xfrm>
        </p:spPr>
        <p:txBody>
          <a:bodyPr/>
          <a:lstStyle/>
          <a:p>
            <a:pPr marL="152400" indent="0">
              <a:buNone/>
            </a:pPr>
            <a:r>
              <a:rPr lang="it-IT" dirty="0"/>
              <a:t>Paper:</a:t>
            </a:r>
          </a:p>
          <a:p>
            <a:pPr marL="152400" indent="0">
              <a:buNone/>
            </a:pPr>
            <a:r>
              <a:rPr lang="it-IT" u="sng" dirty="0"/>
              <a:t>https://www.science.org/doi/10.1126/science.aax2342</a:t>
            </a:r>
          </a:p>
          <a:p>
            <a:pPr marL="152400" indent="0">
              <a:buNone/>
            </a:pPr>
            <a:endParaRPr lang="it-IT" dirty="0"/>
          </a:p>
          <a:p>
            <a:pPr marL="152400" indent="0">
              <a:buNone/>
            </a:pPr>
            <a:endParaRPr lang="it-IT" dirty="0"/>
          </a:p>
          <a:p>
            <a:pPr marL="152400" indent="0">
              <a:buNone/>
            </a:pPr>
            <a:r>
              <a:rPr lang="it-IT" dirty="0"/>
              <a:t>Contesto e casi analoghi:</a:t>
            </a:r>
          </a:p>
          <a:p>
            <a:pPr marL="152400" indent="0">
              <a:buNone/>
            </a:pPr>
            <a:r>
              <a:rPr lang="it-IT" u="sng" dirty="0"/>
              <a:t>https://www.propublica.org/article/machine-bias-risk-assessments-in-criminal-sentencing</a:t>
            </a:r>
          </a:p>
          <a:p>
            <a:pPr marL="152400" indent="0">
              <a:buNone/>
            </a:pPr>
            <a:r>
              <a:rPr lang="it-IT" u="sng" dirty="0"/>
              <a:t>https://www.science.org/doi/10.1126/science.aaz3873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acial Diversity Newsletter by Slidesgo">
  <a:themeElements>
    <a:clrScheme name="Simple Light">
      <a:dk1>
        <a:srgbClr val="000000"/>
      </a:dk1>
      <a:lt1>
        <a:srgbClr val="F7EAE1"/>
      </a:lt1>
      <a:dk2>
        <a:srgbClr val="E0C7B2"/>
      </a:dk2>
      <a:lt2>
        <a:srgbClr val="F7AD66"/>
      </a:lt2>
      <a:accent1>
        <a:srgbClr val="D44D2F"/>
      </a:accent1>
      <a:accent2>
        <a:srgbClr val="AF1B29"/>
      </a:accent2>
      <a:accent3>
        <a:srgbClr val="F27A83"/>
      </a:accent3>
      <a:accent4>
        <a:srgbClr val="FFC1A2"/>
      </a:accent4>
      <a:accent5>
        <a:srgbClr val="330B01"/>
      </a:accent5>
      <a:accent6>
        <a:srgbClr val="FFFFFF"/>
      </a:accent6>
      <a:hlink>
        <a:srgbClr val="330B0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573</TotalTime>
  <Words>1038</Words>
  <Application>Microsoft Macintosh PowerPoint</Application>
  <PresentationFormat>Presentazione su schermo (16:9)</PresentationFormat>
  <Paragraphs>136</Paragraphs>
  <Slides>15</Slides>
  <Notes>15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15</vt:i4>
      </vt:variant>
    </vt:vector>
  </HeadingPairs>
  <TitlesOfParts>
    <vt:vector size="20" baseType="lpstr">
      <vt:lpstr>Alegreya</vt:lpstr>
      <vt:lpstr>Ubuntu</vt:lpstr>
      <vt:lpstr>Arial</vt:lpstr>
      <vt:lpstr>Raleway</vt:lpstr>
      <vt:lpstr>Racial Diversity Newsletter by Slidesgo</vt:lpstr>
      <vt:lpstr>Dissecting Racial Bias in an Algorithm Used to Manage the Health of Populations</vt:lpstr>
      <vt:lpstr>Introduzione perché questo studio è importante</vt:lpstr>
      <vt:lpstr>Il contesto Algoritmi nella gestione della salute</vt:lpstr>
      <vt:lpstr>Cosa predice realmente l’algoritmo? </vt:lpstr>
      <vt:lpstr>I dati utilizzati</vt:lpstr>
      <vt:lpstr>Risultato principale</vt:lpstr>
      <vt:lpstr>Conseguenze pratiche</vt:lpstr>
      <vt:lpstr>Il ruolo dei medici</vt:lpstr>
      <vt:lpstr>I dati dimostrano che</vt:lpstr>
      <vt:lpstr>Perché i pazienti neri generano meno costi?</vt:lpstr>
      <vt:lpstr>Il problema della “label”</vt:lpstr>
      <vt:lpstr>Implicazioni più ampie</vt:lpstr>
      <vt:lpstr>Discussione critica</vt:lpstr>
      <vt:lpstr>Presentazione standard di PowerPoint</vt:lpstr>
      <vt:lpstr>Riferimenti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martin trajkovski</cp:lastModifiedBy>
  <cp:revision>6</cp:revision>
  <dcterms:modified xsi:type="dcterms:W3CDTF">2026-02-09T22:01:06Z</dcterms:modified>
</cp:coreProperties>
</file>